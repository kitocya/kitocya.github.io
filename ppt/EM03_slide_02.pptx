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368" r:id="rId5"/>
    <p:sldId id="458" r:id="rId6"/>
    <p:sldId id="258" r:id="rId7"/>
    <p:sldId id="344" r:id="rId8"/>
    <p:sldId id="349" r:id="rId9"/>
    <p:sldId id="509" r:id="rId10"/>
    <p:sldId id="345" r:id="rId11"/>
    <p:sldId id="510" r:id="rId12"/>
    <p:sldId id="354" r:id="rId13"/>
    <p:sldId id="511" r:id="rId14"/>
    <p:sldId id="264" r:id="rId15"/>
    <p:sldId id="486" r:id="rId16"/>
    <p:sldId id="439" r:id="rId17"/>
    <p:sldId id="459" r:id="rId18"/>
    <p:sldId id="265" r:id="rId19"/>
    <p:sldId id="487" r:id="rId20"/>
    <p:sldId id="340" r:id="rId21"/>
    <p:sldId id="367" r:id="rId22"/>
    <p:sldId id="460" r:id="rId23"/>
    <p:sldId id="259" r:id="rId24"/>
    <p:sldId id="269" r:id="rId25"/>
    <p:sldId id="488" r:id="rId26"/>
    <p:sldId id="271" r:id="rId27"/>
    <p:sldId id="489" r:id="rId28"/>
    <p:sldId id="342" r:id="rId29"/>
    <p:sldId id="339" r:id="rId30"/>
    <p:sldId id="395" r:id="rId31"/>
    <p:sldId id="490" r:id="rId32"/>
    <p:sldId id="396" r:id="rId33"/>
    <p:sldId id="491" r:id="rId34"/>
    <p:sldId id="525" r:id="rId35"/>
    <p:sldId id="526" r:id="rId36"/>
    <p:sldId id="521" r:id="rId37"/>
    <p:sldId id="523" r:id="rId38"/>
    <p:sldId id="524" r:id="rId39"/>
    <p:sldId id="527" r:id="rId40"/>
    <p:sldId id="528" r:id="rId41"/>
    <p:sldId id="529" r:id="rId42"/>
    <p:sldId id="397" r:id="rId43"/>
    <p:sldId id="492" r:id="rId44"/>
    <p:sldId id="493" r:id="rId45"/>
    <p:sldId id="398" r:id="rId46"/>
    <p:sldId id="494" r:id="rId47"/>
  </p:sldIdLst>
  <p:sldSz cx="9906000" cy="6858000" type="A4"/>
  <p:notesSz cx="7104063" cy="10234613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4667" autoAdjust="0"/>
  </p:normalViewPr>
  <p:slideViewPr>
    <p:cSldViewPr snapToGrid="0">
      <p:cViewPr>
        <p:scale>
          <a:sx n="100" d="100"/>
          <a:sy n="100" d="100"/>
        </p:scale>
        <p:origin x="1470" y="234"/>
      </p:cViewPr>
      <p:guideLst>
        <p:guide orient="horz" pos="1440"/>
        <p:guide pos="15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37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91D68A4-3080-DB10-A46F-97BFD0CC26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2F2363-DFEA-7A2B-2CE6-E1AA8701A9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CBB43-E31D-44A0-A53C-703516A088F9}" type="datetimeFigureOut">
              <a:rPr kumimoji="1" lang="ja-JP" altLang="en-US" smtClean="0"/>
              <a:t>2025/8/10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B16FE3-5221-238E-D460-2DAC269E49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B5AC95-9C93-152E-BE48-A43D7E86BE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34-BF4B-405D-8914-167741DAB7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8310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5249E7-E526-41BC-878D-DBB27AF3BCB6}" type="datetimeFigureOut">
              <a:rPr kumimoji="1" lang="ja-JP" altLang="en-US" smtClean="0"/>
              <a:t>2025/8/10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E39443-4C2A-4AA4-9DFB-12BD22F5BB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7324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262" y="948258"/>
            <a:ext cx="5241925" cy="21547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5" y="4629151"/>
            <a:ext cx="536575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8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54026" y="4008967"/>
            <a:ext cx="9458854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5588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5743" y="677338"/>
            <a:ext cx="2483379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7415741" y="12192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1" y="2647876"/>
            <a:ext cx="111475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774691" y="5193467"/>
            <a:ext cx="91313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4691" y="4064718"/>
            <a:ext cx="913131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774691" y="5195583"/>
            <a:ext cx="9131310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8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 dirty="0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94231" y="864129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7" y="873076"/>
            <a:ext cx="938207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0" y="864129"/>
            <a:ext cx="2238723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0" dirty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7" y="2954992"/>
            <a:ext cx="938206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6067" y="5045379"/>
            <a:ext cx="938205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238724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906000" cy="118533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231" y="2952750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231" y="5041371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195131"/>
            <a:ext cx="9906000" cy="533622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385887"/>
            <a:ext cx="9906000" cy="2145471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 userDrawn="1"/>
        </p:nvCxnSpPr>
        <p:spPr>
          <a:xfrm>
            <a:off x="529698" y="4385887"/>
            <a:ext cx="88466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53000" y="1195131"/>
            <a:ext cx="4953000" cy="5661084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843505" cy="719689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732177"/>
            <a:ext cx="9906000" cy="424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80147" y="2430882"/>
            <a:ext cx="3745706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66" r:id="rId4"/>
    <p:sldLayoutId id="2147483672" r:id="rId5"/>
    <p:sldLayoutId id="2147483673" r:id="rId6"/>
    <p:sldLayoutId id="2147483668" r:id="rId7"/>
    <p:sldLayoutId id="2147483667" r:id="rId8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orms.office.com/r/bC4ywyfrqc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r/bC4ywyfrqc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&#12525;&#12496;&#12540;&#12488;&#12539;&#12501;&#12483;&#12463;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&#12525;&#12496;&#12540;&#12488;&#12539;&#12501;&#12483;&#12463;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forms.office.com/r/ZULjNPdwTx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r/ZULjNPdwTx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illust8.com/contents/2734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irasutoya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sozai.manabihiroba.net/rika/185" TargetMode="Externa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www.irasutoya.com/" TargetMode="External"/><Relationship Id="rId2" Type="http://schemas.openxmlformats.org/officeDocument/2006/relationships/hyperlink" Target="https://adwin-learning.com/MD/chapter1_3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hyperlink" Target="https://soco-st.com/16180" TargetMode="Externa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www.irasutoya.com/" TargetMode="External"/><Relationship Id="rId2" Type="http://schemas.openxmlformats.org/officeDocument/2006/relationships/hyperlink" Target="https://adwin-learning.com/MD/chapter1_3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hyperlink" Target="https://soco-st.com/16180" TargetMode="Externa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www.irasutoya.com/" TargetMode="External"/><Relationship Id="rId2" Type="http://schemas.openxmlformats.org/officeDocument/2006/relationships/hyperlink" Target="https://adwin-learning.com/MD/chapter1_3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hyperlink" Target="https://soco-st.com/16180" TargetMode="Externa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4E7B-4528-1505-445E-6587EB30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16D72B1-FCB6-AC28-4897-689D00A4CF83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バネに力を加えると，</a:t>
            </a:r>
            <a:endParaRPr kumimoji="1" lang="en-US" altLang="ja-JP" sz="3200" dirty="0"/>
          </a:p>
          <a:p>
            <a:r>
              <a:rPr kumimoji="1" lang="ja-JP" altLang="en-US" sz="3200" dirty="0">
                <a:solidFill>
                  <a:schemeClr val="accent6"/>
                </a:solidFill>
              </a:rPr>
              <a:t>何が変わるのか</a:t>
            </a:r>
            <a:r>
              <a:rPr kumimoji="1" lang="ja-JP" altLang="en-US" sz="3200" dirty="0"/>
              <a:t>まで考えられるとなお良い．</a:t>
            </a:r>
          </a:p>
        </p:txBody>
      </p:sp>
      <p:sp>
        <p:nvSpPr>
          <p:cNvPr id="26" name="正方形/長方形 25" descr="白い背景">
            <a:extLst>
              <a:ext uri="{FF2B5EF4-FFF2-40B4-BE49-F238E27FC236}">
                <a16:creationId xmlns:a16="http://schemas.microsoft.com/office/drawing/2014/main" id="{38F6C1DE-C795-5DCB-B99F-CE324D4AF817}"/>
              </a:ext>
            </a:extLst>
          </p:cNvPr>
          <p:cNvSpPr/>
          <p:nvPr/>
        </p:nvSpPr>
        <p:spPr>
          <a:xfrm>
            <a:off x="0" y="4475531"/>
            <a:ext cx="9906000" cy="201470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EB5AC16F-A849-AD7C-F3B7-65F1B1D25A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241663"/>
            <a:ext cx="9906000" cy="2233868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/>
              <a:t>バネに</a:t>
            </a:r>
            <a:r>
              <a:rPr lang="ja-JP" altLang="en-US" dirty="0">
                <a:solidFill>
                  <a:schemeClr val="accent6"/>
                </a:solidFill>
              </a:rPr>
              <a:t>力を加えると</a:t>
            </a:r>
            <a:r>
              <a:rPr lang="ja-JP" altLang="en-US" dirty="0"/>
              <a:t>どうなる？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0A756E9-7AFE-7E73-B380-CB1DF49C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思考実験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FEADFD57-0F1D-CE0E-570B-FBEDD859FD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https://forms.office.com/r/bC4ywyfrqc</a:t>
            </a:r>
            <a:endParaRPr lang="ja-JP" altLang="en-US" dirty="0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15823289-92EA-CAB2-D4B2-28E77CDDD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181" y="3358597"/>
            <a:ext cx="3131636" cy="3131636"/>
          </a:xfrm>
          <a:prstGeom prst="rect">
            <a:avLst/>
          </a:prstGeom>
        </p:spPr>
      </p:pic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2762A0F0-287E-A043-66D9-3709BA9BA1E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75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2564E-6 -3.33333E-6 L -1.02564E-6 -0.1525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3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" grpId="0" animBg="1"/>
      <p:bldP spid="21" grpId="0" build="p"/>
      <p:bldP spid="21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DF5904-D3A2-652D-769F-2311D5DA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853E93-0044-4883-6C62-9002E7F4308E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バネに力を加えると，</a:t>
            </a:r>
            <a:endParaRPr kumimoji="1" lang="en-US" altLang="ja-JP" sz="3200" dirty="0"/>
          </a:p>
          <a:p>
            <a:r>
              <a:rPr kumimoji="1" lang="ja-JP" altLang="en-US" sz="3200" dirty="0">
                <a:solidFill>
                  <a:schemeClr val="accent6"/>
                </a:solidFill>
              </a:rPr>
              <a:t>何が変わるのか</a:t>
            </a:r>
            <a:r>
              <a:rPr kumimoji="1" lang="ja-JP" altLang="en-US" sz="3200" dirty="0"/>
              <a:t>まで考えられるとなお良い．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FB92B3AF-8A7D-ECD9-7C0D-0CB13B8F10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241663"/>
            <a:ext cx="9906000" cy="2233868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/>
              <a:t>バネに</a:t>
            </a:r>
            <a:r>
              <a:rPr lang="ja-JP" altLang="en-US" dirty="0">
                <a:solidFill>
                  <a:schemeClr val="accent6"/>
                </a:solidFill>
              </a:rPr>
              <a:t>力を加えると</a:t>
            </a:r>
            <a:r>
              <a:rPr lang="ja-JP" altLang="en-US" dirty="0"/>
              <a:t>どうなる？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C9EDEAA-E535-C16A-B9DE-F0A8F1B2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思考実験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C0ABBDB3-C9DE-A545-B8C0-C7853F95811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https://forms.office.com/r/bC4ywyfrqc</a:t>
            </a:r>
            <a:endParaRPr lang="ja-JP" altLang="en-US" dirty="0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90BEB9A8-4255-D94E-B66C-86DE7058DC1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3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アドイン 7" title="Forms">
                <a:extLst>
                  <a:ext uri="{FF2B5EF4-FFF2-40B4-BE49-F238E27FC236}">
                    <a16:creationId xmlns:a16="http://schemas.microsoft.com/office/drawing/2014/main" id="{F85FCD03-3E3B-68E0-F199-94CA362AD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0707508"/>
                  </p:ext>
                </p:extLst>
              </p:nvPr>
            </p:nvGraphicFramePr>
            <p:xfrm>
              <a:off x="3" y="719689"/>
              <a:ext cx="9906001" cy="613830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8" name="アドイン 7" title="Forms">
                <a:extLst>
                  <a:ext uri="{FF2B5EF4-FFF2-40B4-BE49-F238E27FC236}">
                    <a16:creationId xmlns:a16="http://schemas.microsoft.com/office/drawing/2014/main" id="{F85FCD03-3E3B-68E0-F199-94CA362ADA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" y="719689"/>
                <a:ext cx="9906001" cy="613830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タイトル 2">
            <a:extLst>
              <a:ext uri="{FF2B5EF4-FFF2-40B4-BE49-F238E27FC236}">
                <a16:creationId xmlns:a16="http://schemas.microsoft.com/office/drawing/2014/main" id="{BBB01BBF-2DA1-ADCB-AAB6-AE41CC1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00B0F0"/>
                </a:solidFill>
              </a:rPr>
              <a:t>思考実験</a:t>
            </a:r>
            <a:r>
              <a:rPr kumimoji="1" lang="en-US" altLang="ja-JP">
                <a:solidFill>
                  <a:srgbClr val="00B0F0"/>
                </a:solidFill>
              </a:rPr>
              <a:t>1</a:t>
            </a:r>
            <a:endParaRPr kumimoji="1" lang="ja-JP" altLang="en-US">
              <a:solidFill>
                <a:srgbClr val="00B0F0"/>
              </a:solidFill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F2A62CE9-5A33-D30B-5237-206B57A1261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01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E011-2DBD-9623-5814-48A98BA1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CB8D989-86C6-4267-0C9A-D6A63DD1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力を加えると？</a:t>
            </a:r>
            <a:endParaRPr kumimoji="1" lang="ja-JP" altLang="en-US" dirty="0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82DF173-BF0F-9D01-D171-B9D35F1B19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7" name="図 6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A776A5D-9745-0420-EB2C-80507A691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3569117" y="2798725"/>
            <a:ext cx="2767767" cy="1260559"/>
          </a:xfrm>
          <a:prstGeom prst="rect">
            <a:avLst/>
          </a:prstGeom>
        </p:spPr>
      </p:pic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3973EDCE-DC10-0493-828A-94BBFD55B7F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14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7BAA-DC01-2C08-FCEB-8F2E2D35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B5F497D-E6B3-48CB-4EB2-F9C53E28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力を加えると？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857EB49-DFD9-C765-BEAA-9692950829A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059283"/>
            <a:ext cx="9906000" cy="1917193"/>
          </a:xfrm>
        </p:spPr>
        <p:txBody>
          <a:bodyPr anchor="ctr"/>
          <a:lstStyle/>
          <a:p>
            <a:pPr algn="ctr"/>
            <a:r>
              <a:rPr lang="ja-JP" altLang="en-US" sz="8000" dirty="0">
                <a:solidFill>
                  <a:schemeClr val="accent6"/>
                </a:solidFill>
              </a:rPr>
              <a:t>伸ばす</a:t>
            </a:r>
            <a:endParaRPr lang="ja-JP" altLang="en-US" dirty="0">
              <a:solidFill>
                <a:schemeClr val="accent6"/>
              </a:solidFill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6BFF0E2-276F-8E1E-52FD-175C48CE25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図 1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AA99FCA-9496-15F4-D438-C95CEF9E7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1407074" y="2798725"/>
            <a:ext cx="7091853" cy="1260559"/>
          </a:xfrm>
          <a:prstGeom prst="rect">
            <a:avLst/>
          </a:prstGeom>
        </p:spPr>
      </p:pic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45699F98-CAD7-7772-8615-BF2B37E7AFC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962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317BB4-9DD9-4B38-AE2F-6A3CE51B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ECF51A0-6F12-F79F-BB1A-E19E4875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力を加えると？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CFCD5279-D763-29A8-0F4A-3EFE8F9FE7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059283"/>
            <a:ext cx="9906000" cy="1917193"/>
          </a:xfrm>
        </p:spPr>
        <p:txBody>
          <a:bodyPr anchor="ctr"/>
          <a:lstStyle/>
          <a:p>
            <a:pPr algn="ctr"/>
            <a:r>
              <a:rPr lang="ja-JP" altLang="en-US" sz="8000" dirty="0">
                <a:solidFill>
                  <a:schemeClr val="accent6"/>
                </a:solidFill>
              </a:rPr>
              <a:t>伸ばす</a:t>
            </a:r>
            <a:endParaRPr lang="ja-JP" altLang="en-US" dirty="0">
              <a:solidFill>
                <a:schemeClr val="accent6"/>
              </a:solidFill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B50F523-BF1C-7230-3A87-A2B7558597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図 1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7FB36AE-83B8-BD81-4E28-F9F4AE33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1407074" y="2798725"/>
            <a:ext cx="7091853" cy="1260559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E5B1AA-8E3B-722E-1C4C-846C688C449B}"/>
              </a:ext>
            </a:extLst>
          </p:cNvPr>
          <p:cNvSpPr/>
          <p:nvPr/>
        </p:nvSpPr>
        <p:spPr>
          <a:xfrm>
            <a:off x="2474959" y="4387303"/>
            <a:ext cx="4956082" cy="1310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3F67BCE2-E83C-8D2A-317A-A18AC33341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20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8AA91-07D1-F3C9-5473-947CC3C8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714AFFE-7AC5-152E-522F-369500F7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力を加えると？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C04AB6FF-C3C0-C40D-1E26-365895A4D0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059283"/>
            <a:ext cx="9906000" cy="1917193"/>
          </a:xfrm>
        </p:spPr>
        <p:txBody>
          <a:bodyPr anchor="ctr"/>
          <a:lstStyle/>
          <a:p>
            <a:pPr algn="ctr"/>
            <a:r>
              <a:rPr lang="ja-JP" altLang="en-US" sz="8000" dirty="0">
                <a:solidFill>
                  <a:schemeClr val="accent6"/>
                </a:solidFill>
              </a:rPr>
              <a:t>縮める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12A6E7F-CD31-3A91-9235-1819C3554E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図 1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4A825B3-000C-A4C6-2D74-E85551401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4391772" y="2798725"/>
            <a:ext cx="1122457" cy="1260559"/>
          </a:xfrm>
          <a:prstGeom prst="rect">
            <a:avLst/>
          </a:prstGeom>
        </p:spPr>
      </p:pic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481E3F55-58F3-012D-B243-AF7F6815802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583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A88F17-2457-5036-1CB4-68DA779E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42106C9-C398-9A9D-6646-CA41FC74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力を加えると？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00BBCA5-024E-2C03-0D80-91A6DA1660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059283"/>
            <a:ext cx="9906000" cy="1917193"/>
          </a:xfrm>
        </p:spPr>
        <p:txBody>
          <a:bodyPr anchor="ctr"/>
          <a:lstStyle/>
          <a:p>
            <a:pPr algn="ctr"/>
            <a:r>
              <a:rPr lang="ja-JP" altLang="en-US" sz="8000" dirty="0">
                <a:solidFill>
                  <a:schemeClr val="accent6"/>
                </a:solidFill>
              </a:rPr>
              <a:t>縮める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921EC2A-6B4D-98E3-01C7-0AB540B1A1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図 1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7C1A7A3-E311-00D0-AA58-6C14B1D97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4391772" y="2798725"/>
            <a:ext cx="1122457" cy="1260559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70C3D5-D530-3AA5-AEAE-82F9C5532C6A}"/>
              </a:ext>
            </a:extLst>
          </p:cNvPr>
          <p:cNvSpPr/>
          <p:nvPr/>
        </p:nvSpPr>
        <p:spPr>
          <a:xfrm>
            <a:off x="2474959" y="4387303"/>
            <a:ext cx="4956082" cy="1310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32D69790-546E-EBF7-E5F4-48E47A1631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469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78C9-B453-FD80-C618-F4765F46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AAD60A6-7909-D1BF-9FBA-31CF2EE9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rgbClr val="00B0F0"/>
                </a:solidFill>
              </a:rPr>
              <a:t>手を離すと？</a:t>
            </a:r>
            <a:endParaRPr kumimoji="1" lang="ja-JP" altLang="en-US" dirty="0">
              <a:solidFill>
                <a:srgbClr val="00B0F0"/>
              </a:solidFill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AE6369FD-2A1F-62DE-D4BA-9A1C871046D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059283"/>
            <a:ext cx="9906000" cy="1917193"/>
          </a:xfrm>
        </p:spPr>
        <p:txBody>
          <a:bodyPr anchor="ctr"/>
          <a:lstStyle/>
          <a:p>
            <a:pPr algn="ctr"/>
            <a:r>
              <a:rPr lang="ja-JP" altLang="en-US" sz="8000" dirty="0">
                <a:solidFill>
                  <a:schemeClr val="accent6"/>
                </a:solidFill>
              </a:rPr>
              <a:t>元に戻る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A1304A73-EA0B-9B8D-079B-6EAD2232E3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図 1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CAD842F-1F44-3CD4-1D9C-53E8ABB0F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3569117" y="2798725"/>
            <a:ext cx="2767767" cy="1260559"/>
          </a:xfrm>
          <a:prstGeom prst="rect">
            <a:avLst/>
          </a:prstGeom>
        </p:spPr>
      </p:pic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65DBE58D-D835-23E6-0DAE-D86C00403D1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050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0085C3-A02D-A2C5-B7C5-A716BD2E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1E9AC9A-1049-DFED-3D8A-F81B5101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rgbClr val="00B0F0"/>
                </a:solidFill>
              </a:rPr>
              <a:t>手を離すと？</a:t>
            </a:r>
            <a:endParaRPr kumimoji="1" lang="ja-JP" altLang="en-US" dirty="0">
              <a:solidFill>
                <a:srgbClr val="00B0F0"/>
              </a:solidFill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B1FDDB3-0783-D020-6F4B-7B33E21B455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059283"/>
            <a:ext cx="9906000" cy="1917193"/>
          </a:xfrm>
        </p:spPr>
        <p:txBody>
          <a:bodyPr anchor="ctr"/>
          <a:lstStyle/>
          <a:p>
            <a:pPr algn="ctr"/>
            <a:r>
              <a:rPr lang="ja-JP" altLang="en-US" sz="8000" dirty="0">
                <a:solidFill>
                  <a:schemeClr val="accent6"/>
                </a:solidFill>
              </a:rPr>
              <a:t>元に戻る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FD33A86-69B0-2370-EA49-EE8EB3B75D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2" name="図 1" descr="櫛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0916183-28A7-0C5B-659B-6CBC5B2FB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37838" r="10896" b="36725"/>
          <a:stretch>
            <a:fillRect/>
          </a:stretch>
        </p:blipFill>
        <p:spPr>
          <a:xfrm>
            <a:off x="3569117" y="2798725"/>
            <a:ext cx="2767767" cy="1260559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C5FC931-5750-5A6C-8D44-D5AC0EDD5352}"/>
              </a:ext>
            </a:extLst>
          </p:cNvPr>
          <p:cNvSpPr/>
          <p:nvPr/>
        </p:nvSpPr>
        <p:spPr>
          <a:xfrm>
            <a:off x="2474959" y="4387303"/>
            <a:ext cx="4956082" cy="1310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86DD9E7E-469B-E89E-4FDB-DED6AAB0E7C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893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E221D02-D2C7-DAFB-7651-5D73B3C543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ja-JP" altLang="en-US" sz="9600" dirty="0"/>
              <a:t>力は</a:t>
            </a:r>
            <a:r>
              <a:rPr lang="ja-JP" altLang="en-US" sz="9600" dirty="0">
                <a:solidFill>
                  <a:schemeClr val="accent6"/>
                </a:solidFill>
              </a:rPr>
              <a:t>物体の形</a:t>
            </a:r>
            <a:r>
              <a:rPr lang="ja-JP" altLang="en-US" sz="9600" dirty="0"/>
              <a:t>を</a:t>
            </a:r>
            <a:endParaRPr lang="en-US" altLang="ja-JP" sz="9600" dirty="0"/>
          </a:p>
          <a:p>
            <a:pPr marL="0" indent="0" algn="ctr">
              <a:buNone/>
            </a:pPr>
            <a:r>
              <a:rPr lang="ja-JP" altLang="en-US" sz="9600" dirty="0"/>
              <a:t>変える！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50B3873-D6F6-902A-DAF1-2A6A4B25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力の性質</a:t>
            </a:r>
            <a:r>
              <a:rPr lang="en-US" altLang="ja-JP" dirty="0"/>
              <a:t> No. 1</a:t>
            </a:r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91382C2F-551A-51DC-7816-17B43D19C36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7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A6FD56-2D56-103B-8AAF-4FF181E94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9C58DED-FF3D-C9C8-8D25-F97DFF3F0B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ja-JP" altLang="en-US" sz="9600" dirty="0"/>
              <a:t>力は</a:t>
            </a:r>
            <a:r>
              <a:rPr lang="ja-JP" altLang="en-US" sz="9600" dirty="0">
                <a:solidFill>
                  <a:schemeClr val="accent6"/>
                </a:solidFill>
              </a:rPr>
              <a:t>物体の形</a:t>
            </a:r>
            <a:r>
              <a:rPr lang="ja-JP" altLang="en-US" sz="9600" dirty="0"/>
              <a:t>を</a:t>
            </a:r>
            <a:endParaRPr lang="en-US" altLang="ja-JP" sz="9600" dirty="0"/>
          </a:p>
          <a:p>
            <a:pPr marL="0" indent="0" algn="ctr">
              <a:buNone/>
            </a:pPr>
            <a:r>
              <a:rPr lang="ja-JP" altLang="en-US" sz="9600" dirty="0"/>
              <a:t>変える！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043EA91-3F1C-C7B7-DF9B-F451D5ED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力の性質</a:t>
            </a:r>
            <a:r>
              <a:rPr lang="en-US" altLang="ja-JP" dirty="0"/>
              <a:t> No. 1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FBD42B-ECCD-E359-CD2E-AD89D20D080D}"/>
              </a:ext>
            </a:extLst>
          </p:cNvPr>
          <p:cNvSpPr/>
          <p:nvPr/>
        </p:nvSpPr>
        <p:spPr>
          <a:xfrm>
            <a:off x="3129383" y="2289562"/>
            <a:ext cx="4885064" cy="1310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28639325-93C9-8A34-1590-2F7C5C4270A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454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" r="3975"/>
          <a:stretch>
            <a:fillRect/>
          </a:stretch>
        </p:blipFill>
        <p:spPr bwMode="auto">
          <a:xfrm>
            <a:off x="5126317" y="604570"/>
            <a:ext cx="4199509" cy="563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0" y="1177882"/>
            <a:ext cx="5104180" cy="1227200"/>
          </a:xfrm>
        </p:spPr>
        <p:txBody>
          <a:bodyPr anchor="ctr"/>
          <a:lstStyle/>
          <a:p>
            <a:pPr algn="ctr"/>
            <a:r>
              <a:rPr lang="ja-JP" altLang="en-US" dirty="0"/>
              <a:t>ロバート・フック</a:t>
            </a:r>
            <a:br>
              <a:rPr kumimoji="1" lang="en-US" altLang="ja-JP" dirty="0"/>
            </a:br>
            <a:r>
              <a:rPr lang="ja-JP" altLang="en-US" sz="2800" dirty="0"/>
              <a:t>（</a:t>
            </a:r>
            <a:r>
              <a:rPr lang="en-US" altLang="ja-JP" sz="2800" dirty="0"/>
              <a:t>A.</a:t>
            </a:r>
            <a:r>
              <a:rPr lang="ja-JP" altLang="en-US" sz="2800" dirty="0"/>
              <a:t>Ｄ</a:t>
            </a:r>
            <a:r>
              <a:rPr lang="en-US" altLang="ja-JP" sz="2800" dirty="0"/>
              <a:t>. 1635-1703</a:t>
            </a:r>
            <a:r>
              <a:rPr lang="ja-JP" altLang="en-US" sz="2800" dirty="0"/>
              <a:t>年）</a:t>
            </a:r>
            <a:endParaRPr kumimoji="1" lang="ja-JP" altLang="en-US" dirty="0"/>
          </a:p>
        </p:txBody>
      </p:sp>
      <p:sp>
        <p:nvSpPr>
          <p:cNvPr id="6" name="テキスト プレースホルダー 3"/>
          <p:cNvSpPr txBox="1">
            <a:spLocks noGrp="1"/>
          </p:cNvSpPr>
          <p:nvPr>
            <p:ph type="body" sz="quarter" idx="4294967295"/>
          </p:nvPr>
        </p:nvSpPr>
        <p:spPr>
          <a:xfrm>
            <a:off x="0" y="6490233"/>
            <a:ext cx="9906000" cy="365986"/>
          </a:xfrm>
          <a:prstGeom prst="rect">
            <a:avLst/>
          </a:prstGeom>
        </p:spPr>
        <p:txBody>
          <a:bodyPr anchor="b"/>
          <a:lstStyle>
            <a:lvl1pPr marL="0" indent="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aseline="30000" dirty="0">
                <a:latin typeface="+mj-lt"/>
              </a:rPr>
              <a:t>[6] </a:t>
            </a:r>
            <a:r>
              <a:rPr lang="en-US" altLang="ja-JP" sz="1400" dirty="0">
                <a:latin typeface="+mj-lt"/>
                <a:hlinkClick r:id="rId3"/>
              </a:rPr>
              <a:t>https://ja.wikipedia.org/wiki/</a:t>
            </a:r>
            <a:r>
              <a:rPr lang="ja-JP" altLang="en-US" sz="1400" dirty="0">
                <a:latin typeface="+mj-lt"/>
                <a:hlinkClick r:id="rId3"/>
              </a:rPr>
              <a:t>ロバート・フック</a:t>
            </a:r>
            <a:endParaRPr lang="en-US" altLang="ja-JP" sz="1400" dirty="0">
              <a:latin typeface="+mj-lt"/>
            </a:endParaRPr>
          </a:p>
        </p:txBody>
      </p:sp>
      <p:sp>
        <p:nvSpPr>
          <p:cNvPr id="11" name="吹き出し: 角を丸めた四角形 10"/>
          <p:cNvSpPr/>
          <p:nvPr/>
        </p:nvSpPr>
        <p:spPr>
          <a:xfrm>
            <a:off x="488524" y="3568507"/>
            <a:ext cx="4127131" cy="2111611"/>
          </a:xfrm>
          <a:prstGeom prst="wedgeRoundRectCallout">
            <a:avLst>
              <a:gd name="adj1" fmla="val 91281"/>
              <a:gd name="adj2" fmla="val -10385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バネの伸びは</a:t>
            </a:r>
            <a:r>
              <a:rPr kumimoji="1" lang="ja-JP" altLang="en-US" sz="3200" dirty="0">
                <a:solidFill>
                  <a:schemeClr val="accent6"/>
                </a:solidFill>
              </a:rPr>
              <a:t>かかる力に比例</a:t>
            </a:r>
            <a:r>
              <a:rPr kumimoji="1" lang="ja-JP" altLang="en-US" sz="3200" dirty="0">
                <a:solidFill>
                  <a:schemeClr val="tx1"/>
                </a:solidFill>
              </a:rPr>
              <a:t>する！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（フックの法則）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5B4F9BFC-5E89-2035-718C-900D3EF58CF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263D75-75AD-3C57-816B-F335CFB9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43CF7F1-C221-72C1-3EEA-671FCCDFF1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" r="3975"/>
          <a:stretch>
            <a:fillRect/>
          </a:stretch>
        </p:blipFill>
        <p:spPr bwMode="auto">
          <a:xfrm>
            <a:off x="5126317" y="604570"/>
            <a:ext cx="4199509" cy="563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25180D18-411E-1B84-798F-AD762532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7882"/>
            <a:ext cx="5104180" cy="1227200"/>
          </a:xfrm>
        </p:spPr>
        <p:txBody>
          <a:bodyPr anchor="ctr"/>
          <a:lstStyle/>
          <a:p>
            <a:pPr algn="ctr"/>
            <a:r>
              <a:rPr lang="ja-JP" altLang="en-US" dirty="0"/>
              <a:t>ロバート・フック</a:t>
            </a:r>
            <a:br>
              <a:rPr kumimoji="1" lang="en-US" altLang="ja-JP" dirty="0"/>
            </a:br>
            <a:r>
              <a:rPr lang="ja-JP" altLang="en-US" sz="2800" dirty="0"/>
              <a:t>（</a:t>
            </a:r>
            <a:r>
              <a:rPr lang="en-US" altLang="ja-JP" sz="2800" dirty="0"/>
              <a:t>A.</a:t>
            </a:r>
            <a:r>
              <a:rPr lang="ja-JP" altLang="en-US" sz="2800" dirty="0"/>
              <a:t>Ｄ</a:t>
            </a:r>
            <a:r>
              <a:rPr lang="en-US" altLang="ja-JP" sz="2800" dirty="0"/>
              <a:t>. 1635-1703</a:t>
            </a:r>
            <a:r>
              <a:rPr lang="ja-JP" altLang="en-US" sz="2800" dirty="0"/>
              <a:t>年）</a:t>
            </a:r>
            <a:endParaRPr kumimoji="1" lang="ja-JP" altLang="en-US" dirty="0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0666FC6B-F7F6-2678-34C6-3F55D1D74A0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0" y="6490233"/>
            <a:ext cx="9906000" cy="365986"/>
          </a:xfrm>
          <a:prstGeom prst="rect">
            <a:avLst/>
          </a:prstGeom>
        </p:spPr>
        <p:txBody>
          <a:bodyPr anchor="b"/>
          <a:lstStyle>
            <a:lvl1pPr marL="0" indent="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aseline="30000" dirty="0">
                <a:latin typeface="+mj-lt"/>
              </a:rPr>
              <a:t>[6] </a:t>
            </a:r>
            <a:r>
              <a:rPr lang="en-US" altLang="ja-JP" sz="1400" dirty="0">
                <a:latin typeface="+mj-lt"/>
                <a:hlinkClick r:id="rId3"/>
              </a:rPr>
              <a:t>https://ja.wikipedia.org/wiki/</a:t>
            </a:r>
            <a:r>
              <a:rPr lang="ja-JP" altLang="en-US" sz="1400" dirty="0">
                <a:latin typeface="+mj-lt"/>
                <a:hlinkClick r:id="rId3"/>
              </a:rPr>
              <a:t>ロバート・フック</a:t>
            </a:r>
            <a:endParaRPr lang="en-US" altLang="ja-JP" sz="1400" dirty="0">
              <a:latin typeface="+mj-lt"/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00B0E9A7-AB08-32F5-3131-C45C71B4F484}"/>
              </a:ext>
            </a:extLst>
          </p:cNvPr>
          <p:cNvSpPr/>
          <p:nvPr/>
        </p:nvSpPr>
        <p:spPr>
          <a:xfrm>
            <a:off x="488524" y="3568507"/>
            <a:ext cx="4127131" cy="2111611"/>
          </a:xfrm>
          <a:prstGeom prst="wedgeRoundRectCallout">
            <a:avLst>
              <a:gd name="adj1" fmla="val 91281"/>
              <a:gd name="adj2" fmla="val -10385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バネの伸びは</a:t>
            </a:r>
            <a:r>
              <a:rPr kumimoji="1" lang="ja-JP" altLang="en-US" sz="3200" dirty="0">
                <a:solidFill>
                  <a:schemeClr val="accent6"/>
                </a:solidFill>
              </a:rPr>
              <a:t>かかる力に比例</a:t>
            </a:r>
            <a:r>
              <a:rPr kumimoji="1" lang="ja-JP" altLang="en-US" sz="3200" dirty="0">
                <a:solidFill>
                  <a:schemeClr val="tx1"/>
                </a:solidFill>
              </a:rPr>
              <a:t>する！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（フックの法則）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487FE011-7ABE-ED73-5686-7A801E3C12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527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BFD8CE9-4DE9-26E1-86CB-45DD878D09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ctr"/>
          <a:lstStyle/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変形した物体が，元に戻ろうとする性質を</a:t>
            </a:r>
            <a:r>
              <a:rPr lang="ja-JP" altLang="en-US" dirty="0">
                <a:solidFill>
                  <a:schemeClr val="accent6"/>
                </a:solidFill>
              </a:rPr>
              <a:t>弾性</a:t>
            </a:r>
            <a:r>
              <a:rPr lang="ja-JP" altLang="en-US" dirty="0"/>
              <a:t>という．</a:t>
            </a:r>
            <a:endParaRPr lang="en-US" altLang="ja-JP" dirty="0"/>
          </a:p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また元に戻ろうとして，生じる力を</a:t>
            </a:r>
            <a:r>
              <a:rPr lang="ja-JP" altLang="en-US" dirty="0">
                <a:solidFill>
                  <a:schemeClr val="accent6"/>
                </a:solidFill>
              </a:rPr>
              <a:t>弾性力</a:t>
            </a:r>
            <a:r>
              <a:rPr lang="ja-JP" altLang="en-US" dirty="0"/>
              <a:t>という．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1A26CBC-5DC1-C0D3-3BC5-49A55834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バネ</a:t>
            </a:r>
            <a:r>
              <a:rPr lang="ja-JP" altLang="en-US" dirty="0"/>
              <a:t>が伸縮する</a:t>
            </a:r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1795F9F1-8D69-A3B6-D61D-46A674DCDA7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72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8E3A34-CED4-E46B-4875-A02F152B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0A98CDE-ED25-FB8A-5300-E53842DFA84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ctr"/>
          <a:lstStyle/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変形した物体が，元に戻ろうとする性質を</a:t>
            </a:r>
            <a:r>
              <a:rPr lang="ja-JP" altLang="en-US" dirty="0">
                <a:solidFill>
                  <a:schemeClr val="accent6"/>
                </a:solidFill>
              </a:rPr>
              <a:t>弾性</a:t>
            </a:r>
            <a:r>
              <a:rPr lang="ja-JP" altLang="en-US" dirty="0"/>
              <a:t>という．</a:t>
            </a:r>
            <a:endParaRPr lang="en-US" altLang="ja-JP" dirty="0"/>
          </a:p>
          <a:p>
            <a:pPr marL="696551" indent="-69655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また元に戻ろうとして，生じる力を</a:t>
            </a:r>
            <a:r>
              <a:rPr lang="ja-JP" altLang="en-US" dirty="0">
                <a:solidFill>
                  <a:schemeClr val="accent6"/>
                </a:solidFill>
              </a:rPr>
              <a:t>弾性力</a:t>
            </a:r>
            <a:r>
              <a:rPr lang="ja-JP" altLang="en-US" dirty="0"/>
              <a:t>という．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482F58E-35C2-2FD4-65C9-742BF67A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バネ</a:t>
            </a:r>
            <a:r>
              <a:rPr lang="ja-JP" altLang="en-US" dirty="0"/>
              <a:t>が伸縮する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D71E9E-1FC0-6331-1115-4E7C8FBF43EB}"/>
              </a:ext>
            </a:extLst>
          </p:cNvPr>
          <p:cNvSpPr/>
          <p:nvPr/>
        </p:nvSpPr>
        <p:spPr>
          <a:xfrm>
            <a:off x="4872189" y="2743104"/>
            <a:ext cx="1482891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88EBC7-4BB4-24F5-51EF-B9059BD1C966}"/>
              </a:ext>
            </a:extLst>
          </p:cNvPr>
          <p:cNvSpPr/>
          <p:nvPr/>
        </p:nvSpPr>
        <p:spPr>
          <a:xfrm>
            <a:off x="2828236" y="5378728"/>
            <a:ext cx="2124764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7B736A4E-D604-5216-828A-79289A2EE73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37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E5C04D0-5CD0-D37F-3A5F-9639437C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rgbClr val="00B0F0"/>
                </a:solidFill>
              </a:rPr>
              <a:t>思考実験</a:t>
            </a:r>
            <a:r>
              <a:rPr lang="en-US" altLang="ja-JP" dirty="0">
                <a:solidFill>
                  <a:srgbClr val="00B0F0"/>
                </a:solidFill>
              </a:rPr>
              <a:t>2</a:t>
            </a:r>
            <a:endParaRPr lang="ja-JP" altLang="en-US" dirty="0">
              <a:solidFill>
                <a:srgbClr val="00B0F0"/>
              </a:solidFill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7877C9-E667-2FEE-ED2F-ADFAF001580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5C19A44-A458-E003-414D-A4D5879FA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5" y="671513"/>
            <a:ext cx="2481703" cy="248170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FA61225-A823-BB2F-2C73-071F3C017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783486"/>
            <a:ext cx="4479715" cy="407654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CAEDB26-1CD3-ABBC-9A9D-52DAC91FB4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066" y="1568014"/>
            <a:ext cx="2367443" cy="1745144"/>
          </a:xfrm>
          <a:prstGeom prst="rect">
            <a:avLst/>
          </a:prstGeom>
        </p:spPr>
      </p:pic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79A23A67-6CD0-79E5-E958-2E7777C100F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90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4103 0.68264 L -1.28205E-6 -3.7037E-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51" y="-3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7BBFD-18A8-C86B-1F31-60DBD4E17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C4DF212-C4FF-2CB6-FB89-9B7D50A14F9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316548"/>
            <a:ext cx="9906000" cy="2233868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/>
              <a:t>紙飛行機を飛ばして，</a:t>
            </a:r>
            <a:r>
              <a:rPr lang="ja-JP" altLang="en-US" dirty="0">
                <a:solidFill>
                  <a:schemeClr val="accent6"/>
                </a:solidFill>
              </a:rPr>
              <a:t>途中で妨害</a:t>
            </a:r>
            <a:r>
              <a:rPr lang="ja-JP" altLang="en-US" dirty="0"/>
              <a:t>したらどうなる？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2B78104-C695-1FBE-C0F8-5997EF4B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思考実験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2FE11F47-3AD8-4219-1443-750B6FD710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https://forms.office.com/r/ZULjNPdwTx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CEDAC18-7E25-9B1C-7F1B-DD02C59FEC8A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飛んでいる紙飛行機に力を加えると，</a:t>
            </a:r>
            <a:endParaRPr kumimoji="1" lang="en-US" altLang="ja-JP" sz="3200" dirty="0"/>
          </a:p>
          <a:p>
            <a:r>
              <a:rPr kumimoji="1" lang="ja-JP" altLang="en-US" sz="3200" dirty="0">
                <a:solidFill>
                  <a:schemeClr val="accent6"/>
                </a:solidFill>
              </a:rPr>
              <a:t>何が変わるのか</a:t>
            </a:r>
            <a:r>
              <a:rPr kumimoji="1" lang="ja-JP" altLang="en-US" sz="3200" dirty="0"/>
              <a:t>まで考えられるとなお良い．</a:t>
            </a:r>
          </a:p>
        </p:txBody>
      </p:sp>
      <p:sp>
        <p:nvSpPr>
          <p:cNvPr id="12" name="正方形/長方形 11" descr="白い背景">
            <a:extLst>
              <a:ext uri="{FF2B5EF4-FFF2-40B4-BE49-F238E27FC236}">
                <a16:creationId xmlns:a16="http://schemas.microsoft.com/office/drawing/2014/main" id="{7F65438A-09C8-6492-8D0F-91DA5420AC49}"/>
              </a:ext>
            </a:extLst>
          </p:cNvPr>
          <p:cNvSpPr/>
          <p:nvPr/>
        </p:nvSpPr>
        <p:spPr>
          <a:xfrm>
            <a:off x="0" y="4550416"/>
            <a:ext cx="9906000" cy="193981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2AE4280C-025B-A2AA-227D-0FB86038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383" y="3429001"/>
            <a:ext cx="3061232" cy="3061232"/>
          </a:xfrm>
          <a:prstGeom prst="rect">
            <a:avLst/>
          </a:prstGeom>
        </p:spPr>
      </p:pic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78966ECA-A1A9-BA20-99ED-4532EF61F51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67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-2.96296E-6 L -4.61538E-6 -0.1645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915263-5D81-E59C-EF88-BFAB6D2F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15DF8CD-1980-ECCC-DCB4-892474F3D0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2316548"/>
            <a:ext cx="9906000" cy="2233868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dirty="0"/>
              <a:t>紙飛行機を飛ばして，</a:t>
            </a:r>
            <a:r>
              <a:rPr lang="ja-JP" altLang="en-US" dirty="0">
                <a:solidFill>
                  <a:schemeClr val="accent6"/>
                </a:solidFill>
              </a:rPr>
              <a:t>途中で妨害</a:t>
            </a:r>
            <a:r>
              <a:rPr lang="ja-JP" altLang="en-US" dirty="0"/>
              <a:t>したらどうなる？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0B8C81-3577-AD5F-0DB4-95ED9294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思考実験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E25837CD-9D80-8CBE-F214-4C8BA369B0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https://forms.office.com/r/ZULjNPdwTx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B78B1C-171E-C7C8-876A-C90A0B6F60DF}"/>
              </a:ext>
            </a:extLst>
          </p:cNvPr>
          <p:cNvSpPr/>
          <p:nvPr/>
        </p:nvSpPr>
        <p:spPr>
          <a:xfrm>
            <a:off x="731222" y="4866512"/>
            <a:ext cx="8443555" cy="108840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/>
              <a:t>飛んでいる紙飛行機に力を加えると，</a:t>
            </a:r>
            <a:endParaRPr kumimoji="1" lang="en-US" altLang="ja-JP" sz="3200" dirty="0"/>
          </a:p>
          <a:p>
            <a:r>
              <a:rPr kumimoji="1" lang="ja-JP" altLang="en-US" sz="3200" dirty="0">
                <a:solidFill>
                  <a:schemeClr val="accent6"/>
                </a:solidFill>
              </a:rPr>
              <a:t>何が変わるのか</a:t>
            </a:r>
            <a:r>
              <a:rPr kumimoji="1" lang="ja-JP" altLang="en-US" sz="3200" dirty="0"/>
              <a:t>まで考えられるとなお良い．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B782763E-1310-50E9-C0E3-D17E6505A20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380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アドイン 7" title="Forms">
                <a:extLst>
                  <a:ext uri="{FF2B5EF4-FFF2-40B4-BE49-F238E27FC236}">
                    <a16:creationId xmlns:a16="http://schemas.microsoft.com/office/drawing/2014/main" id="{EF5B0CEF-BAA7-E373-D369-311E7187C3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030660"/>
                  </p:ext>
                </p:extLst>
              </p:nvPr>
            </p:nvGraphicFramePr>
            <p:xfrm>
              <a:off x="0" y="719689"/>
              <a:ext cx="9906000" cy="613831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8" name="アドイン 7" title="Forms">
                <a:extLst>
                  <a:ext uri="{FF2B5EF4-FFF2-40B4-BE49-F238E27FC236}">
                    <a16:creationId xmlns:a16="http://schemas.microsoft.com/office/drawing/2014/main" id="{EF5B0CEF-BAA7-E373-D369-311E7187C3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19689"/>
                <a:ext cx="9906000" cy="613831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タイトル 2">
            <a:extLst>
              <a:ext uri="{FF2B5EF4-FFF2-40B4-BE49-F238E27FC236}">
                <a16:creationId xmlns:a16="http://schemas.microsoft.com/office/drawing/2014/main" id="{7DA9A643-308B-A195-E1ED-C948C6E7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rgbClr val="00B0F0"/>
                </a:solidFill>
              </a:rPr>
              <a:t>思考実験</a:t>
            </a:r>
            <a:r>
              <a:rPr kumimoji="1" lang="en-US" altLang="ja-JP" dirty="0">
                <a:solidFill>
                  <a:srgbClr val="00B0F0"/>
                </a:solidFill>
              </a:rPr>
              <a:t>2</a:t>
            </a:r>
            <a:endParaRPr kumimoji="1" lang="ja-JP" altLang="en-US" dirty="0">
              <a:solidFill>
                <a:srgbClr val="00B0F0"/>
              </a:solidFill>
            </a:endParaRP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17FDC38A-E89E-581A-1BF6-CFE1A0C708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70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46EF-3B22-8124-54E7-336B626E3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EAE87-0255-5888-8995-BA1E706A03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8800" dirty="0"/>
              <a:t>力は</a:t>
            </a:r>
            <a:r>
              <a:rPr lang="ja-JP" altLang="en-US" sz="8800" dirty="0">
                <a:solidFill>
                  <a:schemeClr val="accent6"/>
                </a:solidFill>
              </a:rPr>
              <a:t>物体の動き</a:t>
            </a:r>
            <a:r>
              <a:rPr lang="ja-JP" altLang="en-US" sz="8800" dirty="0"/>
              <a:t>を</a:t>
            </a:r>
            <a:endParaRPr lang="en-US" altLang="ja-JP" sz="8800" dirty="0"/>
          </a:p>
          <a:p>
            <a:pPr marL="0" indent="0" algn="ctr">
              <a:buNone/>
            </a:pPr>
            <a:r>
              <a:rPr lang="ja-JP" altLang="en-US" sz="8800" dirty="0"/>
              <a:t>変える！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B2962F8-FECE-1EF4-8325-1C3D81ED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</a:t>
            </a:r>
            <a:r>
              <a:rPr kumimoji="1" lang="ja-JP" altLang="en-US" dirty="0"/>
              <a:t>の性質 </a:t>
            </a:r>
            <a:r>
              <a:rPr kumimoji="1" lang="en-US" altLang="ja-JP" dirty="0"/>
              <a:t>No. 2</a:t>
            </a:r>
            <a:endParaRPr kumimoji="1" lang="ja-JP" altLang="en-US" dirty="0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58DF1D07-81BC-66BF-D5C7-E6A07ABA144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39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DDE1A3-AF45-5989-5CCB-AA4D1DE4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645DC7-360D-DE75-C296-35C7CAC568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8800" dirty="0"/>
              <a:t>力は</a:t>
            </a:r>
            <a:r>
              <a:rPr lang="ja-JP" altLang="en-US" sz="8800" dirty="0">
                <a:solidFill>
                  <a:schemeClr val="accent6"/>
                </a:solidFill>
              </a:rPr>
              <a:t>物体の動き</a:t>
            </a:r>
            <a:r>
              <a:rPr lang="ja-JP" altLang="en-US" sz="8800" dirty="0"/>
              <a:t>を</a:t>
            </a:r>
            <a:endParaRPr lang="en-US" altLang="ja-JP" sz="8800" dirty="0"/>
          </a:p>
          <a:p>
            <a:pPr marL="0" indent="0" algn="ctr">
              <a:buNone/>
            </a:pPr>
            <a:r>
              <a:rPr lang="ja-JP" altLang="en-US" sz="8800" dirty="0"/>
              <a:t>変える！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58D972A-5D30-439B-4495-D8045B6B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力</a:t>
            </a:r>
            <a:r>
              <a:rPr kumimoji="1" lang="ja-JP" altLang="en-US" dirty="0"/>
              <a:t>の性質 </a:t>
            </a:r>
            <a:r>
              <a:rPr kumimoji="1" lang="en-US" altLang="ja-JP" dirty="0"/>
              <a:t>No. 2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5A6AC60-93D8-141F-0C0E-1DCC9A222305}"/>
              </a:ext>
            </a:extLst>
          </p:cNvPr>
          <p:cNvSpPr/>
          <p:nvPr/>
        </p:nvSpPr>
        <p:spPr>
          <a:xfrm>
            <a:off x="2730772" y="2379209"/>
            <a:ext cx="5552617" cy="13101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E7A4A89B-29E5-7749-64B0-2078F85A653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58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2A73-35FB-A30C-BFCC-828A3782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0DEDE35-7306-001A-E5F0-324EA1CB14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accent6"/>
                </a:solidFill>
              </a:rPr>
              <a:t>物体がそのままの状態を保とう</a:t>
            </a:r>
            <a:r>
              <a:rPr lang="ja-JP" altLang="en-US" dirty="0"/>
              <a:t>とする性質を</a:t>
            </a:r>
            <a:r>
              <a:rPr lang="ja-JP" altLang="en-US" dirty="0">
                <a:solidFill>
                  <a:schemeClr val="accent6"/>
                </a:solidFill>
              </a:rPr>
              <a:t>慣性</a:t>
            </a:r>
            <a:r>
              <a:rPr lang="ja-JP" altLang="en-US" dirty="0"/>
              <a:t>という．</a:t>
            </a:r>
            <a:endParaRPr lang="en-US" altLang="ja-JP" dirty="0"/>
          </a:p>
          <a:p>
            <a:pPr marL="696551" indent="-696551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dirty="0"/>
              <a:t>この慣性に関する法則を</a:t>
            </a:r>
            <a:r>
              <a:rPr lang="ja-JP" altLang="en-US" dirty="0">
                <a:solidFill>
                  <a:schemeClr val="accent6"/>
                </a:solidFill>
              </a:rPr>
              <a:t>慣性の法則</a:t>
            </a:r>
            <a:r>
              <a:rPr lang="ja-JP" altLang="en-US" dirty="0"/>
              <a:t>という．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52DDCF7-3531-8A0C-92C2-ACAA4DDE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物体はナマケモノ？</a:t>
            </a:r>
            <a:endParaRPr kumimoji="1" lang="ja-JP" altLang="en-US" dirty="0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F0C25874-C8C3-7181-8F13-FF8F4B4D6D2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4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D4B267-9073-69B4-AA68-425EB896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A3A3B8F-A062-BD1B-3327-DA231902EA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96551" indent="-696551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accent6"/>
                </a:solidFill>
              </a:rPr>
              <a:t>物体がそのままの状態を保とう</a:t>
            </a:r>
            <a:r>
              <a:rPr lang="ja-JP" altLang="en-US" dirty="0"/>
              <a:t>とする性質を</a:t>
            </a:r>
            <a:r>
              <a:rPr lang="ja-JP" altLang="en-US" dirty="0">
                <a:solidFill>
                  <a:schemeClr val="accent6"/>
                </a:solidFill>
              </a:rPr>
              <a:t>慣性</a:t>
            </a:r>
            <a:r>
              <a:rPr lang="ja-JP" altLang="en-US" dirty="0"/>
              <a:t>という．</a:t>
            </a:r>
            <a:endParaRPr lang="en-US" altLang="ja-JP" dirty="0"/>
          </a:p>
          <a:p>
            <a:pPr marL="696551" indent="-696551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dirty="0"/>
              <a:t>この慣性に関する法則を</a:t>
            </a:r>
            <a:r>
              <a:rPr lang="ja-JP" altLang="en-US" dirty="0">
                <a:solidFill>
                  <a:schemeClr val="accent6"/>
                </a:solidFill>
              </a:rPr>
              <a:t>慣性の法則</a:t>
            </a:r>
            <a:r>
              <a:rPr lang="ja-JP" altLang="en-US" dirty="0"/>
              <a:t>という．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FF62CC6-26F6-DFE2-1047-960A7DA9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物体はナマケモノ？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4399BE-C099-47E2-E0C6-3E44D43B4EF1}"/>
              </a:ext>
            </a:extLst>
          </p:cNvPr>
          <p:cNvSpPr/>
          <p:nvPr/>
        </p:nvSpPr>
        <p:spPr>
          <a:xfrm>
            <a:off x="736600" y="1545053"/>
            <a:ext cx="9042399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4F54FB-76DF-5637-7E1D-A5379B6DD3DF}"/>
              </a:ext>
            </a:extLst>
          </p:cNvPr>
          <p:cNvSpPr/>
          <p:nvPr/>
        </p:nvSpPr>
        <p:spPr>
          <a:xfrm>
            <a:off x="736600" y="2783744"/>
            <a:ext cx="800100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A6816E9-B01A-27C8-82ED-63283710C82F}"/>
              </a:ext>
            </a:extLst>
          </p:cNvPr>
          <p:cNvSpPr/>
          <p:nvPr/>
        </p:nvSpPr>
        <p:spPr>
          <a:xfrm>
            <a:off x="5565775" y="2783744"/>
            <a:ext cx="1444625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E44C8AE-B0B9-B80E-E532-F17A6636E2AA}"/>
              </a:ext>
            </a:extLst>
          </p:cNvPr>
          <p:cNvSpPr/>
          <p:nvPr/>
        </p:nvSpPr>
        <p:spPr>
          <a:xfrm>
            <a:off x="8334374" y="4208047"/>
            <a:ext cx="1444625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2F7985D-2BC4-D24A-4C67-9790B9DB585D}"/>
              </a:ext>
            </a:extLst>
          </p:cNvPr>
          <p:cNvSpPr/>
          <p:nvPr/>
        </p:nvSpPr>
        <p:spPr>
          <a:xfrm>
            <a:off x="736600" y="5376447"/>
            <a:ext cx="2133600" cy="1028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8D1E005E-9199-6D9E-A0CD-C0FABD9787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105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EC187EF-188B-58FC-2BEF-2338F6E6E74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だるま落とし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3DC65EB-3ECA-A97D-1445-CAA2D606029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https://illust8.com/contents/2734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B05FC58-65F8-DA90-078D-7EC9D50BA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24" y="719689"/>
            <a:ext cx="6133384" cy="5994400"/>
          </a:xfrm>
          <a:prstGeom prst="rect">
            <a:avLst/>
          </a:prstGeom>
        </p:spPr>
      </p:pic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6E3235F7-68F5-A051-726A-181BF4B4179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807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D6D6D6-23A8-6767-54D0-40A4F82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テーブルクロス引き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A23C5AC-7EB5-8184-1453-1297F732AC5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960A7B-1FA1-1525-4C55-5C2F4EDB5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005543"/>
            <a:ext cx="5257800" cy="5257800"/>
          </a:xfrm>
          <a:prstGeom prst="rect">
            <a:avLst/>
          </a:prstGeom>
        </p:spPr>
      </p:pic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1E8968C0-0FF4-BE8E-7FB9-7D65D812948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71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9A91C6C-3822-F239-B438-B3417736428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kumimoji="1" lang="ja-JP" altLang="en-US" sz="4400" dirty="0"/>
              <a:t>自然界に見られる現象の法則性を</a:t>
            </a:r>
            <a:r>
              <a:rPr kumimoji="1" lang="ja-JP" altLang="en-US" sz="4400" dirty="0">
                <a:solidFill>
                  <a:schemeClr val="accent6"/>
                </a:solidFill>
              </a:rPr>
              <a:t>実験</a:t>
            </a:r>
            <a:r>
              <a:rPr kumimoji="1" lang="ja-JP" altLang="en-US" sz="4400" dirty="0"/>
              <a:t>または</a:t>
            </a:r>
            <a:r>
              <a:rPr kumimoji="1" lang="ja-JP" altLang="en-US" sz="4400" dirty="0">
                <a:solidFill>
                  <a:schemeClr val="accent6"/>
                </a:solidFill>
              </a:rPr>
              <a:t>観測</a:t>
            </a:r>
            <a:r>
              <a:rPr kumimoji="1" lang="ja-JP" altLang="en-US" sz="4400" dirty="0"/>
              <a:t>で見出し，</a:t>
            </a:r>
            <a:r>
              <a:rPr kumimoji="1" lang="ja-JP" altLang="en-US" sz="4400" dirty="0">
                <a:solidFill>
                  <a:schemeClr val="accent6"/>
                </a:solidFill>
              </a:rPr>
              <a:t>数学</a:t>
            </a:r>
            <a:r>
              <a:rPr kumimoji="1" lang="ja-JP" altLang="en-US" sz="4400" dirty="0"/>
              <a:t>を用いて記述する．</a:t>
            </a:r>
            <a:endParaRPr kumimoji="1" lang="en-US" altLang="ja-JP" sz="4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kumimoji="1" lang="ja-JP" altLang="en-US" sz="4400" dirty="0"/>
              <a:t>すなわち，</a:t>
            </a:r>
            <a:r>
              <a:rPr kumimoji="1" lang="ja-JP" altLang="en-US" sz="4400" u="sng" dirty="0">
                <a:solidFill>
                  <a:schemeClr val="accent6"/>
                </a:solidFill>
              </a:rPr>
              <a:t>経験則</a:t>
            </a:r>
            <a:r>
              <a:rPr kumimoji="1" lang="ja-JP" altLang="en-US" sz="4400" dirty="0"/>
              <a:t>である．</a:t>
            </a:r>
            <a:endParaRPr kumimoji="1" lang="en-US" altLang="ja-JP" sz="4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400" dirty="0"/>
              <a:t>法則性の正しさは，</a:t>
            </a:r>
            <a:r>
              <a:rPr lang="ja-JP" altLang="en-US" sz="4400" dirty="0">
                <a:solidFill>
                  <a:schemeClr val="accent6"/>
                </a:solidFill>
              </a:rPr>
              <a:t>測定の「不確かさ」の範囲</a:t>
            </a:r>
            <a:r>
              <a:rPr lang="ja-JP" altLang="en-US" sz="4400" dirty="0"/>
              <a:t>で検証される．</a:t>
            </a:r>
            <a:endParaRPr lang="en-US" altLang="ja-JP" sz="4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kumimoji="1" lang="ja-JP" altLang="en-US" sz="4400" dirty="0"/>
              <a:t>そのため，</a:t>
            </a:r>
            <a:r>
              <a:rPr kumimoji="1" lang="ja-JP" altLang="en-US" sz="4400" u="sng" dirty="0">
                <a:solidFill>
                  <a:schemeClr val="accent6"/>
                </a:solidFill>
              </a:rPr>
              <a:t>証明はされない</a:t>
            </a:r>
            <a:r>
              <a:rPr kumimoji="1" lang="ja-JP" altLang="en-US" sz="4400" dirty="0"/>
              <a:t>．</a:t>
            </a:r>
            <a:endParaRPr kumimoji="1" lang="en-US" altLang="ja-JP" sz="44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6D6F5A-572D-8895-4FD0-241BA12F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法則とは？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83A2301D-1B0A-A5DF-0F54-2D4AA265525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84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40151E-8799-06E3-B098-1FEAECD4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4FE77FF-0708-C360-886B-DE0FF7C8E8F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kumimoji="1" lang="ja-JP" altLang="en-US" sz="4400" dirty="0"/>
              <a:t>自然界に見られる現象の法則性を</a:t>
            </a:r>
            <a:r>
              <a:rPr kumimoji="1" lang="ja-JP" altLang="en-US" sz="4400" dirty="0">
                <a:solidFill>
                  <a:schemeClr val="accent6"/>
                </a:solidFill>
              </a:rPr>
              <a:t>実験</a:t>
            </a:r>
            <a:r>
              <a:rPr kumimoji="1" lang="ja-JP" altLang="en-US" sz="4400" dirty="0"/>
              <a:t>または</a:t>
            </a:r>
            <a:r>
              <a:rPr kumimoji="1" lang="ja-JP" altLang="en-US" sz="4400" dirty="0">
                <a:solidFill>
                  <a:schemeClr val="accent6"/>
                </a:solidFill>
              </a:rPr>
              <a:t>観測</a:t>
            </a:r>
            <a:r>
              <a:rPr kumimoji="1" lang="ja-JP" altLang="en-US" sz="4400" dirty="0"/>
              <a:t>で見出し，</a:t>
            </a:r>
            <a:r>
              <a:rPr kumimoji="1" lang="ja-JP" altLang="en-US" sz="4400" dirty="0">
                <a:solidFill>
                  <a:schemeClr val="accent6"/>
                </a:solidFill>
              </a:rPr>
              <a:t>数学</a:t>
            </a:r>
            <a:r>
              <a:rPr kumimoji="1" lang="ja-JP" altLang="en-US" sz="4400" dirty="0"/>
              <a:t>を用いて記述する．</a:t>
            </a:r>
            <a:endParaRPr kumimoji="1" lang="en-US" altLang="ja-JP" sz="4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kumimoji="1" lang="ja-JP" altLang="en-US" sz="4400" dirty="0"/>
              <a:t>すなわち，</a:t>
            </a:r>
            <a:r>
              <a:rPr kumimoji="1" lang="ja-JP" altLang="en-US" sz="4400" u="sng" dirty="0">
                <a:solidFill>
                  <a:schemeClr val="accent6"/>
                </a:solidFill>
              </a:rPr>
              <a:t>経験則</a:t>
            </a:r>
            <a:r>
              <a:rPr kumimoji="1" lang="ja-JP" altLang="en-US" sz="4400" dirty="0"/>
              <a:t>である．</a:t>
            </a:r>
            <a:endParaRPr kumimoji="1" lang="en-US" altLang="ja-JP" sz="4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400" dirty="0"/>
              <a:t>法則性の正しさは，</a:t>
            </a:r>
            <a:r>
              <a:rPr lang="ja-JP" altLang="en-US" sz="4400" dirty="0">
                <a:solidFill>
                  <a:schemeClr val="accent6"/>
                </a:solidFill>
              </a:rPr>
              <a:t>測定の「不確かさ」の範囲</a:t>
            </a:r>
            <a:r>
              <a:rPr lang="ja-JP" altLang="en-US" sz="4400" dirty="0"/>
              <a:t>で検証される．</a:t>
            </a:r>
            <a:endParaRPr lang="en-US" altLang="ja-JP" sz="4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kumimoji="1" lang="ja-JP" altLang="en-US" sz="4400" dirty="0"/>
              <a:t>そのため，</a:t>
            </a:r>
            <a:r>
              <a:rPr kumimoji="1" lang="ja-JP" altLang="en-US" sz="4400" u="sng" dirty="0">
                <a:solidFill>
                  <a:schemeClr val="accent6"/>
                </a:solidFill>
              </a:rPr>
              <a:t>証明はされない</a:t>
            </a:r>
            <a:r>
              <a:rPr kumimoji="1" lang="ja-JP" altLang="en-US" sz="4400" dirty="0"/>
              <a:t>．</a:t>
            </a:r>
            <a:endParaRPr kumimoji="1" lang="en-US" altLang="ja-JP" sz="44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9E9E77D-CB19-6BF0-C0C0-3E521D5F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法則とは？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41443C-B390-F8B7-78E5-1FB6D8BA8E86}"/>
              </a:ext>
            </a:extLst>
          </p:cNvPr>
          <p:cNvSpPr/>
          <p:nvPr/>
        </p:nvSpPr>
        <p:spPr>
          <a:xfrm>
            <a:off x="9153219" y="1266825"/>
            <a:ext cx="714375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840764C-B938-E6C3-68F5-2FF625ECDDAA}"/>
              </a:ext>
            </a:extLst>
          </p:cNvPr>
          <p:cNvSpPr/>
          <p:nvPr/>
        </p:nvSpPr>
        <p:spPr>
          <a:xfrm>
            <a:off x="656919" y="1914525"/>
            <a:ext cx="714375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6FCB9E9-FE3F-BEE4-AF54-3FBDC2C14CCF}"/>
              </a:ext>
            </a:extLst>
          </p:cNvPr>
          <p:cNvSpPr/>
          <p:nvPr/>
        </p:nvSpPr>
        <p:spPr>
          <a:xfrm>
            <a:off x="3019119" y="1914525"/>
            <a:ext cx="1114731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6782F4-6807-7C71-3710-AF7FA4B9A810}"/>
              </a:ext>
            </a:extLst>
          </p:cNvPr>
          <p:cNvSpPr/>
          <p:nvPr/>
        </p:nvSpPr>
        <p:spPr>
          <a:xfrm>
            <a:off x="6753226" y="1914525"/>
            <a:ext cx="1257300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AE2BEDF-CF66-A83F-31CD-EB2F38527DD3}"/>
              </a:ext>
            </a:extLst>
          </p:cNvPr>
          <p:cNvSpPr/>
          <p:nvPr/>
        </p:nvSpPr>
        <p:spPr>
          <a:xfrm>
            <a:off x="3372157" y="3429000"/>
            <a:ext cx="1876117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3696F76-E232-8A2B-3EF2-BE15E03BDE3F}"/>
              </a:ext>
            </a:extLst>
          </p:cNvPr>
          <p:cNvSpPr/>
          <p:nvPr/>
        </p:nvSpPr>
        <p:spPr>
          <a:xfrm>
            <a:off x="5620363" y="4162425"/>
            <a:ext cx="4247231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CA3A636-51C9-AE19-A162-6D66E28E9AFF}"/>
              </a:ext>
            </a:extLst>
          </p:cNvPr>
          <p:cNvSpPr/>
          <p:nvPr/>
        </p:nvSpPr>
        <p:spPr>
          <a:xfrm>
            <a:off x="656920" y="4929444"/>
            <a:ext cx="2914956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BEF5AC-46B0-87FC-B4EC-2C7FDA0F89E4}"/>
              </a:ext>
            </a:extLst>
          </p:cNvPr>
          <p:cNvSpPr/>
          <p:nvPr/>
        </p:nvSpPr>
        <p:spPr>
          <a:xfrm>
            <a:off x="3571876" y="5730401"/>
            <a:ext cx="3971924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F373A45D-EC57-C35A-303E-D40C57312CD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648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C8D1B97-1D2C-3082-5381-89A6E42A373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4400" dirty="0">
                <a:solidFill>
                  <a:schemeClr val="accent6"/>
                </a:solidFill>
              </a:rPr>
              <a:t>外から力が加わらない</a:t>
            </a:r>
            <a:r>
              <a:rPr kumimoji="1" lang="ja-JP" altLang="en-US" sz="4400" dirty="0"/>
              <a:t>とき，ある物体に速度を与えると</a:t>
            </a:r>
            <a:r>
              <a:rPr kumimoji="1" lang="ja-JP" altLang="en-US" sz="4400" dirty="0">
                <a:solidFill>
                  <a:schemeClr val="accent6"/>
                </a:solidFill>
              </a:rPr>
              <a:t>常に</a:t>
            </a:r>
            <a:r>
              <a:rPr lang="ja-JP" altLang="en-US" sz="4400" dirty="0">
                <a:solidFill>
                  <a:schemeClr val="accent6"/>
                </a:solidFill>
              </a:rPr>
              <a:t>等しい</a:t>
            </a:r>
            <a:r>
              <a:rPr kumimoji="1" lang="ja-JP" altLang="en-US" sz="4400" dirty="0">
                <a:solidFill>
                  <a:schemeClr val="accent6"/>
                </a:solidFill>
              </a:rPr>
              <a:t>速度で運動</a:t>
            </a:r>
            <a:r>
              <a:rPr kumimoji="1" lang="ja-JP" altLang="en-US" sz="4400" dirty="0"/>
              <a:t>する．</a:t>
            </a:r>
            <a:endParaRPr kumimoji="1" lang="en-US" altLang="ja-JP" sz="4400" dirty="0"/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4400" dirty="0"/>
              <a:t>この運動を</a:t>
            </a:r>
            <a:r>
              <a:rPr lang="ja-JP" altLang="en-US" sz="4400" dirty="0">
                <a:solidFill>
                  <a:schemeClr val="accent6"/>
                </a:solidFill>
              </a:rPr>
              <a:t>等速直線運動</a:t>
            </a:r>
            <a:r>
              <a:rPr lang="ja-JP" altLang="en-US" sz="4400" dirty="0"/>
              <a:t>という．</a:t>
            </a:r>
            <a:endParaRPr lang="en-US" altLang="ja-JP" sz="4400" dirty="0"/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4400" dirty="0">
                <a:solidFill>
                  <a:schemeClr val="accent6"/>
                </a:solidFill>
              </a:rPr>
              <a:t>慣性の法則</a:t>
            </a:r>
            <a:r>
              <a:rPr lang="ja-JP" altLang="en-US" sz="4400" dirty="0"/>
              <a:t>から導かれる．</a:t>
            </a:r>
            <a:endParaRPr lang="en-US" altLang="ja-JP" sz="4400" dirty="0"/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4400" dirty="0">
                <a:solidFill>
                  <a:schemeClr val="accent6"/>
                </a:solidFill>
              </a:rPr>
              <a:t>記録タイマー</a:t>
            </a:r>
            <a:r>
              <a:rPr lang="ja-JP" altLang="en-US" sz="4400" dirty="0"/>
              <a:t>を用いることで，</a:t>
            </a:r>
            <a:r>
              <a:rPr lang="ja-JP" altLang="en-US" sz="4400" dirty="0">
                <a:solidFill>
                  <a:schemeClr val="accent6"/>
                </a:solidFill>
              </a:rPr>
              <a:t>速さが一定</a:t>
            </a:r>
            <a:r>
              <a:rPr lang="ja-JP" altLang="en-US" sz="4400" dirty="0"/>
              <a:t>であると視覚的に分かる．</a:t>
            </a:r>
            <a:endParaRPr lang="en-US" altLang="ja-JP" sz="44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C499476-6D25-7DC8-0663-EA748AD1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等速直線運動</a:t>
            </a:r>
          </a:p>
        </p:txBody>
      </p:sp>
      <p:sp>
        <p:nvSpPr>
          <p:cNvPr id="4" name="スライド番号プレースホルダー 7">
            <a:extLst>
              <a:ext uri="{FF2B5EF4-FFF2-40B4-BE49-F238E27FC236}">
                <a16:creationId xmlns:a16="http://schemas.microsoft.com/office/drawing/2014/main" id="{17D6BBF5-1017-0FB1-51C7-3135D355372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81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A0FF94-5B7D-78A2-FAD0-A30701B3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23090C6-8DE6-F748-DBC3-F17625743C6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4400" dirty="0">
                <a:solidFill>
                  <a:schemeClr val="accent6"/>
                </a:solidFill>
              </a:rPr>
              <a:t>外から力が加わらない</a:t>
            </a:r>
            <a:r>
              <a:rPr kumimoji="1" lang="ja-JP" altLang="en-US" sz="4400" dirty="0"/>
              <a:t>とき，ある物体に速度を与えると</a:t>
            </a:r>
            <a:r>
              <a:rPr kumimoji="1" lang="ja-JP" altLang="en-US" sz="4400" dirty="0">
                <a:solidFill>
                  <a:schemeClr val="accent6"/>
                </a:solidFill>
              </a:rPr>
              <a:t>常に</a:t>
            </a:r>
            <a:r>
              <a:rPr lang="ja-JP" altLang="en-US" sz="4400" dirty="0">
                <a:solidFill>
                  <a:schemeClr val="accent6"/>
                </a:solidFill>
              </a:rPr>
              <a:t>等しい</a:t>
            </a:r>
            <a:r>
              <a:rPr kumimoji="1" lang="ja-JP" altLang="en-US" sz="4400" dirty="0">
                <a:solidFill>
                  <a:schemeClr val="accent6"/>
                </a:solidFill>
              </a:rPr>
              <a:t>速度で運動</a:t>
            </a:r>
            <a:r>
              <a:rPr kumimoji="1" lang="ja-JP" altLang="en-US" sz="4400" dirty="0"/>
              <a:t>する．</a:t>
            </a:r>
            <a:endParaRPr kumimoji="1" lang="en-US" altLang="ja-JP" sz="4400" dirty="0"/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4400" dirty="0"/>
              <a:t>この運動を</a:t>
            </a:r>
            <a:r>
              <a:rPr lang="ja-JP" altLang="en-US" sz="4400" dirty="0">
                <a:solidFill>
                  <a:schemeClr val="accent6"/>
                </a:solidFill>
              </a:rPr>
              <a:t>等速直線運動</a:t>
            </a:r>
            <a:r>
              <a:rPr lang="ja-JP" altLang="en-US" sz="4400" dirty="0"/>
              <a:t>という．</a:t>
            </a:r>
            <a:endParaRPr lang="en-US" altLang="ja-JP" sz="4400" dirty="0"/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4400" dirty="0">
                <a:solidFill>
                  <a:schemeClr val="accent6"/>
                </a:solidFill>
              </a:rPr>
              <a:t>慣性の法則</a:t>
            </a:r>
            <a:r>
              <a:rPr lang="ja-JP" altLang="en-US" sz="4400" dirty="0"/>
              <a:t>から導かれる．</a:t>
            </a:r>
            <a:endParaRPr lang="en-US" altLang="ja-JP" sz="4400" dirty="0"/>
          </a:p>
          <a:p>
            <a:pPr marL="685800" indent="-685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4400" dirty="0">
                <a:solidFill>
                  <a:schemeClr val="accent6"/>
                </a:solidFill>
              </a:rPr>
              <a:t>記録タイマー</a:t>
            </a:r>
            <a:r>
              <a:rPr lang="ja-JP" altLang="en-US" sz="4400" dirty="0"/>
              <a:t>を用いることで，</a:t>
            </a:r>
            <a:r>
              <a:rPr lang="ja-JP" altLang="en-US" sz="4400" dirty="0">
                <a:solidFill>
                  <a:schemeClr val="accent6"/>
                </a:solidFill>
              </a:rPr>
              <a:t>速度が一定</a:t>
            </a:r>
            <a:r>
              <a:rPr lang="ja-JP" altLang="en-US" sz="4400" dirty="0"/>
              <a:t>であると視覚的に分かる．</a:t>
            </a:r>
            <a:endParaRPr lang="en-US" altLang="ja-JP" sz="44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01AECDF-3BF0-C9CE-C738-5426BA34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等速直線運動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521ADC-AA14-E3FD-23EA-B694EF81EF91}"/>
              </a:ext>
            </a:extLst>
          </p:cNvPr>
          <p:cNvSpPr/>
          <p:nvPr/>
        </p:nvSpPr>
        <p:spPr>
          <a:xfrm>
            <a:off x="647698" y="1233231"/>
            <a:ext cx="5743577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933EAB-F3E6-5F11-AC33-F3BEA9D98731}"/>
              </a:ext>
            </a:extLst>
          </p:cNvPr>
          <p:cNvSpPr/>
          <p:nvPr/>
        </p:nvSpPr>
        <p:spPr>
          <a:xfrm>
            <a:off x="5819773" y="2009775"/>
            <a:ext cx="3990977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B8BBF45-AB47-25DA-D829-32378F707B57}"/>
              </a:ext>
            </a:extLst>
          </p:cNvPr>
          <p:cNvSpPr/>
          <p:nvPr/>
        </p:nvSpPr>
        <p:spPr>
          <a:xfrm>
            <a:off x="647698" y="2638425"/>
            <a:ext cx="1817596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1B0AADE-2221-7339-FB53-ADA8ED1FAFFA}"/>
              </a:ext>
            </a:extLst>
          </p:cNvPr>
          <p:cNvSpPr/>
          <p:nvPr/>
        </p:nvSpPr>
        <p:spPr>
          <a:xfrm>
            <a:off x="3538536" y="3371850"/>
            <a:ext cx="3433764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72F363E-6FCD-A67C-3E6B-75D5B2F868D7}"/>
              </a:ext>
            </a:extLst>
          </p:cNvPr>
          <p:cNvSpPr/>
          <p:nvPr/>
        </p:nvSpPr>
        <p:spPr>
          <a:xfrm>
            <a:off x="771524" y="4218178"/>
            <a:ext cx="2767012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C062377-0000-A16B-ACA3-2EC2BEDFB7B2}"/>
              </a:ext>
            </a:extLst>
          </p:cNvPr>
          <p:cNvSpPr/>
          <p:nvPr/>
        </p:nvSpPr>
        <p:spPr>
          <a:xfrm>
            <a:off x="771524" y="4995355"/>
            <a:ext cx="3343276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1BD5B08-74A0-C735-A537-3B894086A570}"/>
              </a:ext>
            </a:extLst>
          </p:cNvPr>
          <p:cNvSpPr/>
          <p:nvPr/>
        </p:nvSpPr>
        <p:spPr>
          <a:xfrm>
            <a:off x="771524" y="5769706"/>
            <a:ext cx="1693770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75D4A8-D352-8E8E-646C-57AF40DA532B}"/>
              </a:ext>
            </a:extLst>
          </p:cNvPr>
          <p:cNvSpPr/>
          <p:nvPr/>
        </p:nvSpPr>
        <p:spPr>
          <a:xfrm>
            <a:off x="8400488" y="5036281"/>
            <a:ext cx="1410262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2666C6A3-B8BE-6F82-6434-C91DE2C0896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793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773-BD3C-B223-94F4-27A8726D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770931D6-212C-4C5E-07C0-D17C84740F9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31</a:t>
            </a:fld>
            <a:endParaRPr kumimoji="1" lang="ja-JP" altLang="en-US"/>
          </a:p>
        </p:txBody>
      </p:sp>
      <p:sp>
        <p:nvSpPr>
          <p:cNvPr id="68" name="テキスト プレースホルダー 67">
            <a:extLst>
              <a:ext uri="{FF2B5EF4-FFF2-40B4-BE49-F238E27FC236}">
                <a16:creationId xmlns:a16="http://schemas.microsoft.com/office/drawing/2014/main" id="{F7784233-6B2B-A3F9-1556-D93C0C33304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直流は，＋と－が</a:t>
            </a:r>
            <a:r>
              <a:rPr lang="ja-JP" altLang="en-US" dirty="0">
                <a:solidFill>
                  <a:schemeClr val="accent6"/>
                </a:solidFill>
              </a:rPr>
              <a:t>切り替わらない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dirty="0"/>
              <a:t>多くの電化製品は，直流に変換して利用している．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3A0CBA5-C9D6-1476-1BF8-E8CF70AF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直流電源</a:t>
            </a:r>
            <a:r>
              <a:rPr kumimoji="1" lang="ja-JP" altLang="en-US" dirty="0"/>
              <a:t>は一定である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D447C39-49EC-059B-B64F-84A1296A85C2}"/>
              </a:ext>
            </a:extLst>
          </p:cNvPr>
          <p:cNvCxnSpPr>
            <a:cxnSpLocks/>
          </p:cNvCxnSpPr>
          <p:nvPr/>
        </p:nvCxnSpPr>
        <p:spPr>
          <a:xfrm>
            <a:off x="125417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3C366A9-4D2D-C42E-2286-104042BB9167}"/>
              </a:ext>
            </a:extLst>
          </p:cNvPr>
          <p:cNvCxnSpPr>
            <a:cxnSpLocks/>
          </p:cNvCxnSpPr>
          <p:nvPr/>
        </p:nvCxnSpPr>
        <p:spPr>
          <a:xfrm>
            <a:off x="1501829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572310E6-DD76-4EAA-5876-7BD5E2655B39}"/>
              </a:ext>
            </a:extLst>
          </p:cNvPr>
          <p:cNvSpPr/>
          <p:nvPr/>
        </p:nvSpPr>
        <p:spPr>
          <a:xfrm>
            <a:off x="1287516" y="2638615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127168B-1A9B-0F33-5C1F-A8313FB34970}"/>
              </a:ext>
            </a:extLst>
          </p:cNvPr>
          <p:cNvCxnSpPr>
            <a:cxnSpLocks/>
          </p:cNvCxnSpPr>
          <p:nvPr/>
        </p:nvCxnSpPr>
        <p:spPr>
          <a:xfrm>
            <a:off x="2079857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AA24A77-D677-34CA-7146-FCC38D3DA469}"/>
              </a:ext>
            </a:extLst>
          </p:cNvPr>
          <p:cNvCxnSpPr>
            <a:cxnSpLocks/>
          </p:cNvCxnSpPr>
          <p:nvPr/>
        </p:nvCxnSpPr>
        <p:spPr>
          <a:xfrm>
            <a:off x="232750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42C1FEFD-B821-B798-AF46-1E724C4AD797}"/>
              </a:ext>
            </a:extLst>
          </p:cNvPr>
          <p:cNvSpPr/>
          <p:nvPr/>
        </p:nvSpPr>
        <p:spPr>
          <a:xfrm>
            <a:off x="2113195" y="2638615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E0CC83F-5767-7C4D-B9F6-DC7E919A16F7}"/>
              </a:ext>
            </a:extLst>
          </p:cNvPr>
          <p:cNvCxnSpPr>
            <a:cxnSpLocks/>
          </p:cNvCxnSpPr>
          <p:nvPr/>
        </p:nvCxnSpPr>
        <p:spPr>
          <a:xfrm>
            <a:off x="2905645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C4B83AF-6402-0421-3155-E81CA138C389}"/>
              </a:ext>
            </a:extLst>
          </p:cNvPr>
          <p:cNvCxnSpPr>
            <a:cxnSpLocks/>
          </p:cNvCxnSpPr>
          <p:nvPr/>
        </p:nvCxnSpPr>
        <p:spPr>
          <a:xfrm>
            <a:off x="3153296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72389BAA-1BB0-68B8-936B-8B49ECD987E5}"/>
              </a:ext>
            </a:extLst>
          </p:cNvPr>
          <p:cNvSpPr/>
          <p:nvPr/>
        </p:nvSpPr>
        <p:spPr>
          <a:xfrm>
            <a:off x="2938983" y="263427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D71F753-D108-BE43-5146-8035448DF647}"/>
              </a:ext>
            </a:extLst>
          </p:cNvPr>
          <p:cNvCxnSpPr>
            <a:cxnSpLocks/>
          </p:cNvCxnSpPr>
          <p:nvPr/>
        </p:nvCxnSpPr>
        <p:spPr>
          <a:xfrm>
            <a:off x="3700630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51617E9-914B-4589-0893-BC65F3818951}"/>
              </a:ext>
            </a:extLst>
          </p:cNvPr>
          <p:cNvCxnSpPr>
            <a:cxnSpLocks/>
          </p:cNvCxnSpPr>
          <p:nvPr/>
        </p:nvCxnSpPr>
        <p:spPr>
          <a:xfrm>
            <a:off x="3948281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CC67DF3-CDC8-18F6-95EF-B2A4E9831B78}"/>
              </a:ext>
            </a:extLst>
          </p:cNvPr>
          <p:cNvCxnSpPr>
            <a:cxnSpLocks/>
          </p:cNvCxnSpPr>
          <p:nvPr/>
        </p:nvCxnSpPr>
        <p:spPr>
          <a:xfrm>
            <a:off x="4526309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D69E024-2F97-FECA-8B76-5C353F675BB7}"/>
              </a:ext>
            </a:extLst>
          </p:cNvPr>
          <p:cNvCxnSpPr>
            <a:cxnSpLocks/>
          </p:cNvCxnSpPr>
          <p:nvPr/>
        </p:nvCxnSpPr>
        <p:spPr>
          <a:xfrm>
            <a:off x="4773960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883CD064-3173-8538-0091-21FFB4947910}"/>
              </a:ext>
            </a:extLst>
          </p:cNvPr>
          <p:cNvSpPr/>
          <p:nvPr/>
        </p:nvSpPr>
        <p:spPr>
          <a:xfrm>
            <a:off x="4559646" y="264295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0D18C5E-7422-C9C5-2FDC-A9A603558BF6}"/>
              </a:ext>
            </a:extLst>
          </p:cNvPr>
          <p:cNvCxnSpPr>
            <a:cxnSpLocks/>
          </p:cNvCxnSpPr>
          <p:nvPr/>
        </p:nvCxnSpPr>
        <p:spPr>
          <a:xfrm>
            <a:off x="5340396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328DD55-ADEA-EB32-82DB-6550ADE601B2}"/>
              </a:ext>
            </a:extLst>
          </p:cNvPr>
          <p:cNvCxnSpPr>
            <a:cxnSpLocks/>
          </p:cNvCxnSpPr>
          <p:nvPr/>
        </p:nvCxnSpPr>
        <p:spPr>
          <a:xfrm>
            <a:off x="5588047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楕円 41">
            <a:extLst>
              <a:ext uri="{FF2B5EF4-FFF2-40B4-BE49-F238E27FC236}">
                <a16:creationId xmlns:a16="http://schemas.microsoft.com/office/drawing/2014/main" id="{4E335E63-EAAE-F7A8-C538-0192E5F813EB}"/>
              </a:ext>
            </a:extLst>
          </p:cNvPr>
          <p:cNvSpPr/>
          <p:nvPr/>
        </p:nvSpPr>
        <p:spPr>
          <a:xfrm>
            <a:off x="5373734" y="2646978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10CFE76-2DF4-DE76-F90F-AAD5EC499E2B}"/>
              </a:ext>
            </a:extLst>
          </p:cNvPr>
          <p:cNvCxnSpPr>
            <a:cxnSpLocks/>
          </p:cNvCxnSpPr>
          <p:nvPr/>
        </p:nvCxnSpPr>
        <p:spPr>
          <a:xfrm>
            <a:off x="6169841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5928101-7F85-0B2D-1AD1-F6564BE6D209}"/>
              </a:ext>
            </a:extLst>
          </p:cNvPr>
          <p:cNvCxnSpPr>
            <a:cxnSpLocks/>
          </p:cNvCxnSpPr>
          <p:nvPr/>
        </p:nvCxnSpPr>
        <p:spPr>
          <a:xfrm>
            <a:off x="6417492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楕円 46">
            <a:extLst>
              <a:ext uri="{FF2B5EF4-FFF2-40B4-BE49-F238E27FC236}">
                <a16:creationId xmlns:a16="http://schemas.microsoft.com/office/drawing/2014/main" id="{4F3872B9-75B3-4CC3-8606-2653F15AB8B8}"/>
              </a:ext>
            </a:extLst>
          </p:cNvPr>
          <p:cNvSpPr/>
          <p:nvPr/>
        </p:nvSpPr>
        <p:spPr>
          <a:xfrm>
            <a:off x="6203179" y="2629190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EE60B551-5C7A-6A55-300D-519393FE2476}"/>
              </a:ext>
            </a:extLst>
          </p:cNvPr>
          <p:cNvCxnSpPr>
            <a:cxnSpLocks/>
          </p:cNvCxnSpPr>
          <p:nvPr/>
        </p:nvCxnSpPr>
        <p:spPr>
          <a:xfrm>
            <a:off x="6983927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AE121D74-0B1B-B9A6-0DDB-0F8081F1FAFD}"/>
              </a:ext>
            </a:extLst>
          </p:cNvPr>
          <p:cNvCxnSpPr>
            <a:cxnSpLocks/>
          </p:cNvCxnSpPr>
          <p:nvPr/>
        </p:nvCxnSpPr>
        <p:spPr>
          <a:xfrm>
            <a:off x="7231578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DA3AAB71-AF24-8FDB-3B27-28694C607A58}"/>
              </a:ext>
            </a:extLst>
          </p:cNvPr>
          <p:cNvCxnSpPr>
            <a:cxnSpLocks/>
          </p:cNvCxnSpPr>
          <p:nvPr/>
        </p:nvCxnSpPr>
        <p:spPr>
          <a:xfrm>
            <a:off x="7820186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49AE9843-1673-BFE5-C0D6-913B52FA37F2}"/>
              </a:ext>
            </a:extLst>
          </p:cNvPr>
          <p:cNvCxnSpPr>
            <a:cxnSpLocks/>
          </p:cNvCxnSpPr>
          <p:nvPr/>
        </p:nvCxnSpPr>
        <p:spPr>
          <a:xfrm>
            <a:off x="8067837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楕円 56">
            <a:extLst>
              <a:ext uri="{FF2B5EF4-FFF2-40B4-BE49-F238E27FC236}">
                <a16:creationId xmlns:a16="http://schemas.microsoft.com/office/drawing/2014/main" id="{9EAD7DD3-8B26-A13F-B8D7-F935012B4AE5}"/>
              </a:ext>
            </a:extLst>
          </p:cNvPr>
          <p:cNvSpPr/>
          <p:nvPr/>
        </p:nvSpPr>
        <p:spPr>
          <a:xfrm>
            <a:off x="7853524" y="264295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B35C6CE1-A5E2-30D9-780B-4ED1F30E61F4}"/>
              </a:ext>
            </a:extLst>
          </p:cNvPr>
          <p:cNvSpPr/>
          <p:nvPr/>
        </p:nvSpPr>
        <p:spPr>
          <a:xfrm>
            <a:off x="3736009" y="263427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29D548AD-99A8-832B-592E-B0420463FD21}"/>
              </a:ext>
            </a:extLst>
          </p:cNvPr>
          <p:cNvSpPr/>
          <p:nvPr/>
        </p:nvSpPr>
        <p:spPr>
          <a:xfrm>
            <a:off x="7017265" y="263427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2D8E35C7-E30B-AAA2-BA79-4FB93B7F907C}"/>
              </a:ext>
            </a:extLst>
          </p:cNvPr>
          <p:cNvSpPr/>
          <p:nvPr/>
        </p:nvSpPr>
        <p:spPr>
          <a:xfrm rot="5400000">
            <a:off x="1638092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28B00167-DCA7-A0BD-546D-5BB19F89A810}"/>
              </a:ext>
            </a:extLst>
          </p:cNvPr>
          <p:cNvSpPr/>
          <p:nvPr/>
        </p:nvSpPr>
        <p:spPr>
          <a:xfrm rot="5400000">
            <a:off x="2463170" y="2615055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CE6A3C25-50B6-955E-2C22-92F01339AFE3}"/>
              </a:ext>
            </a:extLst>
          </p:cNvPr>
          <p:cNvSpPr/>
          <p:nvPr/>
        </p:nvSpPr>
        <p:spPr>
          <a:xfrm rot="5400000">
            <a:off x="3291246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BBAB6E5E-7DE3-E080-B260-C1606CA7265D}"/>
              </a:ext>
            </a:extLst>
          </p:cNvPr>
          <p:cNvSpPr/>
          <p:nvPr/>
        </p:nvSpPr>
        <p:spPr>
          <a:xfrm rot="5400000">
            <a:off x="4086231" y="2602349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DF040406-65BD-847E-EA92-1AFE3BC4BCA3}"/>
              </a:ext>
            </a:extLst>
          </p:cNvPr>
          <p:cNvSpPr/>
          <p:nvPr/>
        </p:nvSpPr>
        <p:spPr>
          <a:xfrm rot="5400000">
            <a:off x="4903522" y="259726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C066A0D-6624-8034-2832-03E67B327199}"/>
              </a:ext>
            </a:extLst>
          </p:cNvPr>
          <p:cNvSpPr/>
          <p:nvPr/>
        </p:nvSpPr>
        <p:spPr>
          <a:xfrm rot="5400000">
            <a:off x="5727469" y="261505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二等辺三角形 74">
            <a:extLst>
              <a:ext uri="{FF2B5EF4-FFF2-40B4-BE49-F238E27FC236}">
                <a16:creationId xmlns:a16="http://schemas.microsoft.com/office/drawing/2014/main" id="{EF1B799A-675C-81A0-A839-4281A98F50A2}"/>
              </a:ext>
            </a:extLst>
          </p:cNvPr>
          <p:cNvSpPr/>
          <p:nvPr/>
        </p:nvSpPr>
        <p:spPr>
          <a:xfrm rot="5400000">
            <a:off x="6551837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E5FE9C42-C102-DEB5-328C-0367D1FE01D5}"/>
              </a:ext>
            </a:extLst>
          </p:cNvPr>
          <p:cNvSpPr/>
          <p:nvPr/>
        </p:nvSpPr>
        <p:spPr>
          <a:xfrm rot="5400000">
            <a:off x="7371444" y="259166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二等辺三角形 76">
            <a:extLst>
              <a:ext uri="{FF2B5EF4-FFF2-40B4-BE49-F238E27FC236}">
                <a16:creationId xmlns:a16="http://schemas.microsoft.com/office/drawing/2014/main" id="{5EB920F8-E2C9-3F9A-E5D7-2917114A1A79}"/>
              </a:ext>
            </a:extLst>
          </p:cNvPr>
          <p:cNvSpPr/>
          <p:nvPr/>
        </p:nvSpPr>
        <p:spPr>
          <a:xfrm rot="5400000">
            <a:off x="8205949" y="2582390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1DB75994-9879-4B68-16C2-3D7E644A3711}"/>
              </a:ext>
            </a:extLst>
          </p:cNvPr>
          <p:cNvSpPr txBox="1"/>
          <p:nvPr/>
        </p:nvSpPr>
        <p:spPr>
          <a:xfrm>
            <a:off x="8612527" y="2280485"/>
            <a:ext cx="677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…</a:t>
            </a:r>
            <a:endParaRPr kumimoji="1" lang="ja-JP" altLang="en-US" sz="36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3CBFA7A-1531-516A-AD1B-61DD18A15124}"/>
              </a:ext>
            </a:extLst>
          </p:cNvPr>
          <p:cNvGrpSpPr/>
          <p:nvPr/>
        </p:nvGrpSpPr>
        <p:grpSpPr>
          <a:xfrm>
            <a:off x="493699" y="1532560"/>
            <a:ext cx="415498" cy="2498061"/>
            <a:chOff x="-69562" y="1266938"/>
            <a:chExt cx="415498" cy="2498061"/>
          </a:xfrm>
        </p:grpSpPr>
        <p:sp>
          <p:nvSpPr>
            <p:cNvPr id="169" name="フローチャート: 処理 168">
              <a:extLst>
                <a:ext uri="{FF2B5EF4-FFF2-40B4-BE49-F238E27FC236}">
                  <a16:creationId xmlns:a16="http://schemas.microsoft.com/office/drawing/2014/main" id="{27C43083-C936-DC6B-0396-ACC1F23FEB00}"/>
                </a:ext>
              </a:extLst>
            </p:cNvPr>
            <p:cNvSpPr/>
            <p:nvPr/>
          </p:nvSpPr>
          <p:spPr>
            <a:xfrm>
              <a:off x="52763" y="1586759"/>
              <a:ext cx="151036" cy="180890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020D71D6-C311-D278-E073-989FB68B93B8}"/>
                </a:ext>
              </a:extLst>
            </p:cNvPr>
            <p:cNvSpPr txBox="1"/>
            <p:nvPr/>
          </p:nvSpPr>
          <p:spPr>
            <a:xfrm>
              <a:off x="-69562" y="126693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＋</a:t>
              </a:r>
            </a:p>
          </p:txBody>
        </p:sp>
        <p:sp>
          <p:nvSpPr>
            <p:cNvPr id="171" name="テキスト ボックス 170">
              <a:extLst>
                <a:ext uri="{FF2B5EF4-FFF2-40B4-BE49-F238E27FC236}">
                  <a16:creationId xmlns:a16="http://schemas.microsoft.com/office/drawing/2014/main" id="{FAAE2B81-798C-6C46-7648-939DCC99513D}"/>
                </a:ext>
              </a:extLst>
            </p:cNvPr>
            <p:cNvSpPr txBox="1"/>
            <p:nvPr/>
          </p:nvSpPr>
          <p:spPr>
            <a:xfrm>
              <a:off x="-69562" y="339566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－</a:t>
              </a:r>
            </a:p>
          </p:txBody>
        </p:sp>
      </p:grp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FECF8DB-0FAD-6241-FFEE-9CFEA6F6FE2B}"/>
              </a:ext>
            </a:extLst>
          </p:cNvPr>
          <p:cNvCxnSpPr>
            <a:cxnSpLocks/>
          </p:cNvCxnSpPr>
          <p:nvPr/>
        </p:nvCxnSpPr>
        <p:spPr>
          <a:xfrm>
            <a:off x="1370296" y="2125980"/>
            <a:ext cx="658306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21FC8932-BB79-F021-D02C-086CE2664243}"/>
              </a:ext>
            </a:extLst>
          </p:cNvPr>
          <p:cNvGrpSpPr/>
          <p:nvPr/>
        </p:nvGrpSpPr>
        <p:grpSpPr>
          <a:xfrm>
            <a:off x="1039845" y="3828336"/>
            <a:ext cx="7826310" cy="400110"/>
            <a:chOff x="1085988" y="3830566"/>
            <a:chExt cx="7826310" cy="400110"/>
          </a:xfrm>
        </p:grpSpPr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10E1268B-6F50-E403-165D-E10A8F6D9434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>
              <a:off x="1085988" y="4030621"/>
              <a:ext cx="7128683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D8BFAAF3-438A-417F-8917-A2EC0E127C14}"/>
                </a:ext>
              </a:extLst>
            </p:cNvPr>
            <p:cNvSpPr txBox="1"/>
            <p:nvPr/>
          </p:nvSpPr>
          <p:spPr>
            <a:xfrm>
              <a:off x="8214671" y="3830566"/>
              <a:ext cx="69762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時間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445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6 3.33333E-6 L -2.5641E-6 -0.0879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0256E-6 3.33333E-6 L 4.10256E-6 -0.0879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3846E-6 -3.7037E-6 L -1.53846E-6 -0.0875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5128E-6 -2.22222E-6 L 2.05128E-6 -0.08727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500"/>
                            </p:stCondLst>
                            <p:childTnLst>
                              <p:par>
                                <p:cTn id="8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0"/>
                            </p:stCondLst>
                            <p:childTnLst>
                              <p:par>
                                <p:cTn id="9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2564E-6 -1.11111E-6 L -1.02564E-6 -0.08866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2000"/>
                            </p:stCondLst>
                            <p:childTnLst>
                              <p:par>
                                <p:cTn id="9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6 -4.07407E-6 L -2.5641E-6 -0.08912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3.33333E-6 -0.08658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5128E-6 -2.22222E-6 L 2.05128E-6 -0.08727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9500"/>
                            </p:stCondLst>
                            <p:childTnLst>
                              <p:par>
                                <p:cTn id="14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7692E-6 -1.11111E-6 L -3.07692E-6 -0.08866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uiExpand="1" build="p"/>
      <p:bldP spid="11" grpId="0" animBg="1"/>
      <p:bldP spid="11" grpId="1" animBg="1"/>
      <p:bldP spid="17" grpId="0" animBg="1"/>
      <p:bldP spid="17" grpId="1" animBg="1"/>
      <p:bldP spid="22" grpId="0" animBg="1"/>
      <p:bldP spid="22" grpId="1" animBg="1"/>
      <p:bldP spid="37" grpId="0" animBg="1"/>
      <p:bldP spid="37" grpId="1" animBg="1"/>
      <p:bldP spid="42" grpId="0" animBg="1"/>
      <p:bldP spid="42" grpId="1" animBg="1"/>
      <p:bldP spid="47" grpId="0" animBg="1"/>
      <p:bldP spid="47" grpId="1" animBg="1"/>
      <p:bldP spid="57" grpId="0" animBg="1"/>
      <p:bldP spid="57" grpId="1" animBg="1"/>
      <p:bldP spid="66" grpId="0" animBg="1"/>
      <p:bldP spid="66" grpId="1" animBg="1"/>
      <p:bldP spid="67" grpId="0" animBg="1"/>
      <p:bldP spid="67" grpId="1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16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F1D064-539B-2B9B-1196-5687DBAE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79A9158E-B1F3-3150-58E6-EB6C5C8785BC}"/>
              </a:ext>
            </a:extLst>
          </p:cNvPr>
          <p:cNvSpPr/>
          <p:nvPr/>
        </p:nvSpPr>
        <p:spPr>
          <a:xfrm>
            <a:off x="2938982" y="2033689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8CF367F-5F15-5C44-33DA-CF4D9A42E623}"/>
              </a:ext>
            </a:extLst>
          </p:cNvPr>
          <p:cNvSpPr/>
          <p:nvPr/>
        </p:nvSpPr>
        <p:spPr>
          <a:xfrm>
            <a:off x="3741904" y="2033688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712C256-7346-30B4-7B04-A1A2728D6691}"/>
              </a:ext>
            </a:extLst>
          </p:cNvPr>
          <p:cNvSpPr/>
          <p:nvPr/>
        </p:nvSpPr>
        <p:spPr>
          <a:xfrm>
            <a:off x="4553109" y="2033687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56966F6-109A-4909-B947-597980B452AB}"/>
              </a:ext>
            </a:extLst>
          </p:cNvPr>
          <p:cNvSpPr/>
          <p:nvPr/>
        </p:nvSpPr>
        <p:spPr>
          <a:xfrm>
            <a:off x="5367194" y="203368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33E4B07E-43D3-C316-3C97-AA1A6A59A148}"/>
              </a:ext>
            </a:extLst>
          </p:cNvPr>
          <p:cNvSpPr/>
          <p:nvPr/>
        </p:nvSpPr>
        <p:spPr>
          <a:xfrm>
            <a:off x="6204021" y="2033685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3DCC2BD-E29C-AB10-AEE7-0BAB16B1E1CE}"/>
              </a:ext>
            </a:extLst>
          </p:cNvPr>
          <p:cNvSpPr/>
          <p:nvPr/>
        </p:nvSpPr>
        <p:spPr>
          <a:xfrm>
            <a:off x="7010725" y="2033684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9620D14-93A4-5513-C3DE-7A9E558BDCD1}"/>
              </a:ext>
            </a:extLst>
          </p:cNvPr>
          <p:cNvSpPr/>
          <p:nvPr/>
        </p:nvSpPr>
        <p:spPr>
          <a:xfrm>
            <a:off x="7862312" y="203368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C7F575C-3963-8ED5-6AFF-E52E901604BD}"/>
              </a:ext>
            </a:extLst>
          </p:cNvPr>
          <p:cNvSpPr/>
          <p:nvPr/>
        </p:nvSpPr>
        <p:spPr>
          <a:xfrm>
            <a:off x="1280976" y="2033682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51C37D47-4B98-4823-E3C3-A163C4E85294}"/>
              </a:ext>
            </a:extLst>
          </p:cNvPr>
          <p:cNvSpPr/>
          <p:nvPr/>
        </p:nvSpPr>
        <p:spPr>
          <a:xfrm>
            <a:off x="2105260" y="202879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AA51102F-6265-6474-57FB-CEF31214D93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32</a:t>
            </a:fld>
            <a:endParaRPr kumimoji="1" lang="ja-JP" altLang="en-US"/>
          </a:p>
        </p:txBody>
      </p:sp>
      <p:sp>
        <p:nvSpPr>
          <p:cNvPr id="68" name="テキスト プレースホルダー 67">
            <a:extLst>
              <a:ext uri="{FF2B5EF4-FFF2-40B4-BE49-F238E27FC236}">
                <a16:creationId xmlns:a16="http://schemas.microsoft.com/office/drawing/2014/main" id="{E84B3808-EF72-EC78-96DE-A4D3FBDD8AA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直流は，＋と－が</a:t>
            </a:r>
            <a:r>
              <a:rPr lang="ja-JP" altLang="en-US" dirty="0">
                <a:solidFill>
                  <a:schemeClr val="accent6"/>
                </a:solidFill>
              </a:rPr>
              <a:t>切り替わらない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dirty="0"/>
              <a:t>多くの電化製品は，直流に変換して利用している．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A4C0722-01C1-ADB8-4410-4CE8B8BA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直流電源</a:t>
            </a:r>
            <a:r>
              <a:rPr kumimoji="1" lang="ja-JP" altLang="en-US" dirty="0"/>
              <a:t>は一定である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29A9724-CE4C-148C-1F9C-7A9F5C2D24D6}"/>
              </a:ext>
            </a:extLst>
          </p:cNvPr>
          <p:cNvCxnSpPr>
            <a:cxnSpLocks/>
          </p:cNvCxnSpPr>
          <p:nvPr/>
        </p:nvCxnSpPr>
        <p:spPr>
          <a:xfrm>
            <a:off x="125417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FDA367A-9D16-0587-90E6-7370D0E46ED4}"/>
              </a:ext>
            </a:extLst>
          </p:cNvPr>
          <p:cNvCxnSpPr>
            <a:cxnSpLocks/>
          </p:cNvCxnSpPr>
          <p:nvPr/>
        </p:nvCxnSpPr>
        <p:spPr>
          <a:xfrm>
            <a:off x="1501829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3B9F8A3-8DFF-36F3-59A9-2F044B2BCE0A}"/>
              </a:ext>
            </a:extLst>
          </p:cNvPr>
          <p:cNvCxnSpPr>
            <a:cxnSpLocks/>
          </p:cNvCxnSpPr>
          <p:nvPr/>
        </p:nvCxnSpPr>
        <p:spPr>
          <a:xfrm>
            <a:off x="2079857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7CECD3F-5D7E-A83D-56B8-0907F65388A8}"/>
              </a:ext>
            </a:extLst>
          </p:cNvPr>
          <p:cNvCxnSpPr>
            <a:cxnSpLocks/>
          </p:cNvCxnSpPr>
          <p:nvPr/>
        </p:nvCxnSpPr>
        <p:spPr>
          <a:xfrm>
            <a:off x="232750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73D81C7-5189-7E7F-CCD0-85EAC954277E}"/>
              </a:ext>
            </a:extLst>
          </p:cNvPr>
          <p:cNvCxnSpPr>
            <a:cxnSpLocks/>
          </p:cNvCxnSpPr>
          <p:nvPr/>
        </p:nvCxnSpPr>
        <p:spPr>
          <a:xfrm>
            <a:off x="2905645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7F26FE1-F8B4-05C9-7A35-3747F1000861}"/>
              </a:ext>
            </a:extLst>
          </p:cNvPr>
          <p:cNvCxnSpPr>
            <a:cxnSpLocks/>
          </p:cNvCxnSpPr>
          <p:nvPr/>
        </p:nvCxnSpPr>
        <p:spPr>
          <a:xfrm>
            <a:off x="3153296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27EB1E7A-7B02-5E1D-4857-2CE764335A15}"/>
              </a:ext>
            </a:extLst>
          </p:cNvPr>
          <p:cNvCxnSpPr>
            <a:cxnSpLocks/>
          </p:cNvCxnSpPr>
          <p:nvPr/>
        </p:nvCxnSpPr>
        <p:spPr>
          <a:xfrm>
            <a:off x="3700630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45B6FA8-E892-96B0-1294-C55AF10FA9A9}"/>
              </a:ext>
            </a:extLst>
          </p:cNvPr>
          <p:cNvCxnSpPr>
            <a:cxnSpLocks/>
          </p:cNvCxnSpPr>
          <p:nvPr/>
        </p:nvCxnSpPr>
        <p:spPr>
          <a:xfrm>
            <a:off x="3948281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4FAE17F-917F-FA97-6DB8-477EFF7E5426}"/>
              </a:ext>
            </a:extLst>
          </p:cNvPr>
          <p:cNvCxnSpPr>
            <a:cxnSpLocks/>
          </p:cNvCxnSpPr>
          <p:nvPr/>
        </p:nvCxnSpPr>
        <p:spPr>
          <a:xfrm>
            <a:off x="4526309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6A70F452-1148-5E09-7109-0554174A023F}"/>
              </a:ext>
            </a:extLst>
          </p:cNvPr>
          <p:cNvCxnSpPr>
            <a:cxnSpLocks/>
          </p:cNvCxnSpPr>
          <p:nvPr/>
        </p:nvCxnSpPr>
        <p:spPr>
          <a:xfrm>
            <a:off x="4773960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0E22193-3596-DAB8-EDA2-9D2E6A676B76}"/>
              </a:ext>
            </a:extLst>
          </p:cNvPr>
          <p:cNvCxnSpPr>
            <a:cxnSpLocks/>
          </p:cNvCxnSpPr>
          <p:nvPr/>
        </p:nvCxnSpPr>
        <p:spPr>
          <a:xfrm>
            <a:off x="5340396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7FB7D64-24B3-53A7-6772-2A356BF23423}"/>
              </a:ext>
            </a:extLst>
          </p:cNvPr>
          <p:cNvCxnSpPr>
            <a:cxnSpLocks/>
          </p:cNvCxnSpPr>
          <p:nvPr/>
        </p:nvCxnSpPr>
        <p:spPr>
          <a:xfrm>
            <a:off x="5588047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A36D992-0BCE-8101-3045-B416072694C4}"/>
              </a:ext>
            </a:extLst>
          </p:cNvPr>
          <p:cNvCxnSpPr>
            <a:cxnSpLocks/>
          </p:cNvCxnSpPr>
          <p:nvPr/>
        </p:nvCxnSpPr>
        <p:spPr>
          <a:xfrm>
            <a:off x="6169841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F21BF7EB-07E2-4B94-A395-7E1CD00B6C7C}"/>
              </a:ext>
            </a:extLst>
          </p:cNvPr>
          <p:cNvCxnSpPr>
            <a:cxnSpLocks/>
          </p:cNvCxnSpPr>
          <p:nvPr/>
        </p:nvCxnSpPr>
        <p:spPr>
          <a:xfrm>
            <a:off x="6417492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DA01A55-6B8C-FE94-269B-63FC9E8D7A92}"/>
              </a:ext>
            </a:extLst>
          </p:cNvPr>
          <p:cNvCxnSpPr>
            <a:cxnSpLocks/>
          </p:cNvCxnSpPr>
          <p:nvPr/>
        </p:nvCxnSpPr>
        <p:spPr>
          <a:xfrm>
            <a:off x="6983927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A9933096-02A5-56DD-D0FB-1B1A303ED48D}"/>
              </a:ext>
            </a:extLst>
          </p:cNvPr>
          <p:cNvCxnSpPr>
            <a:cxnSpLocks/>
          </p:cNvCxnSpPr>
          <p:nvPr/>
        </p:nvCxnSpPr>
        <p:spPr>
          <a:xfrm>
            <a:off x="7231578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8F9E1505-AC50-E1F8-5786-0FDDA1447E47}"/>
              </a:ext>
            </a:extLst>
          </p:cNvPr>
          <p:cNvCxnSpPr>
            <a:cxnSpLocks/>
          </p:cNvCxnSpPr>
          <p:nvPr/>
        </p:nvCxnSpPr>
        <p:spPr>
          <a:xfrm>
            <a:off x="7820186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D10D9E1-1AB0-2C00-D677-78BA30615A97}"/>
              </a:ext>
            </a:extLst>
          </p:cNvPr>
          <p:cNvCxnSpPr>
            <a:cxnSpLocks/>
          </p:cNvCxnSpPr>
          <p:nvPr/>
        </p:nvCxnSpPr>
        <p:spPr>
          <a:xfrm>
            <a:off x="8067837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D9883D1-A628-A0DE-CD3E-BE435424C0DB}"/>
              </a:ext>
            </a:extLst>
          </p:cNvPr>
          <p:cNvSpPr/>
          <p:nvPr/>
        </p:nvSpPr>
        <p:spPr>
          <a:xfrm rot="5400000">
            <a:off x="1638092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06C0A5EA-C71F-279C-324B-470B96AAB526}"/>
              </a:ext>
            </a:extLst>
          </p:cNvPr>
          <p:cNvSpPr/>
          <p:nvPr/>
        </p:nvSpPr>
        <p:spPr>
          <a:xfrm rot="5400000">
            <a:off x="2463170" y="2615055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E43329B2-5A53-0ADC-D3A6-1E9B5780066E}"/>
              </a:ext>
            </a:extLst>
          </p:cNvPr>
          <p:cNvSpPr/>
          <p:nvPr/>
        </p:nvSpPr>
        <p:spPr>
          <a:xfrm rot="5400000">
            <a:off x="3291246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FA3AB810-578F-B567-3B2D-9E598D3F2362}"/>
              </a:ext>
            </a:extLst>
          </p:cNvPr>
          <p:cNvSpPr/>
          <p:nvPr/>
        </p:nvSpPr>
        <p:spPr>
          <a:xfrm rot="5400000">
            <a:off x="4086231" y="2602349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6ABB90-C41F-80A0-C098-E31D9FB02C3E}"/>
              </a:ext>
            </a:extLst>
          </p:cNvPr>
          <p:cNvSpPr/>
          <p:nvPr/>
        </p:nvSpPr>
        <p:spPr>
          <a:xfrm rot="5400000">
            <a:off x="4903522" y="259726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34CBF7BE-3E0F-EEEE-39C6-33E14C759271}"/>
              </a:ext>
            </a:extLst>
          </p:cNvPr>
          <p:cNvSpPr/>
          <p:nvPr/>
        </p:nvSpPr>
        <p:spPr>
          <a:xfrm rot="5400000">
            <a:off x="5727469" y="261505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二等辺三角形 74">
            <a:extLst>
              <a:ext uri="{FF2B5EF4-FFF2-40B4-BE49-F238E27FC236}">
                <a16:creationId xmlns:a16="http://schemas.microsoft.com/office/drawing/2014/main" id="{589077B5-23CA-1247-0F45-3A2BC7E79100}"/>
              </a:ext>
            </a:extLst>
          </p:cNvPr>
          <p:cNvSpPr/>
          <p:nvPr/>
        </p:nvSpPr>
        <p:spPr>
          <a:xfrm rot="5400000">
            <a:off x="6551837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A8278E98-4EE7-CE77-78F7-B75193626C75}"/>
              </a:ext>
            </a:extLst>
          </p:cNvPr>
          <p:cNvSpPr/>
          <p:nvPr/>
        </p:nvSpPr>
        <p:spPr>
          <a:xfrm rot="5400000">
            <a:off x="7371444" y="259166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二等辺三角形 76">
            <a:extLst>
              <a:ext uri="{FF2B5EF4-FFF2-40B4-BE49-F238E27FC236}">
                <a16:creationId xmlns:a16="http://schemas.microsoft.com/office/drawing/2014/main" id="{AEB76ABC-6426-13F3-8BD7-D38A35DE14E6}"/>
              </a:ext>
            </a:extLst>
          </p:cNvPr>
          <p:cNvSpPr/>
          <p:nvPr/>
        </p:nvSpPr>
        <p:spPr>
          <a:xfrm rot="5400000">
            <a:off x="8205949" y="2582390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C0DAE850-2123-12CD-210C-5C998407F0A4}"/>
              </a:ext>
            </a:extLst>
          </p:cNvPr>
          <p:cNvSpPr txBox="1"/>
          <p:nvPr/>
        </p:nvSpPr>
        <p:spPr>
          <a:xfrm>
            <a:off x="8612527" y="2280485"/>
            <a:ext cx="677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…</a:t>
            </a:r>
            <a:endParaRPr kumimoji="1" lang="ja-JP" altLang="en-US" sz="36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E0AA742-6F85-AF2A-7895-4E169005CA33}"/>
              </a:ext>
            </a:extLst>
          </p:cNvPr>
          <p:cNvGrpSpPr/>
          <p:nvPr/>
        </p:nvGrpSpPr>
        <p:grpSpPr>
          <a:xfrm>
            <a:off x="493699" y="1532560"/>
            <a:ext cx="415498" cy="2498061"/>
            <a:chOff x="-69562" y="1266938"/>
            <a:chExt cx="415498" cy="2498061"/>
          </a:xfrm>
        </p:grpSpPr>
        <p:sp>
          <p:nvSpPr>
            <p:cNvPr id="169" name="フローチャート: 処理 168">
              <a:extLst>
                <a:ext uri="{FF2B5EF4-FFF2-40B4-BE49-F238E27FC236}">
                  <a16:creationId xmlns:a16="http://schemas.microsoft.com/office/drawing/2014/main" id="{32C31924-9481-5EC3-A843-7FC9E601BABA}"/>
                </a:ext>
              </a:extLst>
            </p:cNvPr>
            <p:cNvSpPr/>
            <p:nvPr/>
          </p:nvSpPr>
          <p:spPr>
            <a:xfrm>
              <a:off x="52763" y="1586759"/>
              <a:ext cx="151036" cy="180890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3AFA6C16-6043-E80B-B37E-02FC729763B1}"/>
                </a:ext>
              </a:extLst>
            </p:cNvPr>
            <p:cNvSpPr txBox="1"/>
            <p:nvPr/>
          </p:nvSpPr>
          <p:spPr>
            <a:xfrm>
              <a:off x="-69562" y="126693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＋</a:t>
              </a:r>
            </a:p>
          </p:txBody>
        </p:sp>
        <p:sp>
          <p:nvSpPr>
            <p:cNvPr id="171" name="テキスト ボックス 170">
              <a:extLst>
                <a:ext uri="{FF2B5EF4-FFF2-40B4-BE49-F238E27FC236}">
                  <a16:creationId xmlns:a16="http://schemas.microsoft.com/office/drawing/2014/main" id="{40CAE2F1-77B5-5D50-016A-4B64EA43EC43}"/>
                </a:ext>
              </a:extLst>
            </p:cNvPr>
            <p:cNvSpPr txBox="1"/>
            <p:nvPr/>
          </p:nvSpPr>
          <p:spPr>
            <a:xfrm>
              <a:off x="-69562" y="339566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－</a:t>
              </a:r>
            </a:p>
          </p:txBody>
        </p:sp>
      </p:grp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45F7962-647F-95A9-EE02-345031369D2A}"/>
              </a:ext>
            </a:extLst>
          </p:cNvPr>
          <p:cNvCxnSpPr>
            <a:cxnSpLocks/>
          </p:cNvCxnSpPr>
          <p:nvPr/>
        </p:nvCxnSpPr>
        <p:spPr>
          <a:xfrm>
            <a:off x="1370296" y="2125980"/>
            <a:ext cx="658306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E9611357-5D39-285F-2F88-3FAAE9B5DC9A}"/>
              </a:ext>
            </a:extLst>
          </p:cNvPr>
          <p:cNvGrpSpPr/>
          <p:nvPr/>
        </p:nvGrpSpPr>
        <p:grpSpPr>
          <a:xfrm>
            <a:off x="1039845" y="3828336"/>
            <a:ext cx="7826310" cy="400110"/>
            <a:chOff x="1085988" y="3830566"/>
            <a:chExt cx="7826310" cy="400110"/>
          </a:xfrm>
        </p:grpSpPr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7172C2B5-D923-D263-933F-A0F28426D0D6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1085988" y="4030621"/>
              <a:ext cx="7128683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EC3AE22B-08A1-7B59-DE6A-D2D3D6A91A4A}"/>
                </a:ext>
              </a:extLst>
            </p:cNvPr>
            <p:cNvSpPr txBox="1"/>
            <p:nvPr/>
          </p:nvSpPr>
          <p:spPr>
            <a:xfrm>
              <a:off x="8214671" y="3830566"/>
              <a:ext cx="69762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時間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013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C7C2C2E5-3A56-ED69-40A1-3CCD3C646B5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33</a:t>
            </a:fld>
            <a:endParaRPr kumimoji="1" lang="ja-JP" altLang="en-US"/>
          </a:p>
        </p:txBody>
      </p:sp>
      <p:sp>
        <p:nvSpPr>
          <p:cNvPr id="68" name="テキスト プレースホルダー 67">
            <a:extLst>
              <a:ext uri="{FF2B5EF4-FFF2-40B4-BE49-F238E27FC236}">
                <a16:creationId xmlns:a16="http://schemas.microsoft.com/office/drawing/2014/main" id="{DB18EEB6-9523-474E-5DAA-8CC6F3CE74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交流は，＋と－が</a:t>
            </a:r>
            <a:r>
              <a:rPr lang="ja-JP" altLang="en-US" dirty="0">
                <a:solidFill>
                  <a:schemeClr val="accent6"/>
                </a:solidFill>
              </a:rPr>
              <a:t>常に切り替わる</a:t>
            </a:r>
            <a:r>
              <a:rPr lang="ja-JP" altLang="en-US" dirty="0"/>
              <a:t>．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この切り替わる時間が</a:t>
            </a:r>
            <a:r>
              <a:rPr lang="ja-JP" altLang="en-US" dirty="0">
                <a:solidFill>
                  <a:schemeClr val="accent6"/>
                </a:solidFill>
              </a:rPr>
              <a:t>周期的</a:t>
            </a:r>
            <a:r>
              <a:rPr lang="ja-JP" altLang="en-US" dirty="0"/>
              <a:t>である．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188EA9F-9BF8-A51E-F39F-177B2BC1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交流電源</a:t>
            </a:r>
            <a:r>
              <a:rPr kumimoji="1" lang="ja-JP" altLang="en-US" dirty="0"/>
              <a:t>は波である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33ACF55-895D-9EEA-C5BD-D7545CBBCA6F}"/>
              </a:ext>
            </a:extLst>
          </p:cNvPr>
          <p:cNvCxnSpPr>
            <a:cxnSpLocks/>
          </p:cNvCxnSpPr>
          <p:nvPr/>
        </p:nvCxnSpPr>
        <p:spPr>
          <a:xfrm>
            <a:off x="125417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BA2316E-66A8-AEB7-A620-FCBF3A6CF1E4}"/>
              </a:ext>
            </a:extLst>
          </p:cNvPr>
          <p:cNvCxnSpPr>
            <a:cxnSpLocks/>
          </p:cNvCxnSpPr>
          <p:nvPr/>
        </p:nvCxnSpPr>
        <p:spPr>
          <a:xfrm>
            <a:off x="1501829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CD938FB0-F821-0D1F-6913-3C93A5F644A7}"/>
              </a:ext>
            </a:extLst>
          </p:cNvPr>
          <p:cNvSpPr/>
          <p:nvPr/>
        </p:nvSpPr>
        <p:spPr>
          <a:xfrm>
            <a:off x="1287516" y="2638615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A167168-77C3-9882-62AC-D36ECC6F3273}"/>
              </a:ext>
            </a:extLst>
          </p:cNvPr>
          <p:cNvCxnSpPr>
            <a:cxnSpLocks/>
          </p:cNvCxnSpPr>
          <p:nvPr/>
        </p:nvCxnSpPr>
        <p:spPr>
          <a:xfrm>
            <a:off x="2079857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A382986-BFDD-F150-BE72-291838C25CF5}"/>
              </a:ext>
            </a:extLst>
          </p:cNvPr>
          <p:cNvCxnSpPr>
            <a:cxnSpLocks/>
          </p:cNvCxnSpPr>
          <p:nvPr/>
        </p:nvCxnSpPr>
        <p:spPr>
          <a:xfrm>
            <a:off x="232750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9D0080F9-E765-B1AC-EFB4-D190DB3520D6}"/>
              </a:ext>
            </a:extLst>
          </p:cNvPr>
          <p:cNvSpPr/>
          <p:nvPr/>
        </p:nvSpPr>
        <p:spPr>
          <a:xfrm>
            <a:off x="2113195" y="2638615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4FD7515-E343-F048-BF1E-37BE70BCBF37}"/>
              </a:ext>
            </a:extLst>
          </p:cNvPr>
          <p:cNvCxnSpPr>
            <a:cxnSpLocks/>
          </p:cNvCxnSpPr>
          <p:nvPr/>
        </p:nvCxnSpPr>
        <p:spPr>
          <a:xfrm>
            <a:off x="2905645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55FB33D-F682-2197-038D-F7BA6411139D}"/>
              </a:ext>
            </a:extLst>
          </p:cNvPr>
          <p:cNvCxnSpPr>
            <a:cxnSpLocks/>
          </p:cNvCxnSpPr>
          <p:nvPr/>
        </p:nvCxnSpPr>
        <p:spPr>
          <a:xfrm>
            <a:off x="3153296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CAA6F3A9-8DEF-0337-D8E6-EBEF868B43EF}"/>
              </a:ext>
            </a:extLst>
          </p:cNvPr>
          <p:cNvSpPr/>
          <p:nvPr/>
        </p:nvSpPr>
        <p:spPr>
          <a:xfrm>
            <a:off x="2938983" y="263427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21D4130F-59D4-C83C-8650-18A971003FB3}"/>
              </a:ext>
            </a:extLst>
          </p:cNvPr>
          <p:cNvCxnSpPr>
            <a:cxnSpLocks/>
          </p:cNvCxnSpPr>
          <p:nvPr/>
        </p:nvCxnSpPr>
        <p:spPr>
          <a:xfrm>
            <a:off x="3700630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2DEAEB48-C0B9-1018-6732-42DAACD97B11}"/>
              </a:ext>
            </a:extLst>
          </p:cNvPr>
          <p:cNvCxnSpPr>
            <a:cxnSpLocks/>
          </p:cNvCxnSpPr>
          <p:nvPr/>
        </p:nvCxnSpPr>
        <p:spPr>
          <a:xfrm>
            <a:off x="3948281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AF2A5E06-1582-54ED-C4F5-ED63B9B9ED89}"/>
              </a:ext>
            </a:extLst>
          </p:cNvPr>
          <p:cNvCxnSpPr>
            <a:cxnSpLocks/>
          </p:cNvCxnSpPr>
          <p:nvPr/>
        </p:nvCxnSpPr>
        <p:spPr>
          <a:xfrm>
            <a:off x="4526309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E0DFB14-FAA9-7712-911F-94816FDFF8D3}"/>
              </a:ext>
            </a:extLst>
          </p:cNvPr>
          <p:cNvCxnSpPr>
            <a:cxnSpLocks/>
          </p:cNvCxnSpPr>
          <p:nvPr/>
        </p:nvCxnSpPr>
        <p:spPr>
          <a:xfrm>
            <a:off x="4773960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A68FC839-5753-066D-288C-87043B399FB7}"/>
              </a:ext>
            </a:extLst>
          </p:cNvPr>
          <p:cNvSpPr/>
          <p:nvPr/>
        </p:nvSpPr>
        <p:spPr>
          <a:xfrm>
            <a:off x="4559646" y="264295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DAE1E94A-D664-2323-6430-6832451E844A}"/>
              </a:ext>
            </a:extLst>
          </p:cNvPr>
          <p:cNvCxnSpPr>
            <a:cxnSpLocks/>
          </p:cNvCxnSpPr>
          <p:nvPr/>
        </p:nvCxnSpPr>
        <p:spPr>
          <a:xfrm>
            <a:off x="5340396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3812500-E969-84A6-0667-F2F7E9DFF54F}"/>
              </a:ext>
            </a:extLst>
          </p:cNvPr>
          <p:cNvCxnSpPr>
            <a:cxnSpLocks/>
          </p:cNvCxnSpPr>
          <p:nvPr/>
        </p:nvCxnSpPr>
        <p:spPr>
          <a:xfrm>
            <a:off x="5588047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楕円 41">
            <a:extLst>
              <a:ext uri="{FF2B5EF4-FFF2-40B4-BE49-F238E27FC236}">
                <a16:creationId xmlns:a16="http://schemas.microsoft.com/office/drawing/2014/main" id="{084E2894-D180-87EF-6C98-264CB1DB7B88}"/>
              </a:ext>
            </a:extLst>
          </p:cNvPr>
          <p:cNvSpPr/>
          <p:nvPr/>
        </p:nvSpPr>
        <p:spPr>
          <a:xfrm>
            <a:off x="5373734" y="2646978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A3DA3B5D-A779-158E-1A0F-169E4B4E0957}"/>
              </a:ext>
            </a:extLst>
          </p:cNvPr>
          <p:cNvCxnSpPr>
            <a:cxnSpLocks/>
          </p:cNvCxnSpPr>
          <p:nvPr/>
        </p:nvCxnSpPr>
        <p:spPr>
          <a:xfrm>
            <a:off x="6169841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C01734E-1508-F0E9-E1C6-33644D6F3AF4}"/>
              </a:ext>
            </a:extLst>
          </p:cNvPr>
          <p:cNvCxnSpPr>
            <a:cxnSpLocks/>
          </p:cNvCxnSpPr>
          <p:nvPr/>
        </p:nvCxnSpPr>
        <p:spPr>
          <a:xfrm>
            <a:off x="6417492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楕円 46">
            <a:extLst>
              <a:ext uri="{FF2B5EF4-FFF2-40B4-BE49-F238E27FC236}">
                <a16:creationId xmlns:a16="http://schemas.microsoft.com/office/drawing/2014/main" id="{5A7C06E7-EAD3-B6BE-D619-B1C23482E97B}"/>
              </a:ext>
            </a:extLst>
          </p:cNvPr>
          <p:cNvSpPr/>
          <p:nvPr/>
        </p:nvSpPr>
        <p:spPr>
          <a:xfrm>
            <a:off x="6203179" y="2629190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E1EFF19-0A99-EB3F-8B51-34C3B7FEE6BB}"/>
              </a:ext>
            </a:extLst>
          </p:cNvPr>
          <p:cNvCxnSpPr>
            <a:cxnSpLocks/>
          </p:cNvCxnSpPr>
          <p:nvPr/>
        </p:nvCxnSpPr>
        <p:spPr>
          <a:xfrm>
            <a:off x="6983927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A8CA6CC9-F14D-A318-17F8-A253BC785D27}"/>
              </a:ext>
            </a:extLst>
          </p:cNvPr>
          <p:cNvCxnSpPr>
            <a:cxnSpLocks/>
          </p:cNvCxnSpPr>
          <p:nvPr/>
        </p:nvCxnSpPr>
        <p:spPr>
          <a:xfrm>
            <a:off x="7231578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FC13528D-D83F-5507-B302-1EFCB6636221}"/>
              </a:ext>
            </a:extLst>
          </p:cNvPr>
          <p:cNvCxnSpPr>
            <a:cxnSpLocks/>
          </p:cNvCxnSpPr>
          <p:nvPr/>
        </p:nvCxnSpPr>
        <p:spPr>
          <a:xfrm>
            <a:off x="7820186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91AF93E1-4DBC-7DDB-BFA0-04B4732BCA91}"/>
              </a:ext>
            </a:extLst>
          </p:cNvPr>
          <p:cNvCxnSpPr>
            <a:cxnSpLocks/>
          </p:cNvCxnSpPr>
          <p:nvPr/>
        </p:nvCxnSpPr>
        <p:spPr>
          <a:xfrm>
            <a:off x="8067837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楕円 56">
            <a:extLst>
              <a:ext uri="{FF2B5EF4-FFF2-40B4-BE49-F238E27FC236}">
                <a16:creationId xmlns:a16="http://schemas.microsoft.com/office/drawing/2014/main" id="{A4EA3FAC-2665-A1E1-34E0-1826095AA060}"/>
              </a:ext>
            </a:extLst>
          </p:cNvPr>
          <p:cNvSpPr/>
          <p:nvPr/>
        </p:nvSpPr>
        <p:spPr>
          <a:xfrm>
            <a:off x="7853524" y="264295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48499289-6FD1-D779-88AB-263BE942D2E0}"/>
              </a:ext>
            </a:extLst>
          </p:cNvPr>
          <p:cNvSpPr/>
          <p:nvPr/>
        </p:nvSpPr>
        <p:spPr>
          <a:xfrm>
            <a:off x="3736009" y="263427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CF5B19CA-994E-FD1F-4C2E-081240A6DED6}"/>
              </a:ext>
            </a:extLst>
          </p:cNvPr>
          <p:cNvSpPr/>
          <p:nvPr/>
        </p:nvSpPr>
        <p:spPr>
          <a:xfrm>
            <a:off x="7017265" y="2634273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312C636B-2C20-EA3F-93F3-B8516C446308}"/>
              </a:ext>
            </a:extLst>
          </p:cNvPr>
          <p:cNvSpPr/>
          <p:nvPr/>
        </p:nvSpPr>
        <p:spPr>
          <a:xfrm rot="5400000">
            <a:off x="1638092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3720545B-D36A-58F8-A2BF-5E21EED69611}"/>
              </a:ext>
            </a:extLst>
          </p:cNvPr>
          <p:cNvSpPr/>
          <p:nvPr/>
        </p:nvSpPr>
        <p:spPr>
          <a:xfrm rot="5400000">
            <a:off x="2463170" y="2615055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3743514A-659A-4BC4-94F6-5EF9F84B2639}"/>
              </a:ext>
            </a:extLst>
          </p:cNvPr>
          <p:cNvSpPr/>
          <p:nvPr/>
        </p:nvSpPr>
        <p:spPr>
          <a:xfrm rot="5400000">
            <a:off x="3291246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9682F517-FFA2-6A41-344B-835B35CFF5B3}"/>
              </a:ext>
            </a:extLst>
          </p:cNvPr>
          <p:cNvSpPr/>
          <p:nvPr/>
        </p:nvSpPr>
        <p:spPr>
          <a:xfrm rot="5400000">
            <a:off x="4086231" y="2602349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76D0FF1D-6EC2-CE7C-A139-B78049388D29}"/>
              </a:ext>
            </a:extLst>
          </p:cNvPr>
          <p:cNvSpPr/>
          <p:nvPr/>
        </p:nvSpPr>
        <p:spPr>
          <a:xfrm rot="5400000">
            <a:off x="4903522" y="259726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DD24EAE8-1558-40E3-E1F0-D2178FF638A1}"/>
              </a:ext>
            </a:extLst>
          </p:cNvPr>
          <p:cNvSpPr/>
          <p:nvPr/>
        </p:nvSpPr>
        <p:spPr>
          <a:xfrm rot="5400000">
            <a:off x="5727469" y="261505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二等辺三角形 74">
            <a:extLst>
              <a:ext uri="{FF2B5EF4-FFF2-40B4-BE49-F238E27FC236}">
                <a16:creationId xmlns:a16="http://schemas.microsoft.com/office/drawing/2014/main" id="{BBEF37CC-1016-31BE-0860-62B47CC2A7F4}"/>
              </a:ext>
            </a:extLst>
          </p:cNvPr>
          <p:cNvSpPr/>
          <p:nvPr/>
        </p:nvSpPr>
        <p:spPr>
          <a:xfrm rot="5400000">
            <a:off x="6551837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A63E01F1-AA96-8F6F-8DF1-C79B6B903342}"/>
              </a:ext>
            </a:extLst>
          </p:cNvPr>
          <p:cNvSpPr/>
          <p:nvPr/>
        </p:nvSpPr>
        <p:spPr>
          <a:xfrm rot="5400000">
            <a:off x="7371444" y="259166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二等辺三角形 76">
            <a:extLst>
              <a:ext uri="{FF2B5EF4-FFF2-40B4-BE49-F238E27FC236}">
                <a16:creationId xmlns:a16="http://schemas.microsoft.com/office/drawing/2014/main" id="{F4927EC0-0520-2C20-0F91-4D141B1C0E23}"/>
              </a:ext>
            </a:extLst>
          </p:cNvPr>
          <p:cNvSpPr/>
          <p:nvPr/>
        </p:nvSpPr>
        <p:spPr>
          <a:xfrm rot="5400000">
            <a:off x="8205949" y="2582390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8763A6A8-8C89-9DD6-7A47-9E64B3E9F4B0}"/>
              </a:ext>
            </a:extLst>
          </p:cNvPr>
          <p:cNvSpPr txBox="1"/>
          <p:nvPr/>
        </p:nvSpPr>
        <p:spPr>
          <a:xfrm>
            <a:off x="8612527" y="2280485"/>
            <a:ext cx="677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…</a:t>
            </a:r>
            <a:endParaRPr kumimoji="1" lang="ja-JP" altLang="en-US" sz="36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99DC349-4B5B-A4AD-AC61-AC14E9A41689}"/>
              </a:ext>
            </a:extLst>
          </p:cNvPr>
          <p:cNvGrpSpPr/>
          <p:nvPr/>
        </p:nvGrpSpPr>
        <p:grpSpPr>
          <a:xfrm>
            <a:off x="493699" y="1532560"/>
            <a:ext cx="415498" cy="2498061"/>
            <a:chOff x="-69562" y="1266938"/>
            <a:chExt cx="415498" cy="2498061"/>
          </a:xfrm>
        </p:grpSpPr>
        <p:sp>
          <p:nvSpPr>
            <p:cNvPr id="169" name="フローチャート: 処理 168">
              <a:extLst>
                <a:ext uri="{FF2B5EF4-FFF2-40B4-BE49-F238E27FC236}">
                  <a16:creationId xmlns:a16="http://schemas.microsoft.com/office/drawing/2014/main" id="{68646B90-C4C0-79EE-CA15-D045F400A331}"/>
                </a:ext>
              </a:extLst>
            </p:cNvPr>
            <p:cNvSpPr/>
            <p:nvPr/>
          </p:nvSpPr>
          <p:spPr>
            <a:xfrm>
              <a:off x="52763" y="1586759"/>
              <a:ext cx="151036" cy="180890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DE01DEB2-C690-926D-F00B-1A13CC2C9353}"/>
                </a:ext>
              </a:extLst>
            </p:cNvPr>
            <p:cNvSpPr txBox="1"/>
            <p:nvPr/>
          </p:nvSpPr>
          <p:spPr>
            <a:xfrm>
              <a:off x="-69562" y="126693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＋</a:t>
              </a:r>
            </a:p>
          </p:txBody>
        </p:sp>
        <p:sp>
          <p:nvSpPr>
            <p:cNvPr id="171" name="テキスト ボックス 170">
              <a:extLst>
                <a:ext uri="{FF2B5EF4-FFF2-40B4-BE49-F238E27FC236}">
                  <a16:creationId xmlns:a16="http://schemas.microsoft.com/office/drawing/2014/main" id="{853E5C99-3975-F839-5C25-EBF60B3FBFAE}"/>
                </a:ext>
              </a:extLst>
            </p:cNvPr>
            <p:cNvSpPr txBox="1"/>
            <p:nvPr/>
          </p:nvSpPr>
          <p:spPr>
            <a:xfrm>
              <a:off x="-69562" y="339566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－</a:t>
              </a:r>
            </a:p>
          </p:txBody>
        </p:sp>
      </p:grpSp>
      <p:sp>
        <p:nvSpPr>
          <p:cNvPr id="8" name="グラフィックス 12">
            <a:extLst>
              <a:ext uri="{FF2B5EF4-FFF2-40B4-BE49-F238E27FC236}">
                <a16:creationId xmlns:a16="http://schemas.microsoft.com/office/drawing/2014/main" id="{DEA72EB8-FDFF-D0AF-AFD9-E9080EE41670}"/>
              </a:ext>
            </a:extLst>
          </p:cNvPr>
          <p:cNvSpPr/>
          <p:nvPr/>
        </p:nvSpPr>
        <p:spPr>
          <a:xfrm rot="10800000" flipV="1">
            <a:off x="1370297" y="2127250"/>
            <a:ext cx="6583069" cy="1204357"/>
          </a:xfrm>
          <a:custGeom>
            <a:avLst/>
            <a:gdLst>
              <a:gd name="connsiteX0" fmla="*/ -327 w 3214292"/>
              <a:gd name="connsiteY0" fmla="*/ 800437 h 1601149"/>
              <a:gd name="connsiteX1" fmla="*/ 31816 w 3214292"/>
              <a:gd name="connsiteY1" fmla="*/ 1047829 h 1601149"/>
              <a:gd name="connsiteX2" fmla="*/ 63959 w 3214292"/>
              <a:gd name="connsiteY2" fmla="*/ 1271001 h 1601149"/>
              <a:gd name="connsiteX3" fmla="*/ 96102 w 3214292"/>
              <a:gd name="connsiteY3" fmla="*/ 1448117 h 1601149"/>
              <a:gd name="connsiteX4" fmla="*/ 128245 w 3214292"/>
              <a:gd name="connsiteY4" fmla="*/ 1561829 h 1601149"/>
              <a:gd name="connsiteX5" fmla="*/ 160388 w 3214292"/>
              <a:gd name="connsiteY5" fmla="*/ 1601012 h 1601149"/>
              <a:gd name="connsiteX6" fmla="*/ 192531 w 3214292"/>
              <a:gd name="connsiteY6" fmla="*/ 1561829 h 1601149"/>
              <a:gd name="connsiteX7" fmla="*/ 224673 w 3214292"/>
              <a:gd name="connsiteY7" fmla="*/ 1448117 h 1601149"/>
              <a:gd name="connsiteX8" fmla="*/ 256816 w 3214292"/>
              <a:gd name="connsiteY8" fmla="*/ 1271001 h 1601149"/>
              <a:gd name="connsiteX9" fmla="*/ 288959 w 3214292"/>
              <a:gd name="connsiteY9" fmla="*/ 1047829 h 1601149"/>
              <a:gd name="connsiteX10" fmla="*/ 321102 w 3214292"/>
              <a:gd name="connsiteY10" fmla="*/ 800437 h 1601149"/>
              <a:gd name="connsiteX11" fmla="*/ 353245 w 3214292"/>
              <a:gd name="connsiteY11" fmla="*/ 553044 h 1601149"/>
              <a:gd name="connsiteX12" fmla="*/ 385388 w 3214292"/>
              <a:gd name="connsiteY12" fmla="*/ 329873 h 1601149"/>
              <a:gd name="connsiteX13" fmla="*/ 417531 w 3214292"/>
              <a:gd name="connsiteY13" fmla="*/ 152757 h 1601149"/>
              <a:gd name="connsiteX14" fmla="*/ 449674 w 3214292"/>
              <a:gd name="connsiteY14" fmla="*/ 39045 h 1601149"/>
              <a:gd name="connsiteX15" fmla="*/ 481817 w 3214292"/>
              <a:gd name="connsiteY15" fmla="*/ -138 h 1601149"/>
              <a:gd name="connsiteX16" fmla="*/ 513960 w 3214292"/>
              <a:gd name="connsiteY16" fmla="*/ 39045 h 1601149"/>
              <a:gd name="connsiteX17" fmla="*/ 546103 w 3214292"/>
              <a:gd name="connsiteY17" fmla="*/ 152757 h 1601149"/>
              <a:gd name="connsiteX18" fmla="*/ 578246 w 3214292"/>
              <a:gd name="connsiteY18" fmla="*/ 329873 h 1601149"/>
              <a:gd name="connsiteX19" fmla="*/ 610389 w 3214292"/>
              <a:gd name="connsiteY19" fmla="*/ 553044 h 1601149"/>
              <a:gd name="connsiteX20" fmla="*/ 642532 w 3214292"/>
              <a:gd name="connsiteY20" fmla="*/ 800437 h 1601149"/>
              <a:gd name="connsiteX21" fmla="*/ 674674 w 3214292"/>
              <a:gd name="connsiteY21" fmla="*/ 1047829 h 1601149"/>
              <a:gd name="connsiteX22" fmla="*/ 706817 w 3214292"/>
              <a:gd name="connsiteY22" fmla="*/ 1271001 h 1601149"/>
              <a:gd name="connsiteX23" fmla="*/ 738960 w 3214292"/>
              <a:gd name="connsiteY23" fmla="*/ 1448117 h 1601149"/>
              <a:gd name="connsiteX24" fmla="*/ 771103 w 3214292"/>
              <a:gd name="connsiteY24" fmla="*/ 1561829 h 1601149"/>
              <a:gd name="connsiteX25" fmla="*/ 803246 w 3214292"/>
              <a:gd name="connsiteY25" fmla="*/ 1601012 h 1601149"/>
              <a:gd name="connsiteX26" fmla="*/ 835389 w 3214292"/>
              <a:gd name="connsiteY26" fmla="*/ 1561829 h 1601149"/>
              <a:gd name="connsiteX27" fmla="*/ 867532 w 3214292"/>
              <a:gd name="connsiteY27" fmla="*/ 1448117 h 1601149"/>
              <a:gd name="connsiteX28" fmla="*/ 899675 w 3214292"/>
              <a:gd name="connsiteY28" fmla="*/ 1271001 h 1601149"/>
              <a:gd name="connsiteX29" fmla="*/ 931818 w 3214292"/>
              <a:gd name="connsiteY29" fmla="*/ 1047829 h 1601149"/>
              <a:gd name="connsiteX30" fmla="*/ 963961 w 3214292"/>
              <a:gd name="connsiteY30" fmla="*/ 800437 h 1601149"/>
              <a:gd name="connsiteX31" fmla="*/ 996103 w 3214292"/>
              <a:gd name="connsiteY31" fmla="*/ 553044 h 1601149"/>
              <a:gd name="connsiteX32" fmla="*/ 1028247 w 3214292"/>
              <a:gd name="connsiteY32" fmla="*/ 329873 h 1601149"/>
              <a:gd name="connsiteX33" fmla="*/ 1060390 w 3214292"/>
              <a:gd name="connsiteY33" fmla="*/ 152757 h 1601149"/>
              <a:gd name="connsiteX34" fmla="*/ 1092532 w 3214292"/>
              <a:gd name="connsiteY34" fmla="*/ 39045 h 1601149"/>
              <a:gd name="connsiteX35" fmla="*/ 1124675 w 3214292"/>
              <a:gd name="connsiteY35" fmla="*/ -138 h 1601149"/>
              <a:gd name="connsiteX36" fmla="*/ 1156818 w 3214292"/>
              <a:gd name="connsiteY36" fmla="*/ 39045 h 1601149"/>
              <a:gd name="connsiteX37" fmla="*/ 1188961 w 3214292"/>
              <a:gd name="connsiteY37" fmla="*/ 152757 h 1601149"/>
              <a:gd name="connsiteX38" fmla="*/ 1221104 w 3214292"/>
              <a:gd name="connsiteY38" fmla="*/ 329873 h 1601149"/>
              <a:gd name="connsiteX39" fmla="*/ 1253247 w 3214292"/>
              <a:gd name="connsiteY39" fmla="*/ 553044 h 1601149"/>
              <a:gd name="connsiteX40" fmla="*/ 1285390 w 3214292"/>
              <a:gd name="connsiteY40" fmla="*/ 800437 h 1601149"/>
              <a:gd name="connsiteX41" fmla="*/ 1317533 w 3214292"/>
              <a:gd name="connsiteY41" fmla="*/ 1047829 h 1601149"/>
              <a:gd name="connsiteX42" fmla="*/ 1349676 w 3214292"/>
              <a:gd name="connsiteY42" fmla="*/ 1271001 h 1601149"/>
              <a:gd name="connsiteX43" fmla="*/ 1381819 w 3214292"/>
              <a:gd name="connsiteY43" fmla="*/ 1448117 h 1601149"/>
              <a:gd name="connsiteX44" fmla="*/ 1413962 w 3214292"/>
              <a:gd name="connsiteY44" fmla="*/ 1561829 h 1601149"/>
              <a:gd name="connsiteX45" fmla="*/ 1446105 w 3214292"/>
              <a:gd name="connsiteY45" fmla="*/ 1601012 h 1601149"/>
              <a:gd name="connsiteX46" fmla="*/ 1478248 w 3214292"/>
              <a:gd name="connsiteY46" fmla="*/ 1561829 h 1601149"/>
              <a:gd name="connsiteX47" fmla="*/ 1510390 w 3214292"/>
              <a:gd name="connsiteY47" fmla="*/ 1448117 h 1601149"/>
              <a:gd name="connsiteX48" fmla="*/ 1542534 w 3214292"/>
              <a:gd name="connsiteY48" fmla="*/ 1271001 h 1601149"/>
              <a:gd name="connsiteX49" fmla="*/ 1574676 w 3214292"/>
              <a:gd name="connsiteY49" fmla="*/ 1047829 h 1601149"/>
              <a:gd name="connsiteX50" fmla="*/ 1606819 w 3214292"/>
              <a:gd name="connsiteY50" fmla="*/ 800437 h 1601149"/>
              <a:gd name="connsiteX51" fmla="*/ 1638962 w 3214292"/>
              <a:gd name="connsiteY51" fmla="*/ 553044 h 1601149"/>
              <a:gd name="connsiteX52" fmla="*/ 1671105 w 3214292"/>
              <a:gd name="connsiteY52" fmla="*/ 329873 h 1601149"/>
              <a:gd name="connsiteX53" fmla="*/ 1703248 w 3214292"/>
              <a:gd name="connsiteY53" fmla="*/ 152757 h 1601149"/>
              <a:gd name="connsiteX54" fmla="*/ 1735391 w 3214292"/>
              <a:gd name="connsiteY54" fmla="*/ 39045 h 1601149"/>
              <a:gd name="connsiteX55" fmla="*/ 1767534 w 3214292"/>
              <a:gd name="connsiteY55" fmla="*/ -138 h 1601149"/>
              <a:gd name="connsiteX56" fmla="*/ 1799677 w 3214292"/>
              <a:gd name="connsiteY56" fmla="*/ 39045 h 1601149"/>
              <a:gd name="connsiteX57" fmla="*/ 1831820 w 3214292"/>
              <a:gd name="connsiteY57" fmla="*/ 152757 h 1601149"/>
              <a:gd name="connsiteX58" fmla="*/ 1863963 w 3214292"/>
              <a:gd name="connsiteY58" fmla="*/ 329873 h 1601149"/>
              <a:gd name="connsiteX59" fmla="*/ 1896105 w 3214292"/>
              <a:gd name="connsiteY59" fmla="*/ 553044 h 1601149"/>
              <a:gd name="connsiteX60" fmla="*/ 1928248 w 3214292"/>
              <a:gd name="connsiteY60" fmla="*/ 800437 h 1601149"/>
              <a:gd name="connsiteX61" fmla="*/ 1960392 w 3214292"/>
              <a:gd name="connsiteY61" fmla="*/ 1047829 h 1601149"/>
              <a:gd name="connsiteX62" fmla="*/ 1992534 w 3214292"/>
              <a:gd name="connsiteY62" fmla="*/ 1271001 h 1601149"/>
              <a:gd name="connsiteX63" fmla="*/ 2024677 w 3214292"/>
              <a:gd name="connsiteY63" fmla="*/ 1448117 h 1601149"/>
              <a:gd name="connsiteX64" fmla="*/ 2056820 w 3214292"/>
              <a:gd name="connsiteY64" fmla="*/ 1561829 h 1601149"/>
              <a:gd name="connsiteX65" fmla="*/ 2088963 w 3214292"/>
              <a:gd name="connsiteY65" fmla="*/ 1601012 h 1601149"/>
              <a:gd name="connsiteX66" fmla="*/ 2121106 w 3214292"/>
              <a:gd name="connsiteY66" fmla="*/ 1561829 h 1601149"/>
              <a:gd name="connsiteX67" fmla="*/ 2153249 w 3214292"/>
              <a:gd name="connsiteY67" fmla="*/ 1448117 h 1601149"/>
              <a:gd name="connsiteX68" fmla="*/ 2185392 w 3214292"/>
              <a:gd name="connsiteY68" fmla="*/ 1271001 h 1601149"/>
              <a:gd name="connsiteX69" fmla="*/ 2217535 w 3214292"/>
              <a:gd name="connsiteY69" fmla="*/ 1047829 h 1601149"/>
              <a:gd name="connsiteX70" fmla="*/ 2249678 w 3214292"/>
              <a:gd name="connsiteY70" fmla="*/ 800437 h 1601149"/>
              <a:gd name="connsiteX71" fmla="*/ 2281821 w 3214292"/>
              <a:gd name="connsiteY71" fmla="*/ 553044 h 1601149"/>
              <a:gd name="connsiteX72" fmla="*/ 2313964 w 3214292"/>
              <a:gd name="connsiteY72" fmla="*/ 329873 h 1601149"/>
              <a:gd name="connsiteX73" fmla="*/ 2346107 w 3214292"/>
              <a:gd name="connsiteY73" fmla="*/ 152757 h 1601149"/>
              <a:gd name="connsiteX74" fmla="*/ 2378250 w 3214292"/>
              <a:gd name="connsiteY74" fmla="*/ 39045 h 1601149"/>
              <a:gd name="connsiteX75" fmla="*/ 2410392 w 3214292"/>
              <a:gd name="connsiteY75" fmla="*/ -138 h 1601149"/>
              <a:gd name="connsiteX76" fmla="*/ 2442535 w 3214292"/>
              <a:gd name="connsiteY76" fmla="*/ 39045 h 1601149"/>
              <a:gd name="connsiteX77" fmla="*/ 2474678 w 3214292"/>
              <a:gd name="connsiteY77" fmla="*/ 152757 h 1601149"/>
              <a:gd name="connsiteX78" fmla="*/ 2506821 w 3214292"/>
              <a:gd name="connsiteY78" fmla="*/ 329873 h 1601149"/>
              <a:gd name="connsiteX79" fmla="*/ 2538964 w 3214292"/>
              <a:gd name="connsiteY79" fmla="*/ 553044 h 1601149"/>
              <a:gd name="connsiteX80" fmla="*/ 2571107 w 3214292"/>
              <a:gd name="connsiteY80" fmla="*/ 800437 h 1601149"/>
              <a:gd name="connsiteX81" fmla="*/ 2603250 w 3214292"/>
              <a:gd name="connsiteY81" fmla="*/ 1047829 h 1601149"/>
              <a:gd name="connsiteX82" fmla="*/ 2635393 w 3214292"/>
              <a:gd name="connsiteY82" fmla="*/ 1271001 h 1601149"/>
              <a:gd name="connsiteX83" fmla="*/ 2667536 w 3214292"/>
              <a:gd name="connsiteY83" fmla="*/ 1448117 h 1601149"/>
              <a:gd name="connsiteX84" fmla="*/ 2699679 w 3214292"/>
              <a:gd name="connsiteY84" fmla="*/ 1561829 h 1601149"/>
              <a:gd name="connsiteX85" fmla="*/ 2731821 w 3214292"/>
              <a:gd name="connsiteY85" fmla="*/ 1601012 h 1601149"/>
              <a:gd name="connsiteX86" fmla="*/ 2763965 w 3214292"/>
              <a:gd name="connsiteY86" fmla="*/ 1561829 h 1601149"/>
              <a:gd name="connsiteX87" fmla="*/ 2796107 w 3214292"/>
              <a:gd name="connsiteY87" fmla="*/ 1448117 h 1601149"/>
              <a:gd name="connsiteX88" fmla="*/ 2828250 w 3214292"/>
              <a:gd name="connsiteY88" fmla="*/ 1271001 h 1601149"/>
              <a:gd name="connsiteX89" fmla="*/ 2860393 w 3214292"/>
              <a:gd name="connsiteY89" fmla="*/ 1047829 h 1601149"/>
              <a:gd name="connsiteX90" fmla="*/ 2892536 w 3214292"/>
              <a:gd name="connsiteY90" fmla="*/ 800437 h 1601149"/>
              <a:gd name="connsiteX91" fmla="*/ 2924679 w 3214292"/>
              <a:gd name="connsiteY91" fmla="*/ 553044 h 1601149"/>
              <a:gd name="connsiteX92" fmla="*/ 2956822 w 3214292"/>
              <a:gd name="connsiteY92" fmla="*/ 329873 h 1601149"/>
              <a:gd name="connsiteX93" fmla="*/ 2988965 w 3214292"/>
              <a:gd name="connsiteY93" fmla="*/ 152757 h 1601149"/>
              <a:gd name="connsiteX94" fmla="*/ 3021108 w 3214292"/>
              <a:gd name="connsiteY94" fmla="*/ 39045 h 1601149"/>
              <a:gd name="connsiteX95" fmla="*/ 3053251 w 3214292"/>
              <a:gd name="connsiteY95" fmla="*/ -138 h 1601149"/>
              <a:gd name="connsiteX96" fmla="*/ 3085394 w 3214292"/>
              <a:gd name="connsiteY96" fmla="*/ 39045 h 1601149"/>
              <a:gd name="connsiteX97" fmla="*/ 3117537 w 3214292"/>
              <a:gd name="connsiteY97" fmla="*/ 152757 h 1601149"/>
              <a:gd name="connsiteX98" fmla="*/ 3149680 w 3214292"/>
              <a:gd name="connsiteY98" fmla="*/ 329873 h 1601149"/>
              <a:gd name="connsiteX99" fmla="*/ 3181823 w 3214292"/>
              <a:gd name="connsiteY99" fmla="*/ 553044 h 1601149"/>
              <a:gd name="connsiteX100" fmla="*/ 3213965 w 3214292"/>
              <a:gd name="connsiteY100" fmla="*/ 800437 h 1601149"/>
              <a:gd name="connsiteX0" fmla="*/ 0 w 3182149"/>
              <a:gd name="connsiteY0" fmla="*/ 1047966 h 1601149"/>
              <a:gd name="connsiteX1" fmla="*/ 32143 w 3182149"/>
              <a:gd name="connsiteY1" fmla="*/ 1271138 h 1601149"/>
              <a:gd name="connsiteX2" fmla="*/ 64286 w 3182149"/>
              <a:gd name="connsiteY2" fmla="*/ 1448254 h 1601149"/>
              <a:gd name="connsiteX3" fmla="*/ 96429 w 3182149"/>
              <a:gd name="connsiteY3" fmla="*/ 1561966 h 1601149"/>
              <a:gd name="connsiteX4" fmla="*/ 128572 w 3182149"/>
              <a:gd name="connsiteY4" fmla="*/ 1601149 h 1601149"/>
              <a:gd name="connsiteX5" fmla="*/ 160715 w 3182149"/>
              <a:gd name="connsiteY5" fmla="*/ 1561966 h 1601149"/>
              <a:gd name="connsiteX6" fmla="*/ 192857 w 3182149"/>
              <a:gd name="connsiteY6" fmla="*/ 1448254 h 1601149"/>
              <a:gd name="connsiteX7" fmla="*/ 225000 w 3182149"/>
              <a:gd name="connsiteY7" fmla="*/ 1271138 h 1601149"/>
              <a:gd name="connsiteX8" fmla="*/ 257143 w 3182149"/>
              <a:gd name="connsiteY8" fmla="*/ 1047966 h 1601149"/>
              <a:gd name="connsiteX9" fmla="*/ 289286 w 3182149"/>
              <a:gd name="connsiteY9" fmla="*/ 800574 h 1601149"/>
              <a:gd name="connsiteX10" fmla="*/ 321429 w 3182149"/>
              <a:gd name="connsiteY10" fmla="*/ 553181 h 1601149"/>
              <a:gd name="connsiteX11" fmla="*/ 353572 w 3182149"/>
              <a:gd name="connsiteY11" fmla="*/ 330010 h 1601149"/>
              <a:gd name="connsiteX12" fmla="*/ 385715 w 3182149"/>
              <a:gd name="connsiteY12" fmla="*/ 152894 h 1601149"/>
              <a:gd name="connsiteX13" fmla="*/ 417858 w 3182149"/>
              <a:gd name="connsiteY13" fmla="*/ 39182 h 1601149"/>
              <a:gd name="connsiteX14" fmla="*/ 450001 w 3182149"/>
              <a:gd name="connsiteY14" fmla="*/ -1 h 1601149"/>
              <a:gd name="connsiteX15" fmla="*/ 482144 w 3182149"/>
              <a:gd name="connsiteY15" fmla="*/ 39182 h 1601149"/>
              <a:gd name="connsiteX16" fmla="*/ 514287 w 3182149"/>
              <a:gd name="connsiteY16" fmla="*/ 152894 h 1601149"/>
              <a:gd name="connsiteX17" fmla="*/ 546430 w 3182149"/>
              <a:gd name="connsiteY17" fmla="*/ 330010 h 1601149"/>
              <a:gd name="connsiteX18" fmla="*/ 578573 w 3182149"/>
              <a:gd name="connsiteY18" fmla="*/ 553181 h 1601149"/>
              <a:gd name="connsiteX19" fmla="*/ 610716 w 3182149"/>
              <a:gd name="connsiteY19" fmla="*/ 800574 h 1601149"/>
              <a:gd name="connsiteX20" fmla="*/ 642858 w 3182149"/>
              <a:gd name="connsiteY20" fmla="*/ 1047966 h 1601149"/>
              <a:gd name="connsiteX21" fmla="*/ 675001 w 3182149"/>
              <a:gd name="connsiteY21" fmla="*/ 1271138 h 1601149"/>
              <a:gd name="connsiteX22" fmla="*/ 707144 w 3182149"/>
              <a:gd name="connsiteY22" fmla="*/ 1448254 h 1601149"/>
              <a:gd name="connsiteX23" fmla="*/ 739287 w 3182149"/>
              <a:gd name="connsiteY23" fmla="*/ 1561966 h 1601149"/>
              <a:gd name="connsiteX24" fmla="*/ 771430 w 3182149"/>
              <a:gd name="connsiteY24" fmla="*/ 1601149 h 1601149"/>
              <a:gd name="connsiteX25" fmla="*/ 803573 w 3182149"/>
              <a:gd name="connsiteY25" fmla="*/ 1561966 h 1601149"/>
              <a:gd name="connsiteX26" fmla="*/ 835716 w 3182149"/>
              <a:gd name="connsiteY26" fmla="*/ 1448254 h 1601149"/>
              <a:gd name="connsiteX27" fmla="*/ 867859 w 3182149"/>
              <a:gd name="connsiteY27" fmla="*/ 1271138 h 1601149"/>
              <a:gd name="connsiteX28" fmla="*/ 900002 w 3182149"/>
              <a:gd name="connsiteY28" fmla="*/ 1047966 h 1601149"/>
              <a:gd name="connsiteX29" fmla="*/ 932145 w 3182149"/>
              <a:gd name="connsiteY29" fmla="*/ 800574 h 1601149"/>
              <a:gd name="connsiteX30" fmla="*/ 964287 w 3182149"/>
              <a:gd name="connsiteY30" fmla="*/ 553181 h 1601149"/>
              <a:gd name="connsiteX31" fmla="*/ 996431 w 3182149"/>
              <a:gd name="connsiteY31" fmla="*/ 330010 h 1601149"/>
              <a:gd name="connsiteX32" fmla="*/ 1028574 w 3182149"/>
              <a:gd name="connsiteY32" fmla="*/ 152894 h 1601149"/>
              <a:gd name="connsiteX33" fmla="*/ 1060716 w 3182149"/>
              <a:gd name="connsiteY33" fmla="*/ 39182 h 1601149"/>
              <a:gd name="connsiteX34" fmla="*/ 1092859 w 3182149"/>
              <a:gd name="connsiteY34" fmla="*/ -1 h 1601149"/>
              <a:gd name="connsiteX35" fmla="*/ 1125002 w 3182149"/>
              <a:gd name="connsiteY35" fmla="*/ 39182 h 1601149"/>
              <a:gd name="connsiteX36" fmla="*/ 1157145 w 3182149"/>
              <a:gd name="connsiteY36" fmla="*/ 152894 h 1601149"/>
              <a:gd name="connsiteX37" fmla="*/ 1189288 w 3182149"/>
              <a:gd name="connsiteY37" fmla="*/ 330010 h 1601149"/>
              <a:gd name="connsiteX38" fmla="*/ 1221431 w 3182149"/>
              <a:gd name="connsiteY38" fmla="*/ 553181 h 1601149"/>
              <a:gd name="connsiteX39" fmla="*/ 1253574 w 3182149"/>
              <a:gd name="connsiteY39" fmla="*/ 800574 h 1601149"/>
              <a:gd name="connsiteX40" fmla="*/ 1285717 w 3182149"/>
              <a:gd name="connsiteY40" fmla="*/ 1047966 h 1601149"/>
              <a:gd name="connsiteX41" fmla="*/ 1317860 w 3182149"/>
              <a:gd name="connsiteY41" fmla="*/ 1271138 h 1601149"/>
              <a:gd name="connsiteX42" fmla="*/ 1350003 w 3182149"/>
              <a:gd name="connsiteY42" fmla="*/ 1448254 h 1601149"/>
              <a:gd name="connsiteX43" fmla="*/ 1382146 w 3182149"/>
              <a:gd name="connsiteY43" fmla="*/ 1561966 h 1601149"/>
              <a:gd name="connsiteX44" fmla="*/ 1414289 w 3182149"/>
              <a:gd name="connsiteY44" fmla="*/ 1601149 h 1601149"/>
              <a:gd name="connsiteX45" fmla="*/ 1446432 w 3182149"/>
              <a:gd name="connsiteY45" fmla="*/ 1561966 h 1601149"/>
              <a:gd name="connsiteX46" fmla="*/ 1478574 w 3182149"/>
              <a:gd name="connsiteY46" fmla="*/ 1448254 h 1601149"/>
              <a:gd name="connsiteX47" fmla="*/ 1510718 w 3182149"/>
              <a:gd name="connsiteY47" fmla="*/ 1271138 h 1601149"/>
              <a:gd name="connsiteX48" fmla="*/ 1542860 w 3182149"/>
              <a:gd name="connsiteY48" fmla="*/ 1047966 h 1601149"/>
              <a:gd name="connsiteX49" fmla="*/ 1575003 w 3182149"/>
              <a:gd name="connsiteY49" fmla="*/ 800574 h 1601149"/>
              <a:gd name="connsiteX50" fmla="*/ 1607146 w 3182149"/>
              <a:gd name="connsiteY50" fmla="*/ 553181 h 1601149"/>
              <a:gd name="connsiteX51" fmla="*/ 1639289 w 3182149"/>
              <a:gd name="connsiteY51" fmla="*/ 330010 h 1601149"/>
              <a:gd name="connsiteX52" fmla="*/ 1671432 w 3182149"/>
              <a:gd name="connsiteY52" fmla="*/ 152894 h 1601149"/>
              <a:gd name="connsiteX53" fmla="*/ 1703575 w 3182149"/>
              <a:gd name="connsiteY53" fmla="*/ 39182 h 1601149"/>
              <a:gd name="connsiteX54" fmla="*/ 1735718 w 3182149"/>
              <a:gd name="connsiteY54" fmla="*/ -1 h 1601149"/>
              <a:gd name="connsiteX55" fmla="*/ 1767861 w 3182149"/>
              <a:gd name="connsiteY55" fmla="*/ 39182 h 1601149"/>
              <a:gd name="connsiteX56" fmla="*/ 1800004 w 3182149"/>
              <a:gd name="connsiteY56" fmla="*/ 152894 h 1601149"/>
              <a:gd name="connsiteX57" fmla="*/ 1832147 w 3182149"/>
              <a:gd name="connsiteY57" fmla="*/ 330010 h 1601149"/>
              <a:gd name="connsiteX58" fmla="*/ 1864289 w 3182149"/>
              <a:gd name="connsiteY58" fmla="*/ 553181 h 1601149"/>
              <a:gd name="connsiteX59" fmla="*/ 1896432 w 3182149"/>
              <a:gd name="connsiteY59" fmla="*/ 800574 h 1601149"/>
              <a:gd name="connsiteX60" fmla="*/ 1928576 w 3182149"/>
              <a:gd name="connsiteY60" fmla="*/ 1047966 h 1601149"/>
              <a:gd name="connsiteX61" fmla="*/ 1960718 w 3182149"/>
              <a:gd name="connsiteY61" fmla="*/ 1271138 h 1601149"/>
              <a:gd name="connsiteX62" fmla="*/ 1992861 w 3182149"/>
              <a:gd name="connsiteY62" fmla="*/ 1448254 h 1601149"/>
              <a:gd name="connsiteX63" fmla="*/ 2025004 w 3182149"/>
              <a:gd name="connsiteY63" fmla="*/ 1561966 h 1601149"/>
              <a:gd name="connsiteX64" fmla="*/ 2057147 w 3182149"/>
              <a:gd name="connsiteY64" fmla="*/ 1601149 h 1601149"/>
              <a:gd name="connsiteX65" fmla="*/ 2089290 w 3182149"/>
              <a:gd name="connsiteY65" fmla="*/ 1561966 h 1601149"/>
              <a:gd name="connsiteX66" fmla="*/ 2121433 w 3182149"/>
              <a:gd name="connsiteY66" fmla="*/ 1448254 h 1601149"/>
              <a:gd name="connsiteX67" fmla="*/ 2153576 w 3182149"/>
              <a:gd name="connsiteY67" fmla="*/ 1271138 h 1601149"/>
              <a:gd name="connsiteX68" fmla="*/ 2185719 w 3182149"/>
              <a:gd name="connsiteY68" fmla="*/ 1047966 h 1601149"/>
              <a:gd name="connsiteX69" fmla="*/ 2217862 w 3182149"/>
              <a:gd name="connsiteY69" fmla="*/ 800574 h 1601149"/>
              <a:gd name="connsiteX70" fmla="*/ 2250005 w 3182149"/>
              <a:gd name="connsiteY70" fmla="*/ 553181 h 1601149"/>
              <a:gd name="connsiteX71" fmla="*/ 2282148 w 3182149"/>
              <a:gd name="connsiteY71" fmla="*/ 330010 h 1601149"/>
              <a:gd name="connsiteX72" fmla="*/ 2314291 w 3182149"/>
              <a:gd name="connsiteY72" fmla="*/ 152894 h 1601149"/>
              <a:gd name="connsiteX73" fmla="*/ 2346434 w 3182149"/>
              <a:gd name="connsiteY73" fmla="*/ 39182 h 1601149"/>
              <a:gd name="connsiteX74" fmla="*/ 2378576 w 3182149"/>
              <a:gd name="connsiteY74" fmla="*/ -1 h 1601149"/>
              <a:gd name="connsiteX75" fmla="*/ 2410719 w 3182149"/>
              <a:gd name="connsiteY75" fmla="*/ 39182 h 1601149"/>
              <a:gd name="connsiteX76" fmla="*/ 2442862 w 3182149"/>
              <a:gd name="connsiteY76" fmla="*/ 152894 h 1601149"/>
              <a:gd name="connsiteX77" fmla="*/ 2475005 w 3182149"/>
              <a:gd name="connsiteY77" fmla="*/ 330010 h 1601149"/>
              <a:gd name="connsiteX78" fmla="*/ 2507148 w 3182149"/>
              <a:gd name="connsiteY78" fmla="*/ 553181 h 1601149"/>
              <a:gd name="connsiteX79" fmla="*/ 2539291 w 3182149"/>
              <a:gd name="connsiteY79" fmla="*/ 800574 h 1601149"/>
              <a:gd name="connsiteX80" fmla="*/ 2571434 w 3182149"/>
              <a:gd name="connsiteY80" fmla="*/ 1047966 h 1601149"/>
              <a:gd name="connsiteX81" fmla="*/ 2603577 w 3182149"/>
              <a:gd name="connsiteY81" fmla="*/ 1271138 h 1601149"/>
              <a:gd name="connsiteX82" fmla="*/ 2635720 w 3182149"/>
              <a:gd name="connsiteY82" fmla="*/ 1448254 h 1601149"/>
              <a:gd name="connsiteX83" fmla="*/ 2667863 w 3182149"/>
              <a:gd name="connsiteY83" fmla="*/ 1561966 h 1601149"/>
              <a:gd name="connsiteX84" fmla="*/ 2700005 w 3182149"/>
              <a:gd name="connsiteY84" fmla="*/ 1601149 h 1601149"/>
              <a:gd name="connsiteX85" fmla="*/ 2732149 w 3182149"/>
              <a:gd name="connsiteY85" fmla="*/ 1561966 h 1601149"/>
              <a:gd name="connsiteX86" fmla="*/ 2764291 w 3182149"/>
              <a:gd name="connsiteY86" fmla="*/ 1448254 h 1601149"/>
              <a:gd name="connsiteX87" fmla="*/ 2796434 w 3182149"/>
              <a:gd name="connsiteY87" fmla="*/ 1271138 h 1601149"/>
              <a:gd name="connsiteX88" fmla="*/ 2828577 w 3182149"/>
              <a:gd name="connsiteY88" fmla="*/ 1047966 h 1601149"/>
              <a:gd name="connsiteX89" fmla="*/ 2860720 w 3182149"/>
              <a:gd name="connsiteY89" fmla="*/ 800574 h 1601149"/>
              <a:gd name="connsiteX90" fmla="*/ 2892863 w 3182149"/>
              <a:gd name="connsiteY90" fmla="*/ 553181 h 1601149"/>
              <a:gd name="connsiteX91" fmla="*/ 2925006 w 3182149"/>
              <a:gd name="connsiteY91" fmla="*/ 330010 h 1601149"/>
              <a:gd name="connsiteX92" fmla="*/ 2957149 w 3182149"/>
              <a:gd name="connsiteY92" fmla="*/ 152894 h 1601149"/>
              <a:gd name="connsiteX93" fmla="*/ 2989292 w 3182149"/>
              <a:gd name="connsiteY93" fmla="*/ 39182 h 1601149"/>
              <a:gd name="connsiteX94" fmla="*/ 3021435 w 3182149"/>
              <a:gd name="connsiteY94" fmla="*/ -1 h 1601149"/>
              <a:gd name="connsiteX95" fmla="*/ 3053578 w 3182149"/>
              <a:gd name="connsiteY95" fmla="*/ 39182 h 1601149"/>
              <a:gd name="connsiteX96" fmla="*/ 3085721 w 3182149"/>
              <a:gd name="connsiteY96" fmla="*/ 152894 h 1601149"/>
              <a:gd name="connsiteX97" fmla="*/ 3117864 w 3182149"/>
              <a:gd name="connsiteY97" fmla="*/ 330010 h 1601149"/>
              <a:gd name="connsiteX98" fmla="*/ 3150007 w 3182149"/>
              <a:gd name="connsiteY98" fmla="*/ 553181 h 1601149"/>
              <a:gd name="connsiteX99" fmla="*/ 3182149 w 3182149"/>
              <a:gd name="connsiteY99" fmla="*/ 800574 h 1601149"/>
              <a:gd name="connsiteX0" fmla="*/ 0 w 3150006"/>
              <a:gd name="connsiteY0" fmla="*/ 1271139 h 1601150"/>
              <a:gd name="connsiteX1" fmla="*/ 32143 w 3150006"/>
              <a:gd name="connsiteY1" fmla="*/ 1448255 h 1601150"/>
              <a:gd name="connsiteX2" fmla="*/ 64286 w 3150006"/>
              <a:gd name="connsiteY2" fmla="*/ 1561967 h 1601150"/>
              <a:gd name="connsiteX3" fmla="*/ 96429 w 3150006"/>
              <a:gd name="connsiteY3" fmla="*/ 1601150 h 1601150"/>
              <a:gd name="connsiteX4" fmla="*/ 128572 w 3150006"/>
              <a:gd name="connsiteY4" fmla="*/ 1561967 h 1601150"/>
              <a:gd name="connsiteX5" fmla="*/ 160714 w 3150006"/>
              <a:gd name="connsiteY5" fmla="*/ 1448255 h 1601150"/>
              <a:gd name="connsiteX6" fmla="*/ 192857 w 3150006"/>
              <a:gd name="connsiteY6" fmla="*/ 1271139 h 1601150"/>
              <a:gd name="connsiteX7" fmla="*/ 225000 w 3150006"/>
              <a:gd name="connsiteY7" fmla="*/ 1047967 h 1601150"/>
              <a:gd name="connsiteX8" fmla="*/ 257143 w 3150006"/>
              <a:gd name="connsiteY8" fmla="*/ 800575 h 1601150"/>
              <a:gd name="connsiteX9" fmla="*/ 289286 w 3150006"/>
              <a:gd name="connsiteY9" fmla="*/ 553182 h 1601150"/>
              <a:gd name="connsiteX10" fmla="*/ 321429 w 3150006"/>
              <a:gd name="connsiteY10" fmla="*/ 330011 h 1601150"/>
              <a:gd name="connsiteX11" fmla="*/ 353572 w 3150006"/>
              <a:gd name="connsiteY11" fmla="*/ 152895 h 1601150"/>
              <a:gd name="connsiteX12" fmla="*/ 385715 w 3150006"/>
              <a:gd name="connsiteY12" fmla="*/ 39183 h 1601150"/>
              <a:gd name="connsiteX13" fmla="*/ 417858 w 3150006"/>
              <a:gd name="connsiteY13" fmla="*/ 0 h 1601150"/>
              <a:gd name="connsiteX14" fmla="*/ 450001 w 3150006"/>
              <a:gd name="connsiteY14" fmla="*/ 39183 h 1601150"/>
              <a:gd name="connsiteX15" fmla="*/ 482144 w 3150006"/>
              <a:gd name="connsiteY15" fmla="*/ 152895 h 1601150"/>
              <a:gd name="connsiteX16" fmla="*/ 514287 w 3150006"/>
              <a:gd name="connsiteY16" fmla="*/ 330011 h 1601150"/>
              <a:gd name="connsiteX17" fmla="*/ 546430 w 3150006"/>
              <a:gd name="connsiteY17" fmla="*/ 553182 h 1601150"/>
              <a:gd name="connsiteX18" fmla="*/ 578573 w 3150006"/>
              <a:gd name="connsiteY18" fmla="*/ 800575 h 1601150"/>
              <a:gd name="connsiteX19" fmla="*/ 610715 w 3150006"/>
              <a:gd name="connsiteY19" fmla="*/ 1047967 h 1601150"/>
              <a:gd name="connsiteX20" fmla="*/ 642858 w 3150006"/>
              <a:gd name="connsiteY20" fmla="*/ 1271139 h 1601150"/>
              <a:gd name="connsiteX21" fmla="*/ 675001 w 3150006"/>
              <a:gd name="connsiteY21" fmla="*/ 1448255 h 1601150"/>
              <a:gd name="connsiteX22" fmla="*/ 707144 w 3150006"/>
              <a:gd name="connsiteY22" fmla="*/ 1561967 h 1601150"/>
              <a:gd name="connsiteX23" fmla="*/ 739287 w 3150006"/>
              <a:gd name="connsiteY23" fmla="*/ 1601150 h 1601150"/>
              <a:gd name="connsiteX24" fmla="*/ 771430 w 3150006"/>
              <a:gd name="connsiteY24" fmla="*/ 1561967 h 1601150"/>
              <a:gd name="connsiteX25" fmla="*/ 803573 w 3150006"/>
              <a:gd name="connsiteY25" fmla="*/ 1448255 h 1601150"/>
              <a:gd name="connsiteX26" fmla="*/ 835716 w 3150006"/>
              <a:gd name="connsiteY26" fmla="*/ 1271139 h 1601150"/>
              <a:gd name="connsiteX27" fmla="*/ 867859 w 3150006"/>
              <a:gd name="connsiteY27" fmla="*/ 1047967 h 1601150"/>
              <a:gd name="connsiteX28" fmla="*/ 900002 w 3150006"/>
              <a:gd name="connsiteY28" fmla="*/ 800575 h 1601150"/>
              <a:gd name="connsiteX29" fmla="*/ 932144 w 3150006"/>
              <a:gd name="connsiteY29" fmla="*/ 553182 h 1601150"/>
              <a:gd name="connsiteX30" fmla="*/ 964288 w 3150006"/>
              <a:gd name="connsiteY30" fmla="*/ 330011 h 1601150"/>
              <a:gd name="connsiteX31" fmla="*/ 996431 w 3150006"/>
              <a:gd name="connsiteY31" fmla="*/ 152895 h 1601150"/>
              <a:gd name="connsiteX32" fmla="*/ 1028573 w 3150006"/>
              <a:gd name="connsiteY32" fmla="*/ 39183 h 1601150"/>
              <a:gd name="connsiteX33" fmla="*/ 1060716 w 3150006"/>
              <a:gd name="connsiteY33" fmla="*/ 0 h 1601150"/>
              <a:gd name="connsiteX34" fmla="*/ 1092859 w 3150006"/>
              <a:gd name="connsiteY34" fmla="*/ 39183 h 1601150"/>
              <a:gd name="connsiteX35" fmla="*/ 1125002 w 3150006"/>
              <a:gd name="connsiteY35" fmla="*/ 152895 h 1601150"/>
              <a:gd name="connsiteX36" fmla="*/ 1157145 w 3150006"/>
              <a:gd name="connsiteY36" fmla="*/ 330011 h 1601150"/>
              <a:gd name="connsiteX37" fmla="*/ 1189288 w 3150006"/>
              <a:gd name="connsiteY37" fmla="*/ 553182 h 1601150"/>
              <a:gd name="connsiteX38" fmla="*/ 1221431 w 3150006"/>
              <a:gd name="connsiteY38" fmla="*/ 800575 h 1601150"/>
              <a:gd name="connsiteX39" fmla="*/ 1253574 w 3150006"/>
              <a:gd name="connsiteY39" fmla="*/ 1047967 h 1601150"/>
              <a:gd name="connsiteX40" fmla="*/ 1285717 w 3150006"/>
              <a:gd name="connsiteY40" fmla="*/ 1271139 h 1601150"/>
              <a:gd name="connsiteX41" fmla="*/ 1317860 w 3150006"/>
              <a:gd name="connsiteY41" fmla="*/ 1448255 h 1601150"/>
              <a:gd name="connsiteX42" fmla="*/ 1350003 w 3150006"/>
              <a:gd name="connsiteY42" fmla="*/ 1561967 h 1601150"/>
              <a:gd name="connsiteX43" fmla="*/ 1382146 w 3150006"/>
              <a:gd name="connsiteY43" fmla="*/ 1601150 h 1601150"/>
              <a:gd name="connsiteX44" fmla="*/ 1414289 w 3150006"/>
              <a:gd name="connsiteY44" fmla="*/ 1561967 h 1601150"/>
              <a:gd name="connsiteX45" fmla="*/ 1446431 w 3150006"/>
              <a:gd name="connsiteY45" fmla="*/ 1448255 h 1601150"/>
              <a:gd name="connsiteX46" fmla="*/ 1478575 w 3150006"/>
              <a:gd name="connsiteY46" fmla="*/ 1271139 h 1601150"/>
              <a:gd name="connsiteX47" fmla="*/ 1510717 w 3150006"/>
              <a:gd name="connsiteY47" fmla="*/ 1047967 h 1601150"/>
              <a:gd name="connsiteX48" fmla="*/ 1542860 w 3150006"/>
              <a:gd name="connsiteY48" fmla="*/ 800575 h 1601150"/>
              <a:gd name="connsiteX49" fmla="*/ 1575003 w 3150006"/>
              <a:gd name="connsiteY49" fmla="*/ 553182 h 1601150"/>
              <a:gd name="connsiteX50" fmla="*/ 1607146 w 3150006"/>
              <a:gd name="connsiteY50" fmla="*/ 330011 h 1601150"/>
              <a:gd name="connsiteX51" fmla="*/ 1639289 w 3150006"/>
              <a:gd name="connsiteY51" fmla="*/ 152895 h 1601150"/>
              <a:gd name="connsiteX52" fmla="*/ 1671432 w 3150006"/>
              <a:gd name="connsiteY52" fmla="*/ 39183 h 1601150"/>
              <a:gd name="connsiteX53" fmla="*/ 1703575 w 3150006"/>
              <a:gd name="connsiteY53" fmla="*/ 0 h 1601150"/>
              <a:gd name="connsiteX54" fmla="*/ 1735718 w 3150006"/>
              <a:gd name="connsiteY54" fmla="*/ 39183 h 1601150"/>
              <a:gd name="connsiteX55" fmla="*/ 1767861 w 3150006"/>
              <a:gd name="connsiteY55" fmla="*/ 152895 h 1601150"/>
              <a:gd name="connsiteX56" fmla="*/ 1800004 w 3150006"/>
              <a:gd name="connsiteY56" fmla="*/ 330011 h 1601150"/>
              <a:gd name="connsiteX57" fmla="*/ 1832146 w 3150006"/>
              <a:gd name="connsiteY57" fmla="*/ 553182 h 1601150"/>
              <a:gd name="connsiteX58" fmla="*/ 1864289 w 3150006"/>
              <a:gd name="connsiteY58" fmla="*/ 800575 h 1601150"/>
              <a:gd name="connsiteX59" fmla="*/ 1896433 w 3150006"/>
              <a:gd name="connsiteY59" fmla="*/ 1047967 h 1601150"/>
              <a:gd name="connsiteX60" fmla="*/ 1928575 w 3150006"/>
              <a:gd name="connsiteY60" fmla="*/ 1271139 h 1601150"/>
              <a:gd name="connsiteX61" fmla="*/ 1960718 w 3150006"/>
              <a:gd name="connsiteY61" fmla="*/ 1448255 h 1601150"/>
              <a:gd name="connsiteX62" fmla="*/ 1992861 w 3150006"/>
              <a:gd name="connsiteY62" fmla="*/ 1561967 h 1601150"/>
              <a:gd name="connsiteX63" fmla="*/ 2025004 w 3150006"/>
              <a:gd name="connsiteY63" fmla="*/ 1601150 h 1601150"/>
              <a:gd name="connsiteX64" fmla="*/ 2057147 w 3150006"/>
              <a:gd name="connsiteY64" fmla="*/ 1561967 h 1601150"/>
              <a:gd name="connsiteX65" fmla="*/ 2089290 w 3150006"/>
              <a:gd name="connsiteY65" fmla="*/ 1448255 h 1601150"/>
              <a:gd name="connsiteX66" fmla="*/ 2121433 w 3150006"/>
              <a:gd name="connsiteY66" fmla="*/ 1271139 h 1601150"/>
              <a:gd name="connsiteX67" fmla="*/ 2153576 w 3150006"/>
              <a:gd name="connsiteY67" fmla="*/ 1047967 h 1601150"/>
              <a:gd name="connsiteX68" fmla="*/ 2185719 w 3150006"/>
              <a:gd name="connsiteY68" fmla="*/ 800575 h 1601150"/>
              <a:gd name="connsiteX69" fmla="*/ 2217862 w 3150006"/>
              <a:gd name="connsiteY69" fmla="*/ 553182 h 1601150"/>
              <a:gd name="connsiteX70" fmla="*/ 2250005 w 3150006"/>
              <a:gd name="connsiteY70" fmla="*/ 330011 h 1601150"/>
              <a:gd name="connsiteX71" fmla="*/ 2282148 w 3150006"/>
              <a:gd name="connsiteY71" fmla="*/ 152895 h 1601150"/>
              <a:gd name="connsiteX72" fmla="*/ 2314291 w 3150006"/>
              <a:gd name="connsiteY72" fmla="*/ 39183 h 1601150"/>
              <a:gd name="connsiteX73" fmla="*/ 2346433 w 3150006"/>
              <a:gd name="connsiteY73" fmla="*/ 0 h 1601150"/>
              <a:gd name="connsiteX74" fmla="*/ 2378576 w 3150006"/>
              <a:gd name="connsiteY74" fmla="*/ 39183 h 1601150"/>
              <a:gd name="connsiteX75" fmla="*/ 2410719 w 3150006"/>
              <a:gd name="connsiteY75" fmla="*/ 152895 h 1601150"/>
              <a:gd name="connsiteX76" fmla="*/ 2442862 w 3150006"/>
              <a:gd name="connsiteY76" fmla="*/ 330011 h 1601150"/>
              <a:gd name="connsiteX77" fmla="*/ 2475005 w 3150006"/>
              <a:gd name="connsiteY77" fmla="*/ 553182 h 1601150"/>
              <a:gd name="connsiteX78" fmla="*/ 2507148 w 3150006"/>
              <a:gd name="connsiteY78" fmla="*/ 800575 h 1601150"/>
              <a:gd name="connsiteX79" fmla="*/ 2539291 w 3150006"/>
              <a:gd name="connsiteY79" fmla="*/ 1047967 h 1601150"/>
              <a:gd name="connsiteX80" fmla="*/ 2571434 w 3150006"/>
              <a:gd name="connsiteY80" fmla="*/ 1271139 h 1601150"/>
              <a:gd name="connsiteX81" fmla="*/ 2603577 w 3150006"/>
              <a:gd name="connsiteY81" fmla="*/ 1448255 h 1601150"/>
              <a:gd name="connsiteX82" fmla="*/ 2635720 w 3150006"/>
              <a:gd name="connsiteY82" fmla="*/ 1561967 h 1601150"/>
              <a:gd name="connsiteX83" fmla="*/ 2667862 w 3150006"/>
              <a:gd name="connsiteY83" fmla="*/ 1601150 h 1601150"/>
              <a:gd name="connsiteX84" fmla="*/ 2700006 w 3150006"/>
              <a:gd name="connsiteY84" fmla="*/ 1561967 h 1601150"/>
              <a:gd name="connsiteX85" fmla="*/ 2732148 w 3150006"/>
              <a:gd name="connsiteY85" fmla="*/ 1448255 h 1601150"/>
              <a:gd name="connsiteX86" fmla="*/ 2764291 w 3150006"/>
              <a:gd name="connsiteY86" fmla="*/ 1271139 h 1601150"/>
              <a:gd name="connsiteX87" fmla="*/ 2796434 w 3150006"/>
              <a:gd name="connsiteY87" fmla="*/ 1047967 h 1601150"/>
              <a:gd name="connsiteX88" fmla="*/ 2828577 w 3150006"/>
              <a:gd name="connsiteY88" fmla="*/ 800575 h 1601150"/>
              <a:gd name="connsiteX89" fmla="*/ 2860720 w 3150006"/>
              <a:gd name="connsiteY89" fmla="*/ 553182 h 1601150"/>
              <a:gd name="connsiteX90" fmla="*/ 2892863 w 3150006"/>
              <a:gd name="connsiteY90" fmla="*/ 330011 h 1601150"/>
              <a:gd name="connsiteX91" fmla="*/ 2925006 w 3150006"/>
              <a:gd name="connsiteY91" fmla="*/ 152895 h 1601150"/>
              <a:gd name="connsiteX92" fmla="*/ 2957149 w 3150006"/>
              <a:gd name="connsiteY92" fmla="*/ 39183 h 1601150"/>
              <a:gd name="connsiteX93" fmla="*/ 2989292 w 3150006"/>
              <a:gd name="connsiteY93" fmla="*/ 0 h 1601150"/>
              <a:gd name="connsiteX94" fmla="*/ 3021435 w 3150006"/>
              <a:gd name="connsiteY94" fmla="*/ 39183 h 1601150"/>
              <a:gd name="connsiteX95" fmla="*/ 3053578 w 3150006"/>
              <a:gd name="connsiteY95" fmla="*/ 152895 h 1601150"/>
              <a:gd name="connsiteX96" fmla="*/ 3085721 w 3150006"/>
              <a:gd name="connsiteY96" fmla="*/ 330011 h 1601150"/>
              <a:gd name="connsiteX97" fmla="*/ 3117864 w 3150006"/>
              <a:gd name="connsiteY97" fmla="*/ 553182 h 1601150"/>
              <a:gd name="connsiteX98" fmla="*/ 3150006 w 3150006"/>
              <a:gd name="connsiteY98" fmla="*/ 800575 h 1601150"/>
              <a:gd name="connsiteX0" fmla="*/ 0 w 3117863"/>
              <a:gd name="connsiteY0" fmla="*/ 1448255 h 1601150"/>
              <a:gd name="connsiteX1" fmla="*/ 32143 w 3117863"/>
              <a:gd name="connsiteY1" fmla="*/ 1561967 h 1601150"/>
              <a:gd name="connsiteX2" fmla="*/ 64286 w 3117863"/>
              <a:gd name="connsiteY2" fmla="*/ 1601150 h 1601150"/>
              <a:gd name="connsiteX3" fmla="*/ 96429 w 3117863"/>
              <a:gd name="connsiteY3" fmla="*/ 1561967 h 1601150"/>
              <a:gd name="connsiteX4" fmla="*/ 128571 w 3117863"/>
              <a:gd name="connsiteY4" fmla="*/ 1448255 h 1601150"/>
              <a:gd name="connsiteX5" fmla="*/ 160714 w 3117863"/>
              <a:gd name="connsiteY5" fmla="*/ 1271139 h 1601150"/>
              <a:gd name="connsiteX6" fmla="*/ 192857 w 3117863"/>
              <a:gd name="connsiteY6" fmla="*/ 1047967 h 1601150"/>
              <a:gd name="connsiteX7" fmla="*/ 225000 w 3117863"/>
              <a:gd name="connsiteY7" fmla="*/ 800575 h 1601150"/>
              <a:gd name="connsiteX8" fmla="*/ 257143 w 3117863"/>
              <a:gd name="connsiteY8" fmla="*/ 553182 h 1601150"/>
              <a:gd name="connsiteX9" fmla="*/ 289286 w 3117863"/>
              <a:gd name="connsiteY9" fmla="*/ 330011 h 1601150"/>
              <a:gd name="connsiteX10" fmla="*/ 321429 w 3117863"/>
              <a:gd name="connsiteY10" fmla="*/ 152895 h 1601150"/>
              <a:gd name="connsiteX11" fmla="*/ 353572 w 3117863"/>
              <a:gd name="connsiteY11" fmla="*/ 39183 h 1601150"/>
              <a:gd name="connsiteX12" fmla="*/ 385715 w 3117863"/>
              <a:gd name="connsiteY12" fmla="*/ 0 h 1601150"/>
              <a:gd name="connsiteX13" fmla="*/ 417858 w 3117863"/>
              <a:gd name="connsiteY13" fmla="*/ 39183 h 1601150"/>
              <a:gd name="connsiteX14" fmla="*/ 450001 w 3117863"/>
              <a:gd name="connsiteY14" fmla="*/ 152895 h 1601150"/>
              <a:gd name="connsiteX15" fmla="*/ 482144 w 3117863"/>
              <a:gd name="connsiteY15" fmla="*/ 330011 h 1601150"/>
              <a:gd name="connsiteX16" fmla="*/ 514287 w 3117863"/>
              <a:gd name="connsiteY16" fmla="*/ 553182 h 1601150"/>
              <a:gd name="connsiteX17" fmla="*/ 546430 w 3117863"/>
              <a:gd name="connsiteY17" fmla="*/ 800575 h 1601150"/>
              <a:gd name="connsiteX18" fmla="*/ 578572 w 3117863"/>
              <a:gd name="connsiteY18" fmla="*/ 1047967 h 1601150"/>
              <a:gd name="connsiteX19" fmla="*/ 610715 w 3117863"/>
              <a:gd name="connsiteY19" fmla="*/ 1271139 h 1601150"/>
              <a:gd name="connsiteX20" fmla="*/ 642858 w 3117863"/>
              <a:gd name="connsiteY20" fmla="*/ 1448255 h 1601150"/>
              <a:gd name="connsiteX21" fmla="*/ 675001 w 3117863"/>
              <a:gd name="connsiteY21" fmla="*/ 1561967 h 1601150"/>
              <a:gd name="connsiteX22" fmla="*/ 707144 w 3117863"/>
              <a:gd name="connsiteY22" fmla="*/ 1601150 h 1601150"/>
              <a:gd name="connsiteX23" fmla="*/ 739287 w 3117863"/>
              <a:gd name="connsiteY23" fmla="*/ 1561967 h 1601150"/>
              <a:gd name="connsiteX24" fmla="*/ 771430 w 3117863"/>
              <a:gd name="connsiteY24" fmla="*/ 1448255 h 1601150"/>
              <a:gd name="connsiteX25" fmla="*/ 803573 w 3117863"/>
              <a:gd name="connsiteY25" fmla="*/ 1271139 h 1601150"/>
              <a:gd name="connsiteX26" fmla="*/ 835716 w 3117863"/>
              <a:gd name="connsiteY26" fmla="*/ 1047967 h 1601150"/>
              <a:gd name="connsiteX27" fmla="*/ 867859 w 3117863"/>
              <a:gd name="connsiteY27" fmla="*/ 800575 h 1601150"/>
              <a:gd name="connsiteX28" fmla="*/ 900001 w 3117863"/>
              <a:gd name="connsiteY28" fmla="*/ 553182 h 1601150"/>
              <a:gd name="connsiteX29" fmla="*/ 932145 w 3117863"/>
              <a:gd name="connsiteY29" fmla="*/ 330011 h 1601150"/>
              <a:gd name="connsiteX30" fmla="*/ 964288 w 3117863"/>
              <a:gd name="connsiteY30" fmla="*/ 152895 h 1601150"/>
              <a:gd name="connsiteX31" fmla="*/ 996430 w 3117863"/>
              <a:gd name="connsiteY31" fmla="*/ 39183 h 1601150"/>
              <a:gd name="connsiteX32" fmla="*/ 1028573 w 3117863"/>
              <a:gd name="connsiteY32" fmla="*/ 0 h 1601150"/>
              <a:gd name="connsiteX33" fmla="*/ 1060716 w 3117863"/>
              <a:gd name="connsiteY33" fmla="*/ 39183 h 1601150"/>
              <a:gd name="connsiteX34" fmla="*/ 1092859 w 3117863"/>
              <a:gd name="connsiteY34" fmla="*/ 152895 h 1601150"/>
              <a:gd name="connsiteX35" fmla="*/ 1125002 w 3117863"/>
              <a:gd name="connsiteY35" fmla="*/ 330011 h 1601150"/>
              <a:gd name="connsiteX36" fmla="*/ 1157145 w 3117863"/>
              <a:gd name="connsiteY36" fmla="*/ 553182 h 1601150"/>
              <a:gd name="connsiteX37" fmla="*/ 1189288 w 3117863"/>
              <a:gd name="connsiteY37" fmla="*/ 800575 h 1601150"/>
              <a:gd name="connsiteX38" fmla="*/ 1221431 w 3117863"/>
              <a:gd name="connsiteY38" fmla="*/ 1047967 h 1601150"/>
              <a:gd name="connsiteX39" fmla="*/ 1253574 w 3117863"/>
              <a:gd name="connsiteY39" fmla="*/ 1271139 h 1601150"/>
              <a:gd name="connsiteX40" fmla="*/ 1285717 w 3117863"/>
              <a:gd name="connsiteY40" fmla="*/ 1448255 h 1601150"/>
              <a:gd name="connsiteX41" fmla="*/ 1317860 w 3117863"/>
              <a:gd name="connsiteY41" fmla="*/ 1561967 h 1601150"/>
              <a:gd name="connsiteX42" fmla="*/ 1350003 w 3117863"/>
              <a:gd name="connsiteY42" fmla="*/ 1601150 h 1601150"/>
              <a:gd name="connsiteX43" fmla="*/ 1382146 w 3117863"/>
              <a:gd name="connsiteY43" fmla="*/ 1561967 h 1601150"/>
              <a:gd name="connsiteX44" fmla="*/ 1414288 w 3117863"/>
              <a:gd name="connsiteY44" fmla="*/ 1448255 h 1601150"/>
              <a:gd name="connsiteX45" fmla="*/ 1446432 w 3117863"/>
              <a:gd name="connsiteY45" fmla="*/ 1271139 h 1601150"/>
              <a:gd name="connsiteX46" fmla="*/ 1478574 w 3117863"/>
              <a:gd name="connsiteY46" fmla="*/ 1047967 h 1601150"/>
              <a:gd name="connsiteX47" fmla="*/ 1510717 w 3117863"/>
              <a:gd name="connsiteY47" fmla="*/ 800575 h 1601150"/>
              <a:gd name="connsiteX48" fmla="*/ 1542860 w 3117863"/>
              <a:gd name="connsiteY48" fmla="*/ 553182 h 1601150"/>
              <a:gd name="connsiteX49" fmla="*/ 1575003 w 3117863"/>
              <a:gd name="connsiteY49" fmla="*/ 330011 h 1601150"/>
              <a:gd name="connsiteX50" fmla="*/ 1607146 w 3117863"/>
              <a:gd name="connsiteY50" fmla="*/ 152895 h 1601150"/>
              <a:gd name="connsiteX51" fmla="*/ 1639289 w 3117863"/>
              <a:gd name="connsiteY51" fmla="*/ 39183 h 1601150"/>
              <a:gd name="connsiteX52" fmla="*/ 1671432 w 3117863"/>
              <a:gd name="connsiteY52" fmla="*/ 0 h 1601150"/>
              <a:gd name="connsiteX53" fmla="*/ 1703575 w 3117863"/>
              <a:gd name="connsiteY53" fmla="*/ 39183 h 1601150"/>
              <a:gd name="connsiteX54" fmla="*/ 1735718 w 3117863"/>
              <a:gd name="connsiteY54" fmla="*/ 152895 h 1601150"/>
              <a:gd name="connsiteX55" fmla="*/ 1767861 w 3117863"/>
              <a:gd name="connsiteY55" fmla="*/ 330011 h 1601150"/>
              <a:gd name="connsiteX56" fmla="*/ 1800003 w 3117863"/>
              <a:gd name="connsiteY56" fmla="*/ 553182 h 1601150"/>
              <a:gd name="connsiteX57" fmla="*/ 1832146 w 3117863"/>
              <a:gd name="connsiteY57" fmla="*/ 800575 h 1601150"/>
              <a:gd name="connsiteX58" fmla="*/ 1864290 w 3117863"/>
              <a:gd name="connsiteY58" fmla="*/ 1047967 h 1601150"/>
              <a:gd name="connsiteX59" fmla="*/ 1896432 w 3117863"/>
              <a:gd name="connsiteY59" fmla="*/ 1271139 h 1601150"/>
              <a:gd name="connsiteX60" fmla="*/ 1928575 w 3117863"/>
              <a:gd name="connsiteY60" fmla="*/ 1448255 h 1601150"/>
              <a:gd name="connsiteX61" fmla="*/ 1960718 w 3117863"/>
              <a:gd name="connsiteY61" fmla="*/ 1561967 h 1601150"/>
              <a:gd name="connsiteX62" fmla="*/ 1992861 w 3117863"/>
              <a:gd name="connsiteY62" fmla="*/ 1601150 h 1601150"/>
              <a:gd name="connsiteX63" fmla="*/ 2025004 w 3117863"/>
              <a:gd name="connsiteY63" fmla="*/ 1561967 h 1601150"/>
              <a:gd name="connsiteX64" fmla="*/ 2057147 w 3117863"/>
              <a:gd name="connsiteY64" fmla="*/ 1448255 h 1601150"/>
              <a:gd name="connsiteX65" fmla="*/ 2089290 w 3117863"/>
              <a:gd name="connsiteY65" fmla="*/ 1271139 h 1601150"/>
              <a:gd name="connsiteX66" fmla="*/ 2121433 w 3117863"/>
              <a:gd name="connsiteY66" fmla="*/ 1047967 h 1601150"/>
              <a:gd name="connsiteX67" fmla="*/ 2153576 w 3117863"/>
              <a:gd name="connsiteY67" fmla="*/ 800575 h 1601150"/>
              <a:gd name="connsiteX68" fmla="*/ 2185719 w 3117863"/>
              <a:gd name="connsiteY68" fmla="*/ 553182 h 1601150"/>
              <a:gd name="connsiteX69" fmla="*/ 2217862 w 3117863"/>
              <a:gd name="connsiteY69" fmla="*/ 330011 h 1601150"/>
              <a:gd name="connsiteX70" fmla="*/ 2250005 w 3117863"/>
              <a:gd name="connsiteY70" fmla="*/ 152895 h 1601150"/>
              <a:gd name="connsiteX71" fmla="*/ 2282148 w 3117863"/>
              <a:gd name="connsiteY71" fmla="*/ 39183 h 1601150"/>
              <a:gd name="connsiteX72" fmla="*/ 2314290 w 3117863"/>
              <a:gd name="connsiteY72" fmla="*/ 0 h 1601150"/>
              <a:gd name="connsiteX73" fmla="*/ 2346433 w 3117863"/>
              <a:gd name="connsiteY73" fmla="*/ 39183 h 1601150"/>
              <a:gd name="connsiteX74" fmla="*/ 2378576 w 3117863"/>
              <a:gd name="connsiteY74" fmla="*/ 152895 h 1601150"/>
              <a:gd name="connsiteX75" fmla="*/ 2410719 w 3117863"/>
              <a:gd name="connsiteY75" fmla="*/ 330011 h 1601150"/>
              <a:gd name="connsiteX76" fmla="*/ 2442862 w 3117863"/>
              <a:gd name="connsiteY76" fmla="*/ 553182 h 1601150"/>
              <a:gd name="connsiteX77" fmla="*/ 2475005 w 3117863"/>
              <a:gd name="connsiteY77" fmla="*/ 800575 h 1601150"/>
              <a:gd name="connsiteX78" fmla="*/ 2507148 w 3117863"/>
              <a:gd name="connsiteY78" fmla="*/ 1047967 h 1601150"/>
              <a:gd name="connsiteX79" fmla="*/ 2539291 w 3117863"/>
              <a:gd name="connsiteY79" fmla="*/ 1271139 h 1601150"/>
              <a:gd name="connsiteX80" fmla="*/ 2571434 w 3117863"/>
              <a:gd name="connsiteY80" fmla="*/ 1448255 h 1601150"/>
              <a:gd name="connsiteX81" fmla="*/ 2603577 w 3117863"/>
              <a:gd name="connsiteY81" fmla="*/ 1561967 h 1601150"/>
              <a:gd name="connsiteX82" fmla="*/ 2635719 w 3117863"/>
              <a:gd name="connsiteY82" fmla="*/ 1601150 h 1601150"/>
              <a:gd name="connsiteX83" fmla="*/ 2667863 w 3117863"/>
              <a:gd name="connsiteY83" fmla="*/ 1561967 h 1601150"/>
              <a:gd name="connsiteX84" fmla="*/ 2700005 w 3117863"/>
              <a:gd name="connsiteY84" fmla="*/ 1448255 h 1601150"/>
              <a:gd name="connsiteX85" fmla="*/ 2732148 w 3117863"/>
              <a:gd name="connsiteY85" fmla="*/ 1271139 h 1601150"/>
              <a:gd name="connsiteX86" fmla="*/ 2764291 w 3117863"/>
              <a:gd name="connsiteY86" fmla="*/ 1047967 h 1601150"/>
              <a:gd name="connsiteX87" fmla="*/ 2796434 w 3117863"/>
              <a:gd name="connsiteY87" fmla="*/ 800575 h 1601150"/>
              <a:gd name="connsiteX88" fmla="*/ 2828577 w 3117863"/>
              <a:gd name="connsiteY88" fmla="*/ 553182 h 1601150"/>
              <a:gd name="connsiteX89" fmla="*/ 2860720 w 3117863"/>
              <a:gd name="connsiteY89" fmla="*/ 330011 h 1601150"/>
              <a:gd name="connsiteX90" fmla="*/ 2892863 w 3117863"/>
              <a:gd name="connsiteY90" fmla="*/ 152895 h 1601150"/>
              <a:gd name="connsiteX91" fmla="*/ 2925006 w 3117863"/>
              <a:gd name="connsiteY91" fmla="*/ 39183 h 1601150"/>
              <a:gd name="connsiteX92" fmla="*/ 2957149 w 3117863"/>
              <a:gd name="connsiteY92" fmla="*/ 0 h 1601150"/>
              <a:gd name="connsiteX93" fmla="*/ 2989292 w 3117863"/>
              <a:gd name="connsiteY93" fmla="*/ 39183 h 1601150"/>
              <a:gd name="connsiteX94" fmla="*/ 3021435 w 3117863"/>
              <a:gd name="connsiteY94" fmla="*/ 152895 h 1601150"/>
              <a:gd name="connsiteX95" fmla="*/ 3053578 w 3117863"/>
              <a:gd name="connsiteY95" fmla="*/ 330011 h 1601150"/>
              <a:gd name="connsiteX96" fmla="*/ 3085721 w 3117863"/>
              <a:gd name="connsiteY96" fmla="*/ 553182 h 1601150"/>
              <a:gd name="connsiteX97" fmla="*/ 3117863 w 3117863"/>
              <a:gd name="connsiteY97" fmla="*/ 800575 h 1601150"/>
              <a:gd name="connsiteX0" fmla="*/ 0 w 3085720"/>
              <a:gd name="connsiteY0" fmla="*/ 1561967 h 1601150"/>
              <a:gd name="connsiteX1" fmla="*/ 32143 w 3085720"/>
              <a:gd name="connsiteY1" fmla="*/ 1601150 h 1601150"/>
              <a:gd name="connsiteX2" fmla="*/ 64286 w 3085720"/>
              <a:gd name="connsiteY2" fmla="*/ 1561967 h 1601150"/>
              <a:gd name="connsiteX3" fmla="*/ 96428 w 3085720"/>
              <a:gd name="connsiteY3" fmla="*/ 1448255 h 1601150"/>
              <a:gd name="connsiteX4" fmla="*/ 128571 w 3085720"/>
              <a:gd name="connsiteY4" fmla="*/ 1271139 h 1601150"/>
              <a:gd name="connsiteX5" fmla="*/ 160714 w 3085720"/>
              <a:gd name="connsiteY5" fmla="*/ 1047967 h 1601150"/>
              <a:gd name="connsiteX6" fmla="*/ 192857 w 3085720"/>
              <a:gd name="connsiteY6" fmla="*/ 800575 h 1601150"/>
              <a:gd name="connsiteX7" fmla="*/ 225000 w 3085720"/>
              <a:gd name="connsiteY7" fmla="*/ 553182 h 1601150"/>
              <a:gd name="connsiteX8" fmla="*/ 257143 w 3085720"/>
              <a:gd name="connsiteY8" fmla="*/ 330011 h 1601150"/>
              <a:gd name="connsiteX9" fmla="*/ 289286 w 3085720"/>
              <a:gd name="connsiteY9" fmla="*/ 152895 h 1601150"/>
              <a:gd name="connsiteX10" fmla="*/ 321429 w 3085720"/>
              <a:gd name="connsiteY10" fmla="*/ 39183 h 1601150"/>
              <a:gd name="connsiteX11" fmla="*/ 353572 w 3085720"/>
              <a:gd name="connsiteY11" fmla="*/ 0 h 1601150"/>
              <a:gd name="connsiteX12" fmla="*/ 385715 w 3085720"/>
              <a:gd name="connsiteY12" fmla="*/ 39183 h 1601150"/>
              <a:gd name="connsiteX13" fmla="*/ 417858 w 3085720"/>
              <a:gd name="connsiteY13" fmla="*/ 152895 h 1601150"/>
              <a:gd name="connsiteX14" fmla="*/ 450001 w 3085720"/>
              <a:gd name="connsiteY14" fmla="*/ 330011 h 1601150"/>
              <a:gd name="connsiteX15" fmla="*/ 482144 w 3085720"/>
              <a:gd name="connsiteY15" fmla="*/ 553182 h 1601150"/>
              <a:gd name="connsiteX16" fmla="*/ 514287 w 3085720"/>
              <a:gd name="connsiteY16" fmla="*/ 800575 h 1601150"/>
              <a:gd name="connsiteX17" fmla="*/ 546429 w 3085720"/>
              <a:gd name="connsiteY17" fmla="*/ 1047967 h 1601150"/>
              <a:gd name="connsiteX18" fmla="*/ 578572 w 3085720"/>
              <a:gd name="connsiteY18" fmla="*/ 1271139 h 1601150"/>
              <a:gd name="connsiteX19" fmla="*/ 610715 w 3085720"/>
              <a:gd name="connsiteY19" fmla="*/ 1448255 h 1601150"/>
              <a:gd name="connsiteX20" fmla="*/ 642858 w 3085720"/>
              <a:gd name="connsiteY20" fmla="*/ 1561967 h 1601150"/>
              <a:gd name="connsiteX21" fmla="*/ 675001 w 3085720"/>
              <a:gd name="connsiteY21" fmla="*/ 1601150 h 1601150"/>
              <a:gd name="connsiteX22" fmla="*/ 707144 w 3085720"/>
              <a:gd name="connsiteY22" fmla="*/ 1561967 h 1601150"/>
              <a:gd name="connsiteX23" fmla="*/ 739287 w 3085720"/>
              <a:gd name="connsiteY23" fmla="*/ 1448255 h 1601150"/>
              <a:gd name="connsiteX24" fmla="*/ 771430 w 3085720"/>
              <a:gd name="connsiteY24" fmla="*/ 1271139 h 1601150"/>
              <a:gd name="connsiteX25" fmla="*/ 803573 w 3085720"/>
              <a:gd name="connsiteY25" fmla="*/ 1047967 h 1601150"/>
              <a:gd name="connsiteX26" fmla="*/ 835716 w 3085720"/>
              <a:gd name="connsiteY26" fmla="*/ 800575 h 1601150"/>
              <a:gd name="connsiteX27" fmla="*/ 867858 w 3085720"/>
              <a:gd name="connsiteY27" fmla="*/ 553182 h 1601150"/>
              <a:gd name="connsiteX28" fmla="*/ 900002 w 3085720"/>
              <a:gd name="connsiteY28" fmla="*/ 330011 h 1601150"/>
              <a:gd name="connsiteX29" fmla="*/ 932145 w 3085720"/>
              <a:gd name="connsiteY29" fmla="*/ 152895 h 1601150"/>
              <a:gd name="connsiteX30" fmla="*/ 964287 w 3085720"/>
              <a:gd name="connsiteY30" fmla="*/ 39183 h 1601150"/>
              <a:gd name="connsiteX31" fmla="*/ 996430 w 3085720"/>
              <a:gd name="connsiteY31" fmla="*/ 0 h 1601150"/>
              <a:gd name="connsiteX32" fmla="*/ 1028573 w 3085720"/>
              <a:gd name="connsiteY32" fmla="*/ 39183 h 1601150"/>
              <a:gd name="connsiteX33" fmla="*/ 1060716 w 3085720"/>
              <a:gd name="connsiteY33" fmla="*/ 152895 h 1601150"/>
              <a:gd name="connsiteX34" fmla="*/ 1092859 w 3085720"/>
              <a:gd name="connsiteY34" fmla="*/ 330011 h 1601150"/>
              <a:gd name="connsiteX35" fmla="*/ 1125002 w 3085720"/>
              <a:gd name="connsiteY35" fmla="*/ 553182 h 1601150"/>
              <a:gd name="connsiteX36" fmla="*/ 1157145 w 3085720"/>
              <a:gd name="connsiteY36" fmla="*/ 800575 h 1601150"/>
              <a:gd name="connsiteX37" fmla="*/ 1189288 w 3085720"/>
              <a:gd name="connsiteY37" fmla="*/ 1047967 h 1601150"/>
              <a:gd name="connsiteX38" fmla="*/ 1221431 w 3085720"/>
              <a:gd name="connsiteY38" fmla="*/ 1271139 h 1601150"/>
              <a:gd name="connsiteX39" fmla="*/ 1253574 w 3085720"/>
              <a:gd name="connsiteY39" fmla="*/ 1448255 h 1601150"/>
              <a:gd name="connsiteX40" fmla="*/ 1285717 w 3085720"/>
              <a:gd name="connsiteY40" fmla="*/ 1561967 h 1601150"/>
              <a:gd name="connsiteX41" fmla="*/ 1317860 w 3085720"/>
              <a:gd name="connsiteY41" fmla="*/ 1601150 h 1601150"/>
              <a:gd name="connsiteX42" fmla="*/ 1350003 w 3085720"/>
              <a:gd name="connsiteY42" fmla="*/ 1561967 h 1601150"/>
              <a:gd name="connsiteX43" fmla="*/ 1382145 w 3085720"/>
              <a:gd name="connsiteY43" fmla="*/ 1448255 h 1601150"/>
              <a:gd name="connsiteX44" fmla="*/ 1414289 w 3085720"/>
              <a:gd name="connsiteY44" fmla="*/ 1271139 h 1601150"/>
              <a:gd name="connsiteX45" fmla="*/ 1446431 w 3085720"/>
              <a:gd name="connsiteY45" fmla="*/ 1047967 h 1601150"/>
              <a:gd name="connsiteX46" fmla="*/ 1478574 w 3085720"/>
              <a:gd name="connsiteY46" fmla="*/ 800575 h 1601150"/>
              <a:gd name="connsiteX47" fmla="*/ 1510717 w 3085720"/>
              <a:gd name="connsiteY47" fmla="*/ 553182 h 1601150"/>
              <a:gd name="connsiteX48" fmla="*/ 1542860 w 3085720"/>
              <a:gd name="connsiteY48" fmla="*/ 330011 h 1601150"/>
              <a:gd name="connsiteX49" fmla="*/ 1575003 w 3085720"/>
              <a:gd name="connsiteY49" fmla="*/ 152895 h 1601150"/>
              <a:gd name="connsiteX50" fmla="*/ 1607146 w 3085720"/>
              <a:gd name="connsiteY50" fmla="*/ 39183 h 1601150"/>
              <a:gd name="connsiteX51" fmla="*/ 1639289 w 3085720"/>
              <a:gd name="connsiteY51" fmla="*/ 0 h 1601150"/>
              <a:gd name="connsiteX52" fmla="*/ 1671432 w 3085720"/>
              <a:gd name="connsiteY52" fmla="*/ 39183 h 1601150"/>
              <a:gd name="connsiteX53" fmla="*/ 1703575 w 3085720"/>
              <a:gd name="connsiteY53" fmla="*/ 152895 h 1601150"/>
              <a:gd name="connsiteX54" fmla="*/ 1735718 w 3085720"/>
              <a:gd name="connsiteY54" fmla="*/ 330011 h 1601150"/>
              <a:gd name="connsiteX55" fmla="*/ 1767860 w 3085720"/>
              <a:gd name="connsiteY55" fmla="*/ 553182 h 1601150"/>
              <a:gd name="connsiteX56" fmla="*/ 1800003 w 3085720"/>
              <a:gd name="connsiteY56" fmla="*/ 800575 h 1601150"/>
              <a:gd name="connsiteX57" fmla="*/ 1832147 w 3085720"/>
              <a:gd name="connsiteY57" fmla="*/ 1047967 h 1601150"/>
              <a:gd name="connsiteX58" fmla="*/ 1864289 w 3085720"/>
              <a:gd name="connsiteY58" fmla="*/ 1271139 h 1601150"/>
              <a:gd name="connsiteX59" fmla="*/ 1896432 w 3085720"/>
              <a:gd name="connsiteY59" fmla="*/ 1448255 h 1601150"/>
              <a:gd name="connsiteX60" fmla="*/ 1928575 w 3085720"/>
              <a:gd name="connsiteY60" fmla="*/ 1561967 h 1601150"/>
              <a:gd name="connsiteX61" fmla="*/ 1960718 w 3085720"/>
              <a:gd name="connsiteY61" fmla="*/ 1601150 h 1601150"/>
              <a:gd name="connsiteX62" fmla="*/ 1992861 w 3085720"/>
              <a:gd name="connsiteY62" fmla="*/ 1561967 h 1601150"/>
              <a:gd name="connsiteX63" fmla="*/ 2025004 w 3085720"/>
              <a:gd name="connsiteY63" fmla="*/ 1448255 h 1601150"/>
              <a:gd name="connsiteX64" fmla="*/ 2057147 w 3085720"/>
              <a:gd name="connsiteY64" fmla="*/ 1271139 h 1601150"/>
              <a:gd name="connsiteX65" fmla="*/ 2089290 w 3085720"/>
              <a:gd name="connsiteY65" fmla="*/ 1047967 h 1601150"/>
              <a:gd name="connsiteX66" fmla="*/ 2121433 w 3085720"/>
              <a:gd name="connsiteY66" fmla="*/ 800575 h 1601150"/>
              <a:gd name="connsiteX67" fmla="*/ 2153576 w 3085720"/>
              <a:gd name="connsiteY67" fmla="*/ 553182 h 1601150"/>
              <a:gd name="connsiteX68" fmla="*/ 2185719 w 3085720"/>
              <a:gd name="connsiteY68" fmla="*/ 330011 h 1601150"/>
              <a:gd name="connsiteX69" fmla="*/ 2217862 w 3085720"/>
              <a:gd name="connsiteY69" fmla="*/ 152895 h 1601150"/>
              <a:gd name="connsiteX70" fmla="*/ 2250005 w 3085720"/>
              <a:gd name="connsiteY70" fmla="*/ 39183 h 1601150"/>
              <a:gd name="connsiteX71" fmla="*/ 2282147 w 3085720"/>
              <a:gd name="connsiteY71" fmla="*/ 0 h 1601150"/>
              <a:gd name="connsiteX72" fmla="*/ 2314290 w 3085720"/>
              <a:gd name="connsiteY72" fmla="*/ 39183 h 1601150"/>
              <a:gd name="connsiteX73" fmla="*/ 2346433 w 3085720"/>
              <a:gd name="connsiteY73" fmla="*/ 152895 h 1601150"/>
              <a:gd name="connsiteX74" fmla="*/ 2378576 w 3085720"/>
              <a:gd name="connsiteY74" fmla="*/ 330011 h 1601150"/>
              <a:gd name="connsiteX75" fmla="*/ 2410719 w 3085720"/>
              <a:gd name="connsiteY75" fmla="*/ 553182 h 1601150"/>
              <a:gd name="connsiteX76" fmla="*/ 2442862 w 3085720"/>
              <a:gd name="connsiteY76" fmla="*/ 800575 h 1601150"/>
              <a:gd name="connsiteX77" fmla="*/ 2475005 w 3085720"/>
              <a:gd name="connsiteY77" fmla="*/ 1047967 h 1601150"/>
              <a:gd name="connsiteX78" fmla="*/ 2507148 w 3085720"/>
              <a:gd name="connsiteY78" fmla="*/ 1271139 h 1601150"/>
              <a:gd name="connsiteX79" fmla="*/ 2539291 w 3085720"/>
              <a:gd name="connsiteY79" fmla="*/ 1448255 h 1601150"/>
              <a:gd name="connsiteX80" fmla="*/ 2571434 w 3085720"/>
              <a:gd name="connsiteY80" fmla="*/ 1561967 h 1601150"/>
              <a:gd name="connsiteX81" fmla="*/ 2603576 w 3085720"/>
              <a:gd name="connsiteY81" fmla="*/ 1601150 h 1601150"/>
              <a:gd name="connsiteX82" fmla="*/ 2635720 w 3085720"/>
              <a:gd name="connsiteY82" fmla="*/ 1561967 h 1601150"/>
              <a:gd name="connsiteX83" fmla="*/ 2667862 w 3085720"/>
              <a:gd name="connsiteY83" fmla="*/ 1448255 h 1601150"/>
              <a:gd name="connsiteX84" fmla="*/ 2700005 w 3085720"/>
              <a:gd name="connsiteY84" fmla="*/ 1271139 h 1601150"/>
              <a:gd name="connsiteX85" fmla="*/ 2732148 w 3085720"/>
              <a:gd name="connsiteY85" fmla="*/ 1047967 h 1601150"/>
              <a:gd name="connsiteX86" fmla="*/ 2764291 w 3085720"/>
              <a:gd name="connsiteY86" fmla="*/ 800575 h 1601150"/>
              <a:gd name="connsiteX87" fmla="*/ 2796434 w 3085720"/>
              <a:gd name="connsiteY87" fmla="*/ 553182 h 1601150"/>
              <a:gd name="connsiteX88" fmla="*/ 2828577 w 3085720"/>
              <a:gd name="connsiteY88" fmla="*/ 330011 h 1601150"/>
              <a:gd name="connsiteX89" fmla="*/ 2860720 w 3085720"/>
              <a:gd name="connsiteY89" fmla="*/ 152895 h 1601150"/>
              <a:gd name="connsiteX90" fmla="*/ 2892863 w 3085720"/>
              <a:gd name="connsiteY90" fmla="*/ 39183 h 1601150"/>
              <a:gd name="connsiteX91" fmla="*/ 2925006 w 3085720"/>
              <a:gd name="connsiteY91" fmla="*/ 0 h 1601150"/>
              <a:gd name="connsiteX92" fmla="*/ 2957149 w 3085720"/>
              <a:gd name="connsiteY92" fmla="*/ 39183 h 1601150"/>
              <a:gd name="connsiteX93" fmla="*/ 2989292 w 3085720"/>
              <a:gd name="connsiteY93" fmla="*/ 152895 h 1601150"/>
              <a:gd name="connsiteX94" fmla="*/ 3021435 w 3085720"/>
              <a:gd name="connsiteY94" fmla="*/ 330011 h 1601150"/>
              <a:gd name="connsiteX95" fmla="*/ 3053578 w 3085720"/>
              <a:gd name="connsiteY95" fmla="*/ 553182 h 1601150"/>
              <a:gd name="connsiteX96" fmla="*/ 3085720 w 3085720"/>
              <a:gd name="connsiteY96" fmla="*/ 800575 h 1601150"/>
              <a:gd name="connsiteX0" fmla="*/ 0 w 3053577"/>
              <a:gd name="connsiteY0" fmla="*/ 1601150 h 1601150"/>
              <a:gd name="connsiteX1" fmla="*/ 32143 w 3053577"/>
              <a:gd name="connsiteY1" fmla="*/ 1561967 h 1601150"/>
              <a:gd name="connsiteX2" fmla="*/ 64285 w 3053577"/>
              <a:gd name="connsiteY2" fmla="*/ 1448255 h 1601150"/>
              <a:gd name="connsiteX3" fmla="*/ 96428 w 3053577"/>
              <a:gd name="connsiteY3" fmla="*/ 1271139 h 1601150"/>
              <a:gd name="connsiteX4" fmla="*/ 128571 w 3053577"/>
              <a:gd name="connsiteY4" fmla="*/ 1047967 h 1601150"/>
              <a:gd name="connsiteX5" fmla="*/ 160714 w 3053577"/>
              <a:gd name="connsiteY5" fmla="*/ 800575 h 1601150"/>
              <a:gd name="connsiteX6" fmla="*/ 192857 w 3053577"/>
              <a:gd name="connsiteY6" fmla="*/ 553182 h 1601150"/>
              <a:gd name="connsiteX7" fmla="*/ 225000 w 3053577"/>
              <a:gd name="connsiteY7" fmla="*/ 330011 h 1601150"/>
              <a:gd name="connsiteX8" fmla="*/ 257143 w 3053577"/>
              <a:gd name="connsiteY8" fmla="*/ 152895 h 1601150"/>
              <a:gd name="connsiteX9" fmla="*/ 289286 w 3053577"/>
              <a:gd name="connsiteY9" fmla="*/ 39183 h 1601150"/>
              <a:gd name="connsiteX10" fmla="*/ 321429 w 3053577"/>
              <a:gd name="connsiteY10" fmla="*/ 0 h 1601150"/>
              <a:gd name="connsiteX11" fmla="*/ 353572 w 3053577"/>
              <a:gd name="connsiteY11" fmla="*/ 39183 h 1601150"/>
              <a:gd name="connsiteX12" fmla="*/ 385715 w 3053577"/>
              <a:gd name="connsiteY12" fmla="*/ 152895 h 1601150"/>
              <a:gd name="connsiteX13" fmla="*/ 417858 w 3053577"/>
              <a:gd name="connsiteY13" fmla="*/ 330011 h 1601150"/>
              <a:gd name="connsiteX14" fmla="*/ 450001 w 3053577"/>
              <a:gd name="connsiteY14" fmla="*/ 553182 h 1601150"/>
              <a:gd name="connsiteX15" fmla="*/ 482144 w 3053577"/>
              <a:gd name="connsiteY15" fmla="*/ 800575 h 1601150"/>
              <a:gd name="connsiteX16" fmla="*/ 514286 w 3053577"/>
              <a:gd name="connsiteY16" fmla="*/ 1047967 h 1601150"/>
              <a:gd name="connsiteX17" fmla="*/ 546429 w 3053577"/>
              <a:gd name="connsiteY17" fmla="*/ 1271139 h 1601150"/>
              <a:gd name="connsiteX18" fmla="*/ 578572 w 3053577"/>
              <a:gd name="connsiteY18" fmla="*/ 1448255 h 1601150"/>
              <a:gd name="connsiteX19" fmla="*/ 610715 w 3053577"/>
              <a:gd name="connsiteY19" fmla="*/ 1561967 h 1601150"/>
              <a:gd name="connsiteX20" fmla="*/ 642858 w 3053577"/>
              <a:gd name="connsiteY20" fmla="*/ 1601150 h 1601150"/>
              <a:gd name="connsiteX21" fmla="*/ 675001 w 3053577"/>
              <a:gd name="connsiteY21" fmla="*/ 1561967 h 1601150"/>
              <a:gd name="connsiteX22" fmla="*/ 707144 w 3053577"/>
              <a:gd name="connsiteY22" fmla="*/ 1448255 h 1601150"/>
              <a:gd name="connsiteX23" fmla="*/ 739287 w 3053577"/>
              <a:gd name="connsiteY23" fmla="*/ 1271139 h 1601150"/>
              <a:gd name="connsiteX24" fmla="*/ 771430 w 3053577"/>
              <a:gd name="connsiteY24" fmla="*/ 1047967 h 1601150"/>
              <a:gd name="connsiteX25" fmla="*/ 803573 w 3053577"/>
              <a:gd name="connsiteY25" fmla="*/ 800575 h 1601150"/>
              <a:gd name="connsiteX26" fmla="*/ 835715 w 3053577"/>
              <a:gd name="connsiteY26" fmla="*/ 553182 h 1601150"/>
              <a:gd name="connsiteX27" fmla="*/ 867859 w 3053577"/>
              <a:gd name="connsiteY27" fmla="*/ 330011 h 1601150"/>
              <a:gd name="connsiteX28" fmla="*/ 900002 w 3053577"/>
              <a:gd name="connsiteY28" fmla="*/ 152895 h 1601150"/>
              <a:gd name="connsiteX29" fmla="*/ 932144 w 3053577"/>
              <a:gd name="connsiteY29" fmla="*/ 39183 h 1601150"/>
              <a:gd name="connsiteX30" fmla="*/ 964287 w 3053577"/>
              <a:gd name="connsiteY30" fmla="*/ 0 h 1601150"/>
              <a:gd name="connsiteX31" fmla="*/ 996430 w 3053577"/>
              <a:gd name="connsiteY31" fmla="*/ 39183 h 1601150"/>
              <a:gd name="connsiteX32" fmla="*/ 1028573 w 3053577"/>
              <a:gd name="connsiteY32" fmla="*/ 152895 h 1601150"/>
              <a:gd name="connsiteX33" fmla="*/ 1060716 w 3053577"/>
              <a:gd name="connsiteY33" fmla="*/ 330011 h 1601150"/>
              <a:gd name="connsiteX34" fmla="*/ 1092859 w 3053577"/>
              <a:gd name="connsiteY34" fmla="*/ 553182 h 1601150"/>
              <a:gd name="connsiteX35" fmla="*/ 1125002 w 3053577"/>
              <a:gd name="connsiteY35" fmla="*/ 800575 h 1601150"/>
              <a:gd name="connsiteX36" fmla="*/ 1157145 w 3053577"/>
              <a:gd name="connsiteY36" fmla="*/ 1047967 h 1601150"/>
              <a:gd name="connsiteX37" fmla="*/ 1189288 w 3053577"/>
              <a:gd name="connsiteY37" fmla="*/ 1271139 h 1601150"/>
              <a:gd name="connsiteX38" fmla="*/ 1221431 w 3053577"/>
              <a:gd name="connsiteY38" fmla="*/ 1448255 h 1601150"/>
              <a:gd name="connsiteX39" fmla="*/ 1253574 w 3053577"/>
              <a:gd name="connsiteY39" fmla="*/ 1561967 h 1601150"/>
              <a:gd name="connsiteX40" fmla="*/ 1285717 w 3053577"/>
              <a:gd name="connsiteY40" fmla="*/ 1601150 h 1601150"/>
              <a:gd name="connsiteX41" fmla="*/ 1317860 w 3053577"/>
              <a:gd name="connsiteY41" fmla="*/ 1561967 h 1601150"/>
              <a:gd name="connsiteX42" fmla="*/ 1350002 w 3053577"/>
              <a:gd name="connsiteY42" fmla="*/ 1448255 h 1601150"/>
              <a:gd name="connsiteX43" fmla="*/ 1382146 w 3053577"/>
              <a:gd name="connsiteY43" fmla="*/ 1271139 h 1601150"/>
              <a:gd name="connsiteX44" fmla="*/ 1414288 w 3053577"/>
              <a:gd name="connsiteY44" fmla="*/ 1047967 h 1601150"/>
              <a:gd name="connsiteX45" fmla="*/ 1446431 w 3053577"/>
              <a:gd name="connsiteY45" fmla="*/ 800575 h 1601150"/>
              <a:gd name="connsiteX46" fmla="*/ 1478574 w 3053577"/>
              <a:gd name="connsiteY46" fmla="*/ 553182 h 1601150"/>
              <a:gd name="connsiteX47" fmla="*/ 1510717 w 3053577"/>
              <a:gd name="connsiteY47" fmla="*/ 330011 h 1601150"/>
              <a:gd name="connsiteX48" fmla="*/ 1542860 w 3053577"/>
              <a:gd name="connsiteY48" fmla="*/ 152895 h 1601150"/>
              <a:gd name="connsiteX49" fmla="*/ 1575003 w 3053577"/>
              <a:gd name="connsiteY49" fmla="*/ 39183 h 1601150"/>
              <a:gd name="connsiteX50" fmla="*/ 1607146 w 3053577"/>
              <a:gd name="connsiteY50" fmla="*/ 0 h 1601150"/>
              <a:gd name="connsiteX51" fmla="*/ 1639289 w 3053577"/>
              <a:gd name="connsiteY51" fmla="*/ 39183 h 1601150"/>
              <a:gd name="connsiteX52" fmla="*/ 1671432 w 3053577"/>
              <a:gd name="connsiteY52" fmla="*/ 152895 h 1601150"/>
              <a:gd name="connsiteX53" fmla="*/ 1703575 w 3053577"/>
              <a:gd name="connsiteY53" fmla="*/ 330011 h 1601150"/>
              <a:gd name="connsiteX54" fmla="*/ 1735717 w 3053577"/>
              <a:gd name="connsiteY54" fmla="*/ 553182 h 1601150"/>
              <a:gd name="connsiteX55" fmla="*/ 1767860 w 3053577"/>
              <a:gd name="connsiteY55" fmla="*/ 800575 h 1601150"/>
              <a:gd name="connsiteX56" fmla="*/ 1800004 w 3053577"/>
              <a:gd name="connsiteY56" fmla="*/ 1047967 h 1601150"/>
              <a:gd name="connsiteX57" fmla="*/ 1832146 w 3053577"/>
              <a:gd name="connsiteY57" fmla="*/ 1271139 h 1601150"/>
              <a:gd name="connsiteX58" fmla="*/ 1864289 w 3053577"/>
              <a:gd name="connsiteY58" fmla="*/ 1448255 h 1601150"/>
              <a:gd name="connsiteX59" fmla="*/ 1896432 w 3053577"/>
              <a:gd name="connsiteY59" fmla="*/ 1561967 h 1601150"/>
              <a:gd name="connsiteX60" fmla="*/ 1928575 w 3053577"/>
              <a:gd name="connsiteY60" fmla="*/ 1601150 h 1601150"/>
              <a:gd name="connsiteX61" fmla="*/ 1960718 w 3053577"/>
              <a:gd name="connsiteY61" fmla="*/ 1561967 h 1601150"/>
              <a:gd name="connsiteX62" fmla="*/ 1992861 w 3053577"/>
              <a:gd name="connsiteY62" fmla="*/ 1448255 h 1601150"/>
              <a:gd name="connsiteX63" fmla="*/ 2025004 w 3053577"/>
              <a:gd name="connsiteY63" fmla="*/ 1271139 h 1601150"/>
              <a:gd name="connsiteX64" fmla="*/ 2057147 w 3053577"/>
              <a:gd name="connsiteY64" fmla="*/ 1047967 h 1601150"/>
              <a:gd name="connsiteX65" fmla="*/ 2089290 w 3053577"/>
              <a:gd name="connsiteY65" fmla="*/ 800575 h 1601150"/>
              <a:gd name="connsiteX66" fmla="*/ 2121433 w 3053577"/>
              <a:gd name="connsiteY66" fmla="*/ 553182 h 1601150"/>
              <a:gd name="connsiteX67" fmla="*/ 2153576 w 3053577"/>
              <a:gd name="connsiteY67" fmla="*/ 330011 h 1601150"/>
              <a:gd name="connsiteX68" fmla="*/ 2185719 w 3053577"/>
              <a:gd name="connsiteY68" fmla="*/ 152895 h 1601150"/>
              <a:gd name="connsiteX69" fmla="*/ 2217862 w 3053577"/>
              <a:gd name="connsiteY69" fmla="*/ 39183 h 1601150"/>
              <a:gd name="connsiteX70" fmla="*/ 2250004 w 3053577"/>
              <a:gd name="connsiteY70" fmla="*/ 0 h 1601150"/>
              <a:gd name="connsiteX71" fmla="*/ 2282147 w 3053577"/>
              <a:gd name="connsiteY71" fmla="*/ 39183 h 1601150"/>
              <a:gd name="connsiteX72" fmla="*/ 2314290 w 3053577"/>
              <a:gd name="connsiteY72" fmla="*/ 152895 h 1601150"/>
              <a:gd name="connsiteX73" fmla="*/ 2346433 w 3053577"/>
              <a:gd name="connsiteY73" fmla="*/ 330011 h 1601150"/>
              <a:gd name="connsiteX74" fmla="*/ 2378576 w 3053577"/>
              <a:gd name="connsiteY74" fmla="*/ 553182 h 1601150"/>
              <a:gd name="connsiteX75" fmla="*/ 2410719 w 3053577"/>
              <a:gd name="connsiteY75" fmla="*/ 800575 h 1601150"/>
              <a:gd name="connsiteX76" fmla="*/ 2442862 w 3053577"/>
              <a:gd name="connsiteY76" fmla="*/ 1047967 h 1601150"/>
              <a:gd name="connsiteX77" fmla="*/ 2475005 w 3053577"/>
              <a:gd name="connsiteY77" fmla="*/ 1271139 h 1601150"/>
              <a:gd name="connsiteX78" fmla="*/ 2507148 w 3053577"/>
              <a:gd name="connsiteY78" fmla="*/ 1448255 h 1601150"/>
              <a:gd name="connsiteX79" fmla="*/ 2539291 w 3053577"/>
              <a:gd name="connsiteY79" fmla="*/ 1561967 h 1601150"/>
              <a:gd name="connsiteX80" fmla="*/ 2571433 w 3053577"/>
              <a:gd name="connsiteY80" fmla="*/ 1601150 h 1601150"/>
              <a:gd name="connsiteX81" fmla="*/ 2603577 w 3053577"/>
              <a:gd name="connsiteY81" fmla="*/ 1561967 h 1601150"/>
              <a:gd name="connsiteX82" fmla="*/ 2635719 w 3053577"/>
              <a:gd name="connsiteY82" fmla="*/ 1448255 h 1601150"/>
              <a:gd name="connsiteX83" fmla="*/ 2667862 w 3053577"/>
              <a:gd name="connsiteY83" fmla="*/ 1271139 h 1601150"/>
              <a:gd name="connsiteX84" fmla="*/ 2700005 w 3053577"/>
              <a:gd name="connsiteY84" fmla="*/ 1047967 h 1601150"/>
              <a:gd name="connsiteX85" fmla="*/ 2732148 w 3053577"/>
              <a:gd name="connsiteY85" fmla="*/ 800575 h 1601150"/>
              <a:gd name="connsiteX86" fmla="*/ 2764291 w 3053577"/>
              <a:gd name="connsiteY86" fmla="*/ 553182 h 1601150"/>
              <a:gd name="connsiteX87" fmla="*/ 2796434 w 3053577"/>
              <a:gd name="connsiteY87" fmla="*/ 330011 h 1601150"/>
              <a:gd name="connsiteX88" fmla="*/ 2828577 w 3053577"/>
              <a:gd name="connsiteY88" fmla="*/ 152895 h 1601150"/>
              <a:gd name="connsiteX89" fmla="*/ 2860720 w 3053577"/>
              <a:gd name="connsiteY89" fmla="*/ 39183 h 1601150"/>
              <a:gd name="connsiteX90" fmla="*/ 2892863 w 3053577"/>
              <a:gd name="connsiteY90" fmla="*/ 0 h 1601150"/>
              <a:gd name="connsiteX91" fmla="*/ 2925006 w 3053577"/>
              <a:gd name="connsiteY91" fmla="*/ 39183 h 1601150"/>
              <a:gd name="connsiteX92" fmla="*/ 2957149 w 3053577"/>
              <a:gd name="connsiteY92" fmla="*/ 152895 h 1601150"/>
              <a:gd name="connsiteX93" fmla="*/ 2989292 w 3053577"/>
              <a:gd name="connsiteY93" fmla="*/ 330011 h 1601150"/>
              <a:gd name="connsiteX94" fmla="*/ 3021435 w 3053577"/>
              <a:gd name="connsiteY94" fmla="*/ 553182 h 1601150"/>
              <a:gd name="connsiteX95" fmla="*/ 3053577 w 3053577"/>
              <a:gd name="connsiteY95" fmla="*/ 800575 h 1601150"/>
              <a:gd name="connsiteX0" fmla="*/ 0 w 3021434"/>
              <a:gd name="connsiteY0" fmla="*/ 1561967 h 1601150"/>
              <a:gd name="connsiteX1" fmla="*/ 32142 w 3021434"/>
              <a:gd name="connsiteY1" fmla="*/ 1448255 h 1601150"/>
              <a:gd name="connsiteX2" fmla="*/ 64285 w 3021434"/>
              <a:gd name="connsiteY2" fmla="*/ 1271139 h 1601150"/>
              <a:gd name="connsiteX3" fmla="*/ 96428 w 3021434"/>
              <a:gd name="connsiteY3" fmla="*/ 1047967 h 1601150"/>
              <a:gd name="connsiteX4" fmla="*/ 128571 w 3021434"/>
              <a:gd name="connsiteY4" fmla="*/ 800575 h 1601150"/>
              <a:gd name="connsiteX5" fmla="*/ 160714 w 3021434"/>
              <a:gd name="connsiteY5" fmla="*/ 553182 h 1601150"/>
              <a:gd name="connsiteX6" fmla="*/ 192857 w 3021434"/>
              <a:gd name="connsiteY6" fmla="*/ 330011 h 1601150"/>
              <a:gd name="connsiteX7" fmla="*/ 225000 w 3021434"/>
              <a:gd name="connsiteY7" fmla="*/ 152895 h 1601150"/>
              <a:gd name="connsiteX8" fmla="*/ 257143 w 3021434"/>
              <a:gd name="connsiteY8" fmla="*/ 39183 h 1601150"/>
              <a:gd name="connsiteX9" fmla="*/ 289286 w 3021434"/>
              <a:gd name="connsiteY9" fmla="*/ 0 h 1601150"/>
              <a:gd name="connsiteX10" fmla="*/ 321429 w 3021434"/>
              <a:gd name="connsiteY10" fmla="*/ 39183 h 1601150"/>
              <a:gd name="connsiteX11" fmla="*/ 353572 w 3021434"/>
              <a:gd name="connsiteY11" fmla="*/ 152895 h 1601150"/>
              <a:gd name="connsiteX12" fmla="*/ 385715 w 3021434"/>
              <a:gd name="connsiteY12" fmla="*/ 330011 h 1601150"/>
              <a:gd name="connsiteX13" fmla="*/ 417858 w 3021434"/>
              <a:gd name="connsiteY13" fmla="*/ 553182 h 1601150"/>
              <a:gd name="connsiteX14" fmla="*/ 450001 w 3021434"/>
              <a:gd name="connsiteY14" fmla="*/ 800575 h 1601150"/>
              <a:gd name="connsiteX15" fmla="*/ 482143 w 3021434"/>
              <a:gd name="connsiteY15" fmla="*/ 1047967 h 1601150"/>
              <a:gd name="connsiteX16" fmla="*/ 514286 w 3021434"/>
              <a:gd name="connsiteY16" fmla="*/ 1271139 h 1601150"/>
              <a:gd name="connsiteX17" fmla="*/ 546429 w 3021434"/>
              <a:gd name="connsiteY17" fmla="*/ 1448255 h 1601150"/>
              <a:gd name="connsiteX18" fmla="*/ 578572 w 3021434"/>
              <a:gd name="connsiteY18" fmla="*/ 1561967 h 1601150"/>
              <a:gd name="connsiteX19" fmla="*/ 610715 w 3021434"/>
              <a:gd name="connsiteY19" fmla="*/ 1601150 h 1601150"/>
              <a:gd name="connsiteX20" fmla="*/ 642858 w 3021434"/>
              <a:gd name="connsiteY20" fmla="*/ 1561967 h 1601150"/>
              <a:gd name="connsiteX21" fmla="*/ 675001 w 3021434"/>
              <a:gd name="connsiteY21" fmla="*/ 1448255 h 1601150"/>
              <a:gd name="connsiteX22" fmla="*/ 707144 w 3021434"/>
              <a:gd name="connsiteY22" fmla="*/ 1271139 h 1601150"/>
              <a:gd name="connsiteX23" fmla="*/ 739287 w 3021434"/>
              <a:gd name="connsiteY23" fmla="*/ 1047967 h 1601150"/>
              <a:gd name="connsiteX24" fmla="*/ 771430 w 3021434"/>
              <a:gd name="connsiteY24" fmla="*/ 800575 h 1601150"/>
              <a:gd name="connsiteX25" fmla="*/ 803572 w 3021434"/>
              <a:gd name="connsiteY25" fmla="*/ 553182 h 1601150"/>
              <a:gd name="connsiteX26" fmla="*/ 835716 w 3021434"/>
              <a:gd name="connsiteY26" fmla="*/ 330011 h 1601150"/>
              <a:gd name="connsiteX27" fmla="*/ 867859 w 3021434"/>
              <a:gd name="connsiteY27" fmla="*/ 152895 h 1601150"/>
              <a:gd name="connsiteX28" fmla="*/ 900001 w 3021434"/>
              <a:gd name="connsiteY28" fmla="*/ 39183 h 1601150"/>
              <a:gd name="connsiteX29" fmla="*/ 932144 w 3021434"/>
              <a:gd name="connsiteY29" fmla="*/ 0 h 1601150"/>
              <a:gd name="connsiteX30" fmla="*/ 964287 w 3021434"/>
              <a:gd name="connsiteY30" fmla="*/ 39183 h 1601150"/>
              <a:gd name="connsiteX31" fmla="*/ 996430 w 3021434"/>
              <a:gd name="connsiteY31" fmla="*/ 152895 h 1601150"/>
              <a:gd name="connsiteX32" fmla="*/ 1028573 w 3021434"/>
              <a:gd name="connsiteY32" fmla="*/ 330011 h 1601150"/>
              <a:gd name="connsiteX33" fmla="*/ 1060716 w 3021434"/>
              <a:gd name="connsiteY33" fmla="*/ 553182 h 1601150"/>
              <a:gd name="connsiteX34" fmla="*/ 1092859 w 3021434"/>
              <a:gd name="connsiteY34" fmla="*/ 800575 h 1601150"/>
              <a:gd name="connsiteX35" fmla="*/ 1125002 w 3021434"/>
              <a:gd name="connsiteY35" fmla="*/ 1047967 h 1601150"/>
              <a:gd name="connsiteX36" fmla="*/ 1157145 w 3021434"/>
              <a:gd name="connsiteY36" fmla="*/ 1271139 h 1601150"/>
              <a:gd name="connsiteX37" fmla="*/ 1189288 w 3021434"/>
              <a:gd name="connsiteY37" fmla="*/ 1448255 h 1601150"/>
              <a:gd name="connsiteX38" fmla="*/ 1221431 w 3021434"/>
              <a:gd name="connsiteY38" fmla="*/ 1561967 h 1601150"/>
              <a:gd name="connsiteX39" fmla="*/ 1253574 w 3021434"/>
              <a:gd name="connsiteY39" fmla="*/ 1601150 h 1601150"/>
              <a:gd name="connsiteX40" fmla="*/ 1285717 w 3021434"/>
              <a:gd name="connsiteY40" fmla="*/ 1561967 h 1601150"/>
              <a:gd name="connsiteX41" fmla="*/ 1317859 w 3021434"/>
              <a:gd name="connsiteY41" fmla="*/ 1448255 h 1601150"/>
              <a:gd name="connsiteX42" fmla="*/ 1350003 w 3021434"/>
              <a:gd name="connsiteY42" fmla="*/ 1271139 h 1601150"/>
              <a:gd name="connsiteX43" fmla="*/ 1382145 w 3021434"/>
              <a:gd name="connsiteY43" fmla="*/ 1047967 h 1601150"/>
              <a:gd name="connsiteX44" fmla="*/ 1414288 w 3021434"/>
              <a:gd name="connsiteY44" fmla="*/ 800575 h 1601150"/>
              <a:gd name="connsiteX45" fmla="*/ 1446431 w 3021434"/>
              <a:gd name="connsiteY45" fmla="*/ 553182 h 1601150"/>
              <a:gd name="connsiteX46" fmla="*/ 1478574 w 3021434"/>
              <a:gd name="connsiteY46" fmla="*/ 330011 h 1601150"/>
              <a:gd name="connsiteX47" fmla="*/ 1510717 w 3021434"/>
              <a:gd name="connsiteY47" fmla="*/ 152895 h 1601150"/>
              <a:gd name="connsiteX48" fmla="*/ 1542860 w 3021434"/>
              <a:gd name="connsiteY48" fmla="*/ 39183 h 1601150"/>
              <a:gd name="connsiteX49" fmla="*/ 1575003 w 3021434"/>
              <a:gd name="connsiteY49" fmla="*/ 0 h 1601150"/>
              <a:gd name="connsiteX50" fmla="*/ 1607146 w 3021434"/>
              <a:gd name="connsiteY50" fmla="*/ 39183 h 1601150"/>
              <a:gd name="connsiteX51" fmla="*/ 1639289 w 3021434"/>
              <a:gd name="connsiteY51" fmla="*/ 152895 h 1601150"/>
              <a:gd name="connsiteX52" fmla="*/ 1671432 w 3021434"/>
              <a:gd name="connsiteY52" fmla="*/ 330011 h 1601150"/>
              <a:gd name="connsiteX53" fmla="*/ 1703574 w 3021434"/>
              <a:gd name="connsiteY53" fmla="*/ 553182 h 1601150"/>
              <a:gd name="connsiteX54" fmla="*/ 1735717 w 3021434"/>
              <a:gd name="connsiteY54" fmla="*/ 800575 h 1601150"/>
              <a:gd name="connsiteX55" fmla="*/ 1767861 w 3021434"/>
              <a:gd name="connsiteY55" fmla="*/ 1047967 h 1601150"/>
              <a:gd name="connsiteX56" fmla="*/ 1800003 w 3021434"/>
              <a:gd name="connsiteY56" fmla="*/ 1271139 h 1601150"/>
              <a:gd name="connsiteX57" fmla="*/ 1832146 w 3021434"/>
              <a:gd name="connsiteY57" fmla="*/ 1448255 h 1601150"/>
              <a:gd name="connsiteX58" fmla="*/ 1864289 w 3021434"/>
              <a:gd name="connsiteY58" fmla="*/ 1561967 h 1601150"/>
              <a:gd name="connsiteX59" fmla="*/ 1896432 w 3021434"/>
              <a:gd name="connsiteY59" fmla="*/ 1601150 h 1601150"/>
              <a:gd name="connsiteX60" fmla="*/ 1928575 w 3021434"/>
              <a:gd name="connsiteY60" fmla="*/ 1561967 h 1601150"/>
              <a:gd name="connsiteX61" fmla="*/ 1960718 w 3021434"/>
              <a:gd name="connsiteY61" fmla="*/ 1448255 h 1601150"/>
              <a:gd name="connsiteX62" fmla="*/ 1992861 w 3021434"/>
              <a:gd name="connsiteY62" fmla="*/ 1271139 h 1601150"/>
              <a:gd name="connsiteX63" fmla="*/ 2025004 w 3021434"/>
              <a:gd name="connsiteY63" fmla="*/ 1047967 h 1601150"/>
              <a:gd name="connsiteX64" fmla="*/ 2057147 w 3021434"/>
              <a:gd name="connsiteY64" fmla="*/ 800575 h 1601150"/>
              <a:gd name="connsiteX65" fmla="*/ 2089290 w 3021434"/>
              <a:gd name="connsiteY65" fmla="*/ 553182 h 1601150"/>
              <a:gd name="connsiteX66" fmla="*/ 2121433 w 3021434"/>
              <a:gd name="connsiteY66" fmla="*/ 330011 h 1601150"/>
              <a:gd name="connsiteX67" fmla="*/ 2153576 w 3021434"/>
              <a:gd name="connsiteY67" fmla="*/ 152895 h 1601150"/>
              <a:gd name="connsiteX68" fmla="*/ 2185719 w 3021434"/>
              <a:gd name="connsiteY68" fmla="*/ 39183 h 1601150"/>
              <a:gd name="connsiteX69" fmla="*/ 2217861 w 3021434"/>
              <a:gd name="connsiteY69" fmla="*/ 0 h 1601150"/>
              <a:gd name="connsiteX70" fmla="*/ 2250004 w 3021434"/>
              <a:gd name="connsiteY70" fmla="*/ 39183 h 1601150"/>
              <a:gd name="connsiteX71" fmla="*/ 2282147 w 3021434"/>
              <a:gd name="connsiteY71" fmla="*/ 152895 h 1601150"/>
              <a:gd name="connsiteX72" fmla="*/ 2314290 w 3021434"/>
              <a:gd name="connsiteY72" fmla="*/ 330011 h 1601150"/>
              <a:gd name="connsiteX73" fmla="*/ 2346433 w 3021434"/>
              <a:gd name="connsiteY73" fmla="*/ 553182 h 1601150"/>
              <a:gd name="connsiteX74" fmla="*/ 2378576 w 3021434"/>
              <a:gd name="connsiteY74" fmla="*/ 800575 h 1601150"/>
              <a:gd name="connsiteX75" fmla="*/ 2410719 w 3021434"/>
              <a:gd name="connsiteY75" fmla="*/ 1047967 h 1601150"/>
              <a:gd name="connsiteX76" fmla="*/ 2442862 w 3021434"/>
              <a:gd name="connsiteY76" fmla="*/ 1271139 h 1601150"/>
              <a:gd name="connsiteX77" fmla="*/ 2475005 w 3021434"/>
              <a:gd name="connsiteY77" fmla="*/ 1448255 h 1601150"/>
              <a:gd name="connsiteX78" fmla="*/ 2507148 w 3021434"/>
              <a:gd name="connsiteY78" fmla="*/ 1561967 h 1601150"/>
              <a:gd name="connsiteX79" fmla="*/ 2539290 w 3021434"/>
              <a:gd name="connsiteY79" fmla="*/ 1601150 h 1601150"/>
              <a:gd name="connsiteX80" fmla="*/ 2571434 w 3021434"/>
              <a:gd name="connsiteY80" fmla="*/ 1561967 h 1601150"/>
              <a:gd name="connsiteX81" fmla="*/ 2603576 w 3021434"/>
              <a:gd name="connsiteY81" fmla="*/ 1448255 h 1601150"/>
              <a:gd name="connsiteX82" fmla="*/ 2635719 w 3021434"/>
              <a:gd name="connsiteY82" fmla="*/ 1271139 h 1601150"/>
              <a:gd name="connsiteX83" fmla="*/ 2667862 w 3021434"/>
              <a:gd name="connsiteY83" fmla="*/ 1047967 h 1601150"/>
              <a:gd name="connsiteX84" fmla="*/ 2700005 w 3021434"/>
              <a:gd name="connsiteY84" fmla="*/ 800575 h 1601150"/>
              <a:gd name="connsiteX85" fmla="*/ 2732148 w 3021434"/>
              <a:gd name="connsiteY85" fmla="*/ 553182 h 1601150"/>
              <a:gd name="connsiteX86" fmla="*/ 2764291 w 3021434"/>
              <a:gd name="connsiteY86" fmla="*/ 330011 h 1601150"/>
              <a:gd name="connsiteX87" fmla="*/ 2796434 w 3021434"/>
              <a:gd name="connsiteY87" fmla="*/ 152895 h 1601150"/>
              <a:gd name="connsiteX88" fmla="*/ 2828577 w 3021434"/>
              <a:gd name="connsiteY88" fmla="*/ 39183 h 1601150"/>
              <a:gd name="connsiteX89" fmla="*/ 2860720 w 3021434"/>
              <a:gd name="connsiteY89" fmla="*/ 0 h 1601150"/>
              <a:gd name="connsiteX90" fmla="*/ 2892863 w 3021434"/>
              <a:gd name="connsiteY90" fmla="*/ 39183 h 1601150"/>
              <a:gd name="connsiteX91" fmla="*/ 2925006 w 3021434"/>
              <a:gd name="connsiteY91" fmla="*/ 152895 h 1601150"/>
              <a:gd name="connsiteX92" fmla="*/ 2957149 w 3021434"/>
              <a:gd name="connsiteY92" fmla="*/ 330011 h 1601150"/>
              <a:gd name="connsiteX93" fmla="*/ 2989292 w 3021434"/>
              <a:gd name="connsiteY93" fmla="*/ 553182 h 1601150"/>
              <a:gd name="connsiteX94" fmla="*/ 3021434 w 3021434"/>
              <a:gd name="connsiteY94" fmla="*/ 800575 h 1601150"/>
              <a:gd name="connsiteX0" fmla="*/ 0 w 2989292"/>
              <a:gd name="connsiteY0" fmla="*/ 1448255 h 1601150"/>
              <a:gd name="connsiteX1" fmla="*/ 32143 w 2989292"/>
              <a:gd name="connsiteY1" fmla="*/ 1271139 h 1601150"/>
              <a:gd name="connsiteX2" fmla="*/ 64286 w 2989292"/>
              <a:gd name="connsiteY2" fmla="*/ 1047967 h 1601150"/>
              <a:gd name="connsiteX3" fmla="*/ 96429 w 2989292"/>
              <a:gd name="connsiteY3" fmla="*/ 800575 h 1601150"/>
              <a:gd name="connsiteX4" fmla="*/ 128572 w 2989292"/>
              <a:gd name="connsiteY4" fmla="*/ 553182 h 1601150"/>
              <a:gd name="connsiteX5" fmla="*/ 160715 w 2989292"/>
              <a:gd name="connsiteY5" fmla="*/ 330011 h 1601150"/>
              <a:gd name="connsiteX6" fmla="*/ 192858 w 2989292"/>
              <a:gd name="connsiteY6" fmla="*/ 152895 h 1601150"/>
              <a:gd name="connsiteX7" fmla="*/ 225001 w 2989292"/>
              <a:gd name="connsiteY7" fmla="*/ 39183 h 1601150"/>
              <a:gd name="connsiteX8" fmla="*/ 257144 w 2989292"/>
              <a:gd name="connsiteY8" fmla="*/ 0 h 1601150"/>
              <a:gd name="connsiteX9" fmla="*/ 289287 w 2989292"/>
              <a:gd name="connsiteY9" fmla="*/ 39183 h 1601150"/>
              <a:gd name="connsiteX10" fmla="*/ 321430 w 2989292"/>
              <a:gd name="connsiteY10" fmla="*/ 152895 h 1601150"/>
              <a:gd name="connsiteX11" fmla="*/ 353573 w 2989292"/>
              <a:gd name="connsiteY11" fmla="*/ 330011 h 1601150"/>
              <a:gd name="connsiteX12" fmla="*/ 385716 w 2989292"/>
              <a:gd name="connsiteY12" fmla="*/ 553182 h 1601150"/>
              <a:gd name="connsiteX13" fmla="*/ 417859 w 2989292"/>
              <a:gd name="connsiteY13" fmla="*/ 800575 h 1601150"/>
              <a:gd name="connsiteX14" fmla="*/ 450001 w 2989292"/>
              <a:gd name="connsiteY14" fmla="*/ 1047967 h 1601150"/>
              <a:gd name="connsiteX15" fmla="*/ 482144 w 2989292"/>
              <a:gd name="connsiteY15" fmla="*/ 1271139 h 1601150"/>
              <a:gd name="connsiteX16" fmla="*/ 514287 w 2989292"/>
              <a:gd name="connsiteY16" fmla="*/ 1448255 h 1601150"/>
              <a:gd name="connsiteX17" fmla="*/ 546430 w 2989292"/>
              <a:gd name="connsiteY17" fmla="*/ 1561967 h 1601150"/>
              <a:gd name="connsiteX18" fmla="*/ 578573 w 2989292"/>
              <a:gd name="connsiteY18" fmla="*/ 1601150 h 1601150"/>
              <a:gd name="connsiteX19" fmla="*/ 610716 w 2989292"/>
              <a:gd name="connsiteY19" fmla="*/ 1561967 h 1601150"/>
              <a:gd name="connsiteX20" fmla="*/ 642859 w 2989292"/>
              <a:gd name="connsiteY20" fmla="*/ 1448255 h 1601150"/>
              <a:gd name="connsiteX21" fmla="*/ 675002 w 2989292"/>
              <a:gd name="connsiteY21" fmla="*/ 1271139 h 1601150"/>
              <a:gd name="connsiteX22" fmla="*/ 707145 w 2989292"/>
              <a:gd name="connsiteY22" fmla="*/ 1047967 h 1601150"/>
              <a:gd name="connsiteX23" fmla="*/ 739288 w 2989292"/>
              <a:gd name="connsiteY23" fmla="*/ 800575 h 1601150"/>
              <a:gd name="connsiteX24" fmla="*/ 771430 w 2989292"/>
              <a:gd name="connsiteY24" fmla="*/ 553182 h 1601150"/>
              <a:gd name="connsiteX25" fmla="*/ 803574 w 2989292"/>
              <a:gd name="connsiteY25" fmla="*/ 330011 h 1601150"/>
              <a:gd name="connsiteX26" fmla="*/ 835717 w 2989292"/>
              <a:gd name="connsiteY26" fmla="*/ 152895 h 1601150"/>
              <a:gd name="connsiteX27" fmla="*/ 867859 w 2989292"/>
              <a:gd name="connsiteY27" fmla="*/ 39183 h 1601150"/>
              <a:gd name="connsiteX28" fmla="*/ 900002 w 2989292"/>
              <a:gd name="connsiteY28" fmla="*/ 0 h 1601150"/>
              <a:gd name="connsiteX29" fmla="*/ 932145 w 2989292"/>
              <a:gd name="connsiteY29" fmla="*/ 39183 h 1601150"/>
              <a:gd name="connsiteX30" fmla="*/ 964288 w 2989292"/>
              <a:gd name="connsiteY30" fmla="*/ 152895 h 1601150"/>
              <a:gd name="connsiteX31" fmla="*/ 996431 w 2989292"/>
              <a:gd name="connsiteY31" fmla="*/ 330011 h 1601150"/>
              <a:gd name="connsiteX32" fmla="*/ 1028574 w 2989292"/>
              <a:gd name="connsiteY32" fmla="*/ 553182 h 1601150"/>
              <a:gd name="connsiteX33" fmla="*/ 1060717 w 2989292"/>
              <a:gd name="connsiteY33" fmla="*/ 800575 h 1601150"/>
              <a:gd name="connsiteX34" fmla="*/ 1092860 w 2989292"/>
              <a:gd name="connsiteY34" fmla="*/ 1047967 h 1601150"/>
              <a:gd name="connsiteX35" fmla="*/ 1125003 w 2989292"/>
              <a:gd name="connsiteY35" fmla="*/ 1271139 h 1601150"/>
              <a:gd name="connsiteX36" fmla="*/ 1157146 w 2989292"/>
              <a:gd name="connsiteY36" fmla="*/ 1448255 h 1601150"/>
              <a:gd name="connsiteX37" fmla="*/ 1189289 w 2989292"/>
              <a:gd name="connsiteY37" fmla="*/ 1561967 h 1601150"/>
              <a:gd name="connsiteX38" fmla="*/ 1221432 w 2989292"/>
              <a:gd name="connsiteY38" fmla="*/ 1601150 h 1601150"/>
              <a:gd name="connsiteX39" fmla="*/ 1253575 w 2989292"/>
              <a:gd name="connsiteY39" fmla="*/ 1561967 h 1601150"/>
              <a:gd name="connsiteX40" fmla="*/ 1285717 w 2989292"/>
              <a:gd name="connsiteY40" fmla="*/ 1448255 h 1601150"/>
              <a:gd name="connsiteX41" fmla="*/ 1317861 w 2989292"/>
              <a:gd name="connsiteY41" fmla="*/ 1271139 h 1601150"/>
              <a:gd name="connsiteX42" fmla="*/ 1350003 w 2989292"/>
              <a:gd name="connsiteY42" fmla="*/ 1047967 h 1601150"/>
              <a:gd name="connsiteX43" fmla="*/ 1382146 w 2989292"/>
              <a:gd name="connsiteY43" fmla="*/ 800575 h 1601150"/>
              <a:gd name="connsiteX44" fmla="*/ 1414289 w 2989292"/>
              <a:gd name="connsiteY44" fmla="*/ 553182 h 1601150"/>
              <a:gd name="connsiteX45" fmla="*/ 1446432 w 2989292"/>
              <a:gd name="connsiteY45" fmla="*/ 330011 h 1601150"/>
              <a:gd name="connsiteX46" fmla="*/ 1478575 w 2989292"/>
              <a:gd name="connsiteY46" fmla="*/ 152895 h 1601150"/>
              <a:gd name="connsiteX47" fmla="*/ 1510718 w 2989292"/>
              <a:gd name="connsiteY47" fmla="*/ 39183 h 1601150"/>
              <a:gd name="connsiteX48" fmla="*/ 1542861 w 2989292"/>
              <a:gd name="connsiteY48" fmla="*/ 0 h 1601150"/>
              <a:gd name="connsiteX49" fmla="*/ 1575004 w 2989292"/>
              <a:gd name="connsiteY49" fmla="*/ 39183 h 1601150"/>
              <a:gd name="connsiteX50" fmla="*/ 1607147 w 2989292"/>
              <a:gd name="connsiteY50" fmla="*/ 152895 h 1601150"/>
              <a:gd name="connsiteX51" fmla="*/ 1639290 w 2989292"/>
              <a:gd name="connsiteY51" fmla="*/ 330011 h 1601150"/>
              <a:gd name="connsiteX52" fmla="*/ 1671432 w 2989292"/>
              <a:gd name="connsiteY52" fmla="*/ 553182 h 1601150"/>
              <a:gd name="connsiteX53" fmla="*/ 1703575 w 2989292"/>
              <a:gd name="connsiteY53" fmla="*/ 800575 h 1601150"/>
              <a:gd name="connsiteX54" fmla="*/ 1735719 w 2989292"/>
              <a:gd name="connsiteY54" fmla="*/ 1047967 h 1601150"/>
              <a:gd name="connsiteX55" fmla="*/ 1767861 w 2989292"/>
              <a:gd name="connsiteY55" fmla="*/ 1271139 h 1601150"/>
              <a:gd name="connsiteX56" fmla="*/ 1800004 w 2989292"/>
              <a:gd name="connsiteY56" fmla="*/ 1448255 h 1601150"/>
              <a:gd name="connsiteX57" fmla="*/ 1832147 w 2989292"/>
              <a:gd name="connsiteY57" fmla="*/ 1561967 h 1601150"/>
              <a:gd name="connsiteX58" fmla="*/ 1864290 w 2989292"/>
              <a:gd name="connsiteY58" fmla="*/ 1601150 h 1601150"/>
              <a:gd name="connsiteX59" fmla="*/ 1896433 w 2989292"/>
              <a:gd name="connsiteY59" fmla="*/ 1561967 h 1601150"/>
              <a:gd name="connsiteX60" fmla="*/ 1928576 w 2989292"/>
              <a:gd name="connsiteY60" fmla="*/ 1448255 h 1601150"/>
              <a:gd name="connsiteX61" fmla="*/ 1960719 w 2989292"/>
              <a:gd name="connsiteY61" fmla="*/ 1271139 h 1601150"/>
              <a:gd name="connsiteX62" fmla="*/ 1992862 w 2989292"/>
              <a:gd name="connsiteY62" fmla="*/ 1047967 h 1601150"/>
              <a:gd name="connsiteX63" fmla="*/ 2025005 w 2989292"/>
              <a:gd name="connsiteY63" fmla="*/ 800575 h 1601150"/>
              <a:gd name="connsiteX64" fmla="*/ 2057148 w 2989292"/>
              <a:gd name="connsiteY64" fmla="*/ 553182 h 1601150"/>
              <a:gd name="connsiteX65" fmla="*/ 2089291 w 2989292"/>
              <a:gd name="connsiteY65" fmla="*/ 330011 h 1601150"/>
              <a:gd name="connsiteX66" fmla="*/ 2121434 w 2989292"/>
              <a:gd name="connsiteY66" fmla="*/ 152895 h 1601150"/>
              <a:gd name="connsiteX67" fmla="*/ 2153577 w 2989292"/>
              <a:gd name="connsiteY67" fmla="*/ 39183 h 1601150"/>
              <a:gd name="connsiteX68" fmla="*/ 2185719 w 2989292"/>
              <a:gd name="connsiteY68" fmla="*/ 0 h 1601150"/>
              <a:gd name="connsiteX69" fmla="*/ 2217862 w 2989292"/>
              <a:gd name="connsiteY69" fmla="*/ 39183 h 1601150"/>
              <a:gd name="connsiteX70" fmla="*/ 2250005 w 2989292"/>
              <a:gd name="connsiteY70" fmla="*/ 152895 h 1601150"/>
              <a:gd name="connsiteX71" fmla="*/ 2282148 w 2989292"/>
              <a:gd name="connsiteY71" fmla="*/ 330011 h 1601150"/>
              <a:gd name="connsiteX72" fmla="*/ 2314291 w 2989292"/>
              <a:gd name="connsiteY72" fmla="*/ 553182 h 1601150"/>
              <a:gd name="connsiteX73" fmla="*/ 2346434 w 2989292"/>
              <a:gd name="connsiteY73" fmla="*/ 800575 h 1601150"/>
              <a:gd name="connsiteX74" fmla="*/ 2378577 w 2989292"/>
              <a:gd name="connsiteY74" fmla="*/ 1047967 h 1601150"/>
              <a:gd name="connsiteX75" fmla="*/ 2410720 w 2989292"/>
              <a:gd name="connsiteY75" fmla="*/ 1271139 h 1601150"/>
              <a:gd name="connsiteX76" fmla="*/ 2442863 w 2989292"/>
              <a:gd name="connsiteY76" fmla="*/ 1448255 h 1601150"/>
              <a:gd name="connsiteX77" fmla="*/ 2475006 w 2989292"/>
              <a:gd name="connsiteY77" fmla="*/ 1561967 h 1601150"/>
              <a:gd name="connsiteX78" fmla="*/ 2507148 w 2989292"/>
              <a:gd name="connsiteY78" fmla="*/ 1601150 h 1601150"/>
              <a:gd name="connsiteX79" fmla="*/ 2539292 w 2989292"/>
              <a:gd name="connsiteY79" fmla="*/ 1561967 h 1601150"/>
              <a:gd name="connsiteX80" fmla="*/ 2571434 w 2989292"/>
              <a:gd name="connsiteY80" fmla="*/ 1448255 h 1601150"/>
              <a:gd name="connsiteX81" fmla="*/ 2603577 w 2989292"/>
              <a:gd name="connsiteY81" fmla="*/ 1271139 h 1601150"/>
              <a:gd name="connsiteX82" fmla="*/ 2635720 w 2989292"/>
              <a:gd name="connsiteY82" fmla="*/ 1047967 h 1601150"/>
              <a:gd name="connsiteX83" fmla="*/ 2667863 w 2989292"/>
              <a:gd name="connsiteY83" fmla="*/ 800575 h 1601150"/>
              <a:gd name="connsiteX84" fmla="*/ 2700006 w 2989292"/>
              <a:gd name="connsiteY84" fmla="*/ 553182 h 1601150"/>
              <a:gd name="connsiteX85" fmla="*/ 2732149 w 2989292"/>
              <a:gd name="connsiteY85" fmla="*/ 330011 h 1601150"/>
              <a:gd name="connsiteX86" fmla="*/ 2764292 w 2989292"/>
              <a:gd name="connsiteY86" fmla="*/ 152895 h 1601150"/>
              <a:gd name="connsiteX87" fmla="*/ 2796435 w 2989292"/>
              <a:gd name="connsiteY87" fmla="*/ 39183 h 1601150"/>
              <a:gd name="connsiteX88" fmla="*/ 2828578 w 2989292"/>
              <a:gd name="connsiteY88" fmla="*/ 0 h 1601150"/>
              <a:gd name="connsiteX89" fmla="*/ 2860721 w 2989292"/>
              <a:gd name="connsiteY89" fmla="*/ 39183 h 1601150"/>
              <a:gd name="connsiteX90" fmla="*/ 2892864 w 2989292"/>
              <a:gd name="connsiteY90" fmla="*/ 152895 h 1601150"/>
              <a:gd name="connsiteX91" fmla="*/ 2925007 w 2989292"/>
              <a:gd name="connsiteY91" fmla="*/ 330011 h 1601150"/>
              <a:gd name="connsiteX92" fmla="*/ 2957150 w 2989292"/>
              <a:gd name="connsiteY92" fmla="*/ 553182 h 1601150"/>
              <a:gd name="connsiteX93" fmla="*/ 2989292 w 2989292"/>
              <a:gd name="connsiteY93" fmla="*/ 800575 h 1601150"/>
              <a:gd name="connsiteX0" fmla="*/ 0 w 2957149"/>
              <a:gd name="connsiteY0" fmla="*/ 1271139 h 1601150"/>
              <a:gd name="connsiteX1" fmla="*/ 32143 w 2957149"/>
              <a:gd name="connsiteY1" fmla="*/ 1047967 h 1601150"/>
              <a:gd name="connsiteX2" fmla="*/ 64286 w 2957149"/>
              <a:gd name="connsiteY2" fmla="*/ 800575 h 1601150"/>
              <a:gd name="connsiteX3" fmla="*/ 96429 w 2957149"/>
              <a:gd name="connsiteY3" fmla="*/ 553182 h 1601150"/>
              <a:gd name="connsiteX4" fmla="*/ 128572 w 2957149"/>
              <a:gd name="connsiteY4" fmla="*/ 330011 h 1601150"/>
              <a:gd name="connsiteX5" fmla="*/ 160715 w 2957149"/>
              <a:gd name="connsiteY5" fmla="*/ 152895 h 1601150"/>
              <a:gd name="connsiteX6" fmla="*/ 192858 w 2957149"/>
              <a:gd name="connsiteY6" fmla="*/ 39183 h 1601150"/>
              <a:gd name="connsiteX7" fmla="*/ 225001 w 2957149"/>
              <a:gd name="connsiteY7" fmla="*/ 0 h 1601150"/>
              <a:gd name="connsiteX8" fmla="*/ 257144 w 2957149"/>
              <a:gd name="connsiteY8" fmla="*/ 39183 h 1601150"/>
              <a:gd name="connsiteX9" fmla="*/ 289287 w 2957149"/>
              <a:gd name="connsiteY9" fmla="*/ 152895 h 1601150"/>
              <a:gd name="connsiteX10" fmla="*/ 321430 w 2957149"/>
              <a:gd name="connsiteY10" fmla="*/ 330011 h 1601150"/>
              <a:gd name="connsiteX11" fmla="*/ 353573 w 2957149"/>
              <a:gd name="connsiteY11" fmla="*/ 553182 h 1601150"/>
              <a:gd name="connsiteX12" fmla="*/ 385716 w 2957149"/>
              <a:gd name="connsiteY12" fmla="*/ 800575 h 1601150"/>
              <a:gd name="connsiteX13" fmla="*/ 417858 w 2957149"/>
              <a:gd name="connsiteY13" fmla="*/ 1047967 h 1601150"/>
              <a:gd name="connsiteX14" fmla="*/ 450001 w 2957149"/>
              <a:gd name="connsiteY14" fmla="*/ 1271139 h 1601150"/>
              <a:gd name="connsiteX15" fmla="*/ 482144 w 2957149"/>
              <a:gd name="connsiteY15" fmla="*/ 1448255 h 1601150"/>
              <a:gd name="connsiteX16" fmla="*/ 514287 w 2957149"/>
              <a:gd name="connsiteY16" fmla="*/ 1561967 h 1601150"/>
              <a:gd name="connsiteX17" fmla="*/ 546430 w 2957149"/>
              <a:gd name="connsiteY17" fmla="*/ 1601150 h 1601150"/>
              <a:gd name="connsiteX18" fmla="*/ 578573 w 2957149"/>
              <a:gd name="connsiteY18" fmla="*/ 1561967 h 1601150"/>
              <a:gd name="connsiteX19" fmla="*/ 610716 w 2957149"/>
              <a:gd name="connsiteY19" fmla="*/ 1448255 h 1601150"/>
              <a:gd name="connsiteX20" fmla="*/ 642859 w 2957149"/>
              <a:gd name="connsiteY20" fmla="*/ 1271139 h 1601150"/>
              <a:gd name="connsiteX21" fmla="*/ 675002 w 2957149"/>
              <a:gd name="connsiteY21" fmla="*/ 1047967 h 1601150"/>
              <a:gd name="connsiteX22" fmla="*/ 707145 w 2957149"/>
              <a:gd name="connsiteY22" fmla="*/ 800575 h 1601150"/>
              <a:gd name="connsiteX23" fmla="*/ 739287 w 2957149"/>
              <a:gd name="connsiteY23" fmla="*/ 553182 h 1601150"/>
              <a:gd name="connsiteX24" fmla="*/ 771431 w 2957149"/>
              <a:gd name="connsiteY24" fmla="*/ 330011 h 1601150"/>
              <a:gd name="connsiteX25" fmla="*/ 803574 w 2957149"/>
              <a:gd name="connsiteY25" fmla="*/ 152895 h 1601150"/>
              <a:gd name="connsiteX26" fmla="*/ 835716 w 2957149"/>
              <a:gd name="connsiteY26" fmla="*/ 39183 h 1601150"/>
              <a:gd name="connsiteX27" fmla="*/ 867859 w 2957149"/>
              <a:gd name="connsiteY27" fmla="*/ 0 h 1601150"/>
              <a:gd name="connsiteX28" fmla="*/ 900002 w 2957149"/>
              <a:gd name="connsiteY28" fmla="*/ 39183 h 1601150"/>
              <a:gd name="connsiteX29" fmla="*/ 932145 w 2957149"/>
              <a:gd name="connsiteY29" fmla="*/ 152895 h 1601150"/>
              <a:gd name="connsiteX30" fmla="*/ 964288 w 2957149"/>
              <a:gd name="connsiteY30" fmla="*/ 330011 h 1601150"/>
              <a:gd name="connsiteX31" fmla="*/ 996431 w 2957149"/>
              <a:gd name="connsiteY31" fmla="*/ 553182 h 1601150"/>
              <a:gd name="connsiteX32" fmla="*/ 1028574 w 2957149"/>
              <a:gd name="connsiteY32" fmla="*/ 800575 h 1601150"/>
              <a:gd name="connsiteX33" fmla="*/ 1060717 w 2957149"/>
              <a:gd name="connsiteY33" fmla="*/ 1047967 h 1601150"/>
              <a:gd name="connsiteX34" fmla="*/ 1092860 w 2957149"/>
              <a:gd name="connsiteY34" fmla="*/ 1271139 h 1601150"/>
              <a:gd name="connsiteX35" fmla="*/ 1125003 w 2957149"/>
              <a:gd name="connsiteY35" fmla="*/ 1448255 h 1601150"/>
              <a:gd name="connsiteX36" fmla="*/ 1157146 w 2957149"/>
              <a:gd name="connsiteY36" fmla="*/ 1561967 h 1601150"/>
              <a:gd name="connsiteX37" fmla="*/ 1189289 w 2957149"/>
              <a:gd name="connsiteY37" fmla="*/ 1601150 h 1601150"/>
              <a:gd name="connsiteX38" fmla="*/ 1221432 w 2957149"/>
              <a:gd name="connsiteY38" fmla="*/ 1561967 h 1601150"/>
              <a:gd name="connsiteX39" fmla="*/ 1253574 w 2957149"/>
              <a:gd name="connsiteY39" fmla="*/ 1448255 h 1601150"/>
              <a:gd name="connsiteX40" fmla="*/ 1285718 w 2957149"/>
              <a:gd name="connsiteY40" fmla="*/ 1271139 h 1601150"/>
              <a:gd name="connsiteX41" fmla="*/ 1317860 w 2957149"/>
              <a:gd name="connsiteY41" fmla="*/ 1047967 h 1601150"/>
              <a:gd name="connsiteX42" fmla="*/ 1350003 w 2957149"/>
              <a:gd name="connsiteY42" fmla="*/ 800575 h 1601150"/>
              <a:gd name="connsiteX43" fmla="*/ 1382146 w 2957149"/>
              <a:gd name="connsiteY43" fmla="*/ 553182 h 1601150"/>
              <a:gd name="connsiteX44" fmla="*/ 1414289 w 2957149"/>
              <a:gd name="connsiteY44" fmla="*/ 330011 h 1601150"/>
              <a:gd name="connsiteX45" fmla="*/ 1446432 w 2957149"/>
              <a:gd name="connsiteY45" fmla="*/ 152895 h 1601150"/>
              <a:gd name="connsiteX46" fmla="*/ 1478575 w 2957149"/>
              <a:gd name="connsiteY46" fmla="*/ 39183 h 1601150"/>
              <a:gd name="connsiteX47" fmla="*/ 1510718 w 2957149"/>
              <a:gd name="connsiteY47" fmla="*/ 0 h 1601150"/>
              <a:gd name="connsiteX48" fmla="*/ 1542861 w 2957149"/>
              <a:gd name="connsiteY48" fmla="*/ 39183 h 1601150"/>
              <a:gd name="connsiteX49" fmla="*/ 1575004 w 2957149"/>
              <a:gd name="connsiteY49" fmla="*/ 152895 h 1601150"/>
              <a:gd name="connsiteX50" fmla="*/ 1607147 w 2957149"/>
              <a:gd name="connsiteY50" fmla="*/ 330011 h 1601150"/>
              <a:gd name="connsiteX51" fmla="*/ 1639289 w 2957149"/>
              <a:gd name="connsiteY51" fmla="*/ 553182 h 1601150"/>
              <a:gd name="connsiteX52" fmla="*/ 1671432 w 2957149"/>
              <a:gd name="connsiteY52" fmla="*/ 800575 h 1601150"/>
              <a:gd name="connsiteX53" fmla="*/ 1703576 w 2957149"/>
              <a:gd name="connsiteY53" fmla="*/ 1047967 h 1601150"/>
              <a:gd name="connsiteX54" fmla="*/ 1735718 w 2957149"/>
              <a:gd name="connsiteY54" fmla="*/ 1271139 h 1601150"/>
              <a:gd name="connsiteX55" fmla="*/ 1767861 w 2957149"/>
              <a:gd name="connsiteY55" fmla="*/ 1448255 h 1601150"/>
              <a:gd name="connsiteX56" fmla="*/ 1800004 w 2957149"/>
              <a:gd name="connsiteY56" fmla="*/ 1561967 h 1601150"/>
              <a:gd name="connsiteX57" fmla="*/ 1832147 w 2957149"/>
              <a:gd name="connsiteY57" fmla="*/ 1601150 h 1601150"/>
              <a:gd name="connsiteX58" fmla="*/ 1864290 w 2957149"/>
              <a:gd name="connsiteY58" fmla="*/ 1561967 h 1601150"/>
              <a:gd name="connsiteX59" fmla="*/ 1896433 w 2957149"/>
              <a:gd name="connsiteY59" fmla="*/ 1448255 h 1601150"/>
              <a:gd name="connsiteX60" fmla="*/ 1928576 w 2957149"/>
              <a:gd name="connsiteY60" fmla="*/ 1271139 h 1601150"/>
              <a:gd name="connsiteX61" fmla="*/ 1960719 w 2957149"/>
              <a:gd name="connsiteY61" fmla="*/ 1047967 h 1601150"/>
              <a:gd name="connsiteX62" fmla="*/ 1992862 w 2957149"/>
              <a:gd name="connsiteY62" fmla="*/ 800575 h 1601150"/>
              <a:gd name="connsiteX63" fmla="*/ 2025005 w 2957149"/>
              <a:gd name="connsiteY63" fmla="*/ 553182 h 1601150"/>
              <a:gd name="connsiteX64" fmla="*/ 2057148 w 2957149"/>
              <a:gd name="connsiteY64" fmla="*/ 330011 h 1601150"/>
              <a:gd name="connsiteX65" fmla="*/ 2089291 w 2957149"/>
              <a:gd name="connsiteY65" fmla="*/ 152895 h 1601150"/>
              <a:gd name="connsiteX66" fmla="*/ 2121434 w 2957149"/>
              <a:gd name="connsiteY66" fmla="*/ 39183 h 1601150"/>
              <a:gd name="connsiteX67" fmla="*/ 2153576 w 2957149"/>
              <a:gd name="connsiteY67" fmla="*/ 0 h 1601150"/>
              <a:gd name="connsiteX68" fmla="*/ 2185719 w 2957149"/>
              <a:gd name="connsiteY68" fmla="*/ 39183 h 1601150"/>
              <a:gd name="connsiteX69" fmla="*/ 2217862 w 2957149"/>
              <a:gd name="connsiteY69" fmla="*/ 152895 h 1601150"/>
              <a:gd name="connsiteX70" fmla="*/ 2250005 w 2957149"/>
              <a:gd name="connsiteY70" fmla="*/ 330011 h 1601150"/>
              <a:gd name="connsiteX71" fmla="*/ 2282148 w 2957149"/>
              <a:gd name="connsiteY71" fmla="*/ 553182 h 1601150"/>
              <a:gd name="connsiteX72" fmla="*/ 2314291 w 2957149"/>
              <a:gd name="connsiteY72" fmla="*/ 800575 h 1601150"/>
              <a:gd name="connsiteX73" fmla="*/ 2346434 w 2957149"/>
              <a:gd name="connsiteY73" fmla="*/ 1047967 h 1601150"/>
              <a:gd name="connsiteX74" fmla="*/ 2378577 w 2957149"/>
              <a:gd name="connsiteY74" fmla="*/ 1271139 h 1601150"/>
              <a:gd name="connsiteX75" fmla="*/ 2410720 w 2957149"/>
              <a:gd name="connsiteY75" fmla="*/ 1448255 h 1601150"/>
              <a:gd name="connsiteX76" fmla="*/ 2442863 w 2957149"/>
              <a:gd name="connsiteY76" fmla="*/ 1561967 h 1601150"/>
              <a:gd name="connsiteX77" fmla="*/ 2475005 w 2957149"/>
              <a:gd name="connsiteY77" fmla="*/ 1601150 h 1601150"/>
              <a:gd name="connsiteX78" fmla="*/ 2507149 w 2957149"/>
              <a:gd name="connsiteY78" fmla="*/ 1561967 h 1601150"/>
              <a:gd name="connsiteX79" fmla="*/ 2539291 w 2957149"/>
              <a:gd name="connsiteY79" fmla="*/ 1448255 h 1601150"/>
              <a:gd name="connsiteX80" fmla="*/ 2571434 w 2957149"/>
              <a:gd name="connsiteY80" fmla="*/ 1271139 h 1601150"/>
              <a:gd name="connsiteX81" fmla="*/ 2603577 w 2957149"/>
              <a:gd name="connsiteY81" fmla="*/ 1047967 h 1601150"/>
              <a:gd name="connsiteX82" fmla="*/ 2635720 w 2957149"/>
              <a:gd name="connsiteY82" fmla="*/ 800575 h 1601150"/>
              <a:gd name="connsiteX83" fmla="*/ 2667863 w 2957149"/>
              <a:gd name="connsiteY83" fmla="*/ 553182 h 1601150"/>
              <a:gd name="connsiteX84" fmla="*/ 2700006 w 2957149"/>
              <a:gd name="connsiteY84" fmla="*/ 330011 h 1601150"/>
              <a:gd name="connsiteX85" fmla="*/ 2732149 w 2957149"/>
              <a:gd name="connsiteY85" fmla="*/ 152895 h 1601150"/>
              <a:gd name="connsiteX86" fmla="*/ 2764292 w 2957149"/>
              <a:gd name="connsiteY86" fmla="*/ 39183 h 1601150"/>
              <a:gd name="connsiteX87" fmla="*/ 2796435 w 2957149"/>
              <a:gd name="connsiteY87" fmla="*/ 0 h 1601150"/>
              <a:gd name="connsiteX88" fmla="*/ 2828578 w 2957149"/>
              <a:gd name="connsiteY88" fmla="*/ 39183 h 1601150"/>
              <a:gd name="connsiteX89" fmla="*/ 2860721 w 2957149"/>
              <a:gd name="connsiteY89" fmla="*/ 152895 h 1601150"/>
              <a:gd name="connsiteX90" fmla="*/ 2892864 w 2957149"/>
              <a:gd name="connsiteY90" fmla="*/ 330011 h 1601150"/>
              <a:gd name="connsiteX91" fmla="*/ 2925007 w 2957149"/>
              <a:gd name="connsiteY91" fmla="*/ 553182 h 1601150"/>
              <a:gd name="connsiteX92" fmla="*/ 2957149 w 2957149"/>
              <a:gd name="connsiteY92" fmla="*/ 800575 h 1601150"/>
              <a:gd name="connsiteX0" fmla="*/ 0 w 2925006"/>
              <a:gd name="connsiteY0" fmla="*/ 1047967 h 1601150"/>
              <a:gd name="connsiteX1" fmla="*/ 32143 w 2925006"/>
              <a:gd name="connsiteY1" fmla="*/ 800575 h 1601150"/>
              <a:gd name="connsiteX2" fmla="*/ 64286 w 2925006"/>
              <a:gd name="connsiteY2" fmla="*/ 553182 h 1601150"/>
              <a:gd name="connsiteX3" fmla="*/ 96429 w 2925006"/>
              <a:gd name="connsiteY3" fmla="*/ 330011 h 1601150"/>
              <a:gd name="connsiteX4" fmla="*/ 128572 w 2925006"/>
              <a:gd name="connsiteY4" fmla="*/ 152895 h 1601150"/>
              <a:gd name="connsiteX5" fmla="*/ 160715 w 2925006"/>
              <a:gd name="connsiteY5" fmla="*/ 39183 h 1601150"/>
              <a:gd name="connsiteX6" fmla="*/ 192858 w 2925006"/>
              <a:gd name="connsiteY6" fmla="*/ 0 h 1601150"/>
              <a:gd name="connsiteX7" fmla="*/ 225001 w 2925006"/>
              <a:gd name="connsiteY7" fmla="*/ 39183 h 1601150"/>
              <a:gd name="connsiteX8" fmla="*/ 257144 w 2925006"/>
              <a:gd name="connsiteY8" fmla="*/ 152895 h 1601150"/>
              <a:gd name="connsiteX9" fmla="*/ 289287 w 2925006"/>
              <a:gd name="connsiteY9" fmla="*/ 330011 h 1601150"/>
              <a:gd name="connsiteX10" fmla="*/ 321430 w 2925006"/>
              <a:gd name="connsiteY10" fmla="*/ 553182 h 1601150"/>
              <a:gd name="connsiteX11" fmla="*/ 353573 w 2925006"/>
              <a:gd name="connsiteY11" fmla="*/ 800575 h 1601150"/>
              <a:gd name="connsiteX12" fmla="*/ 385715 w 2925006"/>
              <a:gd name="connsiteY12" fmla="*/ 1047967 h 1601150"/>
              <a:gd name="connsiteX13" fmla="*/ 417858 w 2925006"/>
              <a:gd name="connsiteY13" fmla="*/ 1271139 h 1601150"/>
              <a:gd name="connsiteX14" fmla="*/ 450001 w 2925006"/>
              <a:gd name="connsiteY14" fmla="*/ 1448255 h 1601150"/>
              <a:gd name="connsiteX15" fmla="*/ 482144 w 2925006"/>
              <a:gd name="connsiteY15" fmla="*/ 1561967 h 1601150"/>
              <a:gd name="connsiteX16" fmla="*/ 514287 w 2925006"/>
              <a:gd name="connsiteY16" fmla="*/ 1601150 h 1601150"/>
              <a:gd name="connsiteX17" fmla="*/ 546430 w 2925006"/>
              <a:gd name="connsiteY17" fmla="*/ 1561967 h 1601150"/>
              <a:gd name="connsiteX18" fmla="*/ 578573 w 2925006"/>
              <a:gd name="connsiteY18" fmla="*/ 1448255 h 1601150"/>
              <a:gd name="connsiteX19" fmla="*/ 610716 w 2925006"/>
              <a:gd name="connsiteY19" fmla="*/ 1271139 h 1601150"/>
              <a:gd name="connsiteX20" fmla="*/ 642859 w 2925006"/>
              <a:gd name="connsiteY20" fmla="*/ 1047967 h 1601150"/>
              <a:gd name="connsiteX21" fmla="*/ 675002 w 2925006"/>
              <a:gd name="connsiteY21" fmla="*/ 800575 h 1601150"/>
              <a:gd name="connsiteX22" fmla="*/ 707144 w 2925006"/>
              <a:gd name="connsiteY22" fmla="*/ 553182 h 1601150"/>
              <a:gd name="connsiteX23" fmla="*/ 739288 w 2925006"/>
              <a:gd name="connsiteY23" fmla="*/ 330011 h 1601150"/>
              <a:gd name="connsiteX24" fmla="*/ 771431 w 2925006"/>
              <a:gd name="connsiteY24" fmla="*/ 152895 h 1601150"/>
              <a:gd name="connsiteX25" fmla="*/ 803573 w 2925006"/>
              <a:gd name="connsiteY25" fmla="*/ 39183 h 1601150"/>
              <a:gd name="connsiteX26" fmla="*/ 835716 w 2925006"/>
              <a:gd name="connsiteY26" fmla="*/ 0 h 1601150"/>
              <a:gd name="connsiteX27" fmla="*/ 867859 w 2925006"/>
              <a:gd name="connsiteY27" fmla="*/ 39183 h 1601150"/>
              <a:gd name="connsiteX28" fmla="*/ 900002 w 2925006"/>
              <a:gd name="connsiteY28" fmla="*/ 152895 h 1601150"/>
              <a:gd name="connsiteX29" fmla="*/ 932145 w 2925006"/>
              <a:gd name="connsiteY29" fmla="*/ 330011 h 1601150"/>
              <a:gd name="connsiteX30" fmla="*/ 964288 w 2925006"/>
              <a:gd name="connsiteY30" fmla="*/ 553182 h 1601150"/>
              <a:gd name="connsiteX31" fmla="*/ 996431 w 2925006"/>
              <a:gd name="connsiteY31" fmla="*/ 800575 h 1601150"/>
              <a:gd name="connsiteX32" fmla="*/ 1028574 w 2925006"/>
              <a:gd name="connsiteY32" fmla="*/ 1047967 h 1601150"/>
              <a:gd name="connsiteX33" fmla="*/ 1060717 w 2925006"/>
              <a:gd name="connsiteY33" fmla="*/ 1271139 h 1601150"/>
              <a:gd name="connsiteX34" fmla="*/ 1092860 w 2925006"/>
              <a:gd name="connsiteY34" fmla="*/ 1448255 h 1601150"/>
              <a:gd name="connsiteX35" fmla="*/ 1125003 w 2925006"/>
              <a:gd name="connsiteY35" fmla="*/ 1561967 h 1601150"/>
              <a:gd name="connsiteX36" fmla="*/ 1157146 w 2925006"/>
              <a:gd name="connsiteY36" fmla="*/ 1601150 h 1601150"/>
              <a:gd name="connsiteX37" fmla="*/ 1189289 w 2925006"/>
              <a:gd name="connsiteY37" fmla="*/ 1561967 h 1601150"/>
              <a:gd name="connsiteX38" fmla="*/ 1221431 w 2925006"/>
              <a:gd name="connsiteY38" fmla="*/ 1448255 h 1601150"/>
              <a:gd name="connsiteX39" fmla="*/ 1253575 w 2925006"/>
              <a:gd name="connsiteY39" fmla="*/ 1271139 h 1601150"/>
              <a:gd name="connsiteX40" fmla="*/ 1285717 w 2925006"/>
              <a:gd name="connsiteY40" fmla="*/ 1047967 h 1601150"/>
              <a:gd name="connsiteX41" fmla="*/ 1317860 w 2925006"/>
              <a:gd name="connsiteY41" fmla="*/ 800575 h 1601150"/>
              <a:gd name="connsiteX42" fmla="*/ 1350003 w 2925006"/>
              <a:gd name="connsiteY42" fmla="*/ 553182 h 1601150"/>
              <a:gd name="connsiteX43" fmla="*/ 1382146 w 2925006"/>
              <a:gd name="connsiteY43" fmla="*/ 330011 h 1601150"/>
              <a:gd name="connsiteX44" fmla="*/ 1414289 w 2925006"/>
              <a:gd name="connsiteY44" fmla="*/ 152895 h 1601150"/>
              <a:gd name="connsiteX45" fmla="*/ 1446432 w 2925006"/>
              <a:gd name="connsiteY45" fmla="*/ 39183 h 1601150"/>
              <a:gd name="connsiteX46" fmla="*/ 1478575 w 2925006"/>
              <a:gd name="connsiteY46" fmla="*/ 0 h 1601150"/>
              <a:gd name="connsiteX47" fmla="*/ 1510718 w 2925006"/>
              <a:gd name="connsiteY47" fmla="*/ 39183 h 1601150"/>
              <a:gd name="connsiteX48" fmla="*/ 1542861 w 2925006"/>
              <a:gd name="connsiteY48" fmla="*/ 152895 h 1601150"/>
              <a:gd name="connsiteX49" fmla="*/ 1575004 w 2925006"/>
              <a:gd name="connsiteY49" fmla="*/ 330011 h 1601150"/>
              <a:gd name="connsiteX50" fmla="*/ 1607146 w 2925006"/>
              <a:gd name="connsiteY50" fmla="*/ 553182 h 1601150"/>
              <a:gd name="connsiteX51" fmla="*/ 1639289 w 2925006"/>
              <a:gd name="connsiteY51" fmla="*/ 800575 h 1601150"/>
              <a:gd name="connsiteX52" fmla="*/ 1671433 w 2925006"/>
              <a:gd name="connsiteY52" fmla="*/ 1047967 h 1601150"/>
              <a:gd name="connsiteX53" fmla="*/ 1703575 w 2925006"/>
              <a:gd name="connsiteY53" fmla="*/ 1271139 h 1601150"/>
              <a:gd name="connsiteX54" fmla="*/ 1735718 w 2925006"/>
              <a:gd name="connsiteY54" fmla="*/ 1448255 h 1601150"/>
              <a:gd name="connsiteX55" fmla="*/ 1767861 w 2925006"/>
              <a:gd name="connsiteY55" fmla="*/ 1561967 h 1601150"/>
              <a:gd name="connsiteX56" fmla="*/ 1800004 w 2925006"/>
              <a:gd name="connsiteY56" fmla="*/ 1601150 h 1601150"/>
              <a:gd name="connsiteX57" fmla="*/ 1832147 w 2925006"/>
              <a:gd name="connsiteY57" fmla="*/ 1561967 h 1601150"/>
              <a:gd name="connsiteX58" fmla="*/ 1864290 w 2925006"/>
              <a:gd name="connsiteY58" fmla="*/ 1448255 h 1601150"/>
              <a:gd name="connsiteX59" fmla="*/ 1896433 w 2925006"/>
              <a:gd name="connsiteY59" fmla="*/ 1271139 h 1601150"/>
              <a:gd name="connsiteX60" fmla="*/ 1928576 w 2925006"/>
              <a:gd name="connsiteY60" fmla="*/ 1047967 h 1601150"/>
              <a:gd name="connsiteX61" fmla="*/ 1960719 w 2925006"/>
              <a:gd name="connsiteY61" fmla="*/ 800575 h 1601150"/>
              <a:gd name="connsiteX62" fmla="*/ 1992862 w 2925006"/>
              <a:gd name="connsiteY62" fmla="*/ 553182 h 1601150"/>
              <a:gd name="connsiteX63" fmla="*/ 2025005 w 2925006"/>
              <a:gd name="connsiteY63" fmla="*/ 330011 h 1601150"/>
              <a:gd name="connsiteX64" fmla="*/ 2057148 w 2925006"/>
              <a:gd name="connsiteY64" fmla="*/ 152895 h 1601150"/>
              <a:gd name="connsiteX65" fmla="*/ 2089291 w 2925006"/>
              <a:gd name="connsiteY65" fmla="*/ 39183 h 1601150"/>
              <a:gd name="connsiteX66" fmla="*/ 2121433 w 2925006"/>
              <a:gd name="connsiteY66" fmla="*/ 0 h 1601150"/>
              <a:gd name="connsiteX67" fmla="*/ 2153576 w 2925006"/>
              <a:gd name="connsiteY67" fmla="*/ 39183 h 1601150"/>
              <a:gd name="connsiteX68" fmla="*/ 2185719 w 2925006"/>
              <a:gd name="connsiteY68" fmla="*/ 152895 h 1601150"/>
              <a:gd name="connsiteX69" fmla="*/ 2217862 w 2925006"/>
              <a:gd name="connsiteY69" fmla="*/ 330011 h 1601150"/>
              <a:gd name="connsiteX70" fmla="*/ 2250005 w 2925006"/>
              <a:gd name="connsiteY70" fmla="*/ 553182 h 1601150"/>
              <a:gd name="connsiteX71" fmla="*/ 2282148 w 2925006"/>
              <a:gd name="connsiteY71" fmla="*/ 800575 h 1601150"/>
              <a:gd name="connsiteX72" fmla="*/ 2314291 w 2925006"/>
              <a:gd name="connsiteY72" fmla="*/ 1047967 h 1601150"/>
              <a:gd name="connsiteX73" fmla="*/ 2346434 w 2925006"/>
              <a:gd name="connsiteY73" fmla="*/ 1271139 h 1601150"/>
              <a:gd name="connsiteX74" fmla="*/ 2378577 w 2925006"/>
              <a:gd name="connsiteY74" fmla="*/ 1448255 h 1601150"/>
              <a:gd name="connsiteX75" fmla="*/ 2410720 w 2925006"/>
              <a:gd name="connsiteY75" fmla="*/ 1561967 h 1601150"/>
              <a:gd name="connsiteX76" fmla="*/ 2442862 w 2925006"/>
              <a:gd name="connsiteY76" fmla="*/ 1601150 h 1601150"/>
              <a:gd name="connsiteX77" fmla="*/ 2475006 w 2925006"/>
              <a:gd name="connsiteY77" fmla="*/ 1561967 h 1601150"/>
              <a:gd name="connsiteX78" fmla="*/ 2507148 w 2925006"/>
              <a:gd name="connsiteY78" fmla="*/ 1448255 h 1601150"/>
              <a:gd name="connsiteX79" fmla="*/ 2539291 w 2925006"/>
              <a:gd name="connsiteY79" fmla="*/ 1271139 h 1601150"/>
              <a:gd name="connsiteX80" fmla="*/ 2571434 w 2925006"/>
              <a:gd name="connsiteY80" fmla="*/ 1047967 h 1601150"/>
              <a:gd name="connsiteX81" fmla="*/ 2603577 w 2925006"/>
              <a:gd name="connsiteY81" fmla="*/ 800575 h 1601150"/>
              <a:gd name="connsiteX82" fmla="*/ 2635720 w 2925006"/>
              <a:gd name="connsiteY82" fmla="*/ 553182 h 1601150"/>
              <a:gd name="connsiteX83" fmla="*/ 2667863 w 2925006"/>
              <a:gd name="connsiteY83" fmla="*/ 330011 h 1601150"/>
              <a:gd name="connsiteX84" fmla="*/ 2700006 w 2925006"/>
              <a:gd name="connsiteY84" fmla="*/ 152895 h 1601150"/>
              <a:gd name="connsiteX85" fmla="*/ 2732149 w 2925006"/>
              <a:gd name="connsiteY85" fmla="*/ 39183 h 1601150"/>
              <a:gd name="connsiteX86" fmla="*/ 2764292 w 2925006"/>
              <a:gd name="connsiteY86" fmla="*/ 0 h 1601150"/>
              <a:gd name="connsiteX87" fmla="*/ 2796435 w 2925006"/>
              <a:gd name="connsiteY87" fmla="*/ 39183 h 1601150"/>
              <a:gd name="connsiteX88" fmla="*/ 2828578 w 2925006"/>
              <a:gd name="connsiteY88" fmla="*/ 152895 h 1601150"/>
              <a:gd name="connsiteX89" fmla="*/ 2860721 w 2925006"/>
              <a:gd name="connsiteY89" fmla="*/ 330011 h 1601150"/>
              <a:gd name="connsiteX90" fmla="*/ 2892864 w 2925006"/>
              <a:gd name="connsiteY90" fmla="*/ 553182 h 1601150"/>
              <a:gd name="connsiteX91" fmla="*/ 2925006 w 2925006"/>
              <a:gd name="connsiteY91" fmla="*/ 800575 h 1601150"/>
              <a:gd name="connsiteX0" fmla="*/ 0 w 2892863"/>
              <a:gd name="connsiteY0" fmla="*/ 800575 h 1601150"/>
              <a:gd name="connsiteX1" fmla="*/ 32143 w 2892863"/>
              <a:gd name="connsiteY1" fmla="*/ 553182 h 1601150"/>
              <a:gd name="connsiteX2" fmla="*/ 64286 w 2892863"/>
              <a:gd name="connsiteY2" fmla="*/ 330011 h 1601150"/>
              <a:gd name="connsiteX3" fmla="*/ 96429 w 2892863"/>
              <a:gd name="connsiteY3" fmla="*/ 152895 h 1601150"/>
              <a:gd name="connsiteX4" fmla="*/ 128572 w 2892863"/>
              <a:gd name="connsiteY4" fmla="*/ 39183 h 1601150"/>
              <a:gd name="connsiteX5" fmla="*/ 160715 w 2892863"/>
              <a:gd name="connsiteY5" fmla="*/ 0 h 1601150"/>
              <a:gd name="connsiteX6" fmla="*/ 192858 w 2892863"/>
              <a:gd name="connsiteY6" fmla="*/ 39183 h 1601150"/>
              <a:gd name="connsiteX7" fmla="*/ 225001 w 2892863"/>
              <a:gd name="connsiteY7" fmla="*/ 152895 h 1601150"/>
              <a:gd name="connsiteX8" fmla="*/ 257144 w 2892863"/>
              <a:gd name="connsiteY8" fmla="*/ 330011 h 1601150"/>
              <a:gd name="connsiteX9" fmla="*/ 289287 w 2892863"/>
              <a:gd name="connsiteY9" fmla="*/ 553182 h 1601150"/>
              <a:gd name="connsiteX10" fmla="*/ 321430 w 2892863"/>
              <a:gd name="connsiteY10" fmla="*/ 800575 h 1601150"/>
              <a:gd name="connsiteX11" fmla="*/ 353572 w 2892863"/>
              <a:gd name="connsiteY11" fmla="*/ 1047967 h 1601150"/>
              <a:gd name="connsiteX12" fmla="*/ 385715 w 2892863"/>
              <a:gd name="connsiteY12" fmla="*/ 1271139 h 1601150"/>
              <a:gd name="connsiteX13" fmla="*/ 417858 w 2892863"/>
              <a:gd name="connsiteY13" fmla="*/ 1448255 h 1601150"/>
              <a:gd name="connsiteX14" fmla="*/ 450001 w 2892863"/>
              <a:gd name="connsiteY14" fmla="*/ 1561967 h 1601150"/>
              <a:gd name="connsiteX15" fmla="*/ 482144 w 2892863"/>
              <a:gd name="connsiteY15" fmla="*/ 1601150 h 1601150"/>
              <a:gd name="connsiteX16" fmla="*/ 514287 w 2892863"/>
              <a:gd name="connsiteY16" fmla="*/ 1561967 h 1601150"/>
              <a:gd name="connsiteX17" fmla="*/ 546430 w 2892863"/>
              <a:gd name="connsiteY17" fmla="*/ 1448255 h 1601150"/>
              <a:gd name="connsiteX18" fmla="*/ 578573 w 2892863"/>
              <a:gd name="connsiteY18" fmla="*/ 1271139 h 1601150"/>
              <a:gd name="connsiteX19" fmla="*/ 610716 w 2892863"/>
              <a:gd name="connsiteY19" fmla="*/ 1047967 h 1601150"/>
              <a:gd name="connsiteX20" fmla="*/ 642859 w 2892863"/>
              <a:gd name="connsiteY20" fmla="*/ 800575 h 1601150"/>
              <a:gd name="connsiteX21" fmla="*/ 675001 w 2892863"/>
              <a:gd name="connsiteY21" fmla="*/ 553182 h 1601150"/>
              <a:gd name="connsiteX22" fmla="*/ 707145 w 2892863"/>
              <a:gd name="connsiteY22" fmla="*/ 330011 h 1601150"/>
              <a:gd name="connsiteX23" fmla="*/ 739288 w 2892863"/>
              <a:gd name="connsiteY23" fmla="*/ 152895 h 1601150"/>
              <a:gd name="connsiteX24" fmla="*/ 771430 w 2892863"/>
              <a:gd name="connsiteY24" fmla="*/ 39183 h 1601150"/>
              <a:gd name="connsiteX25" fmla="*/ 803573 w 2892863"/>
              <a:gd name="connsiteY25" fmla="*/ 0 h 1601150"/>
              <a:gd name="connsiteX26" fmla="*/ 835716 w 2892863"/>
              <a:gd name="connsiteY26" fmla="*/ 39183 h 1601150"/>
              <a:gd name="connsiteX27" fmla="*/ 867859 w 2892863"/>
              <a:gd name="connsiteY27" fmla="*/ 152895 h 1601150"/>
              <a:gd name="connsiteX28" fmla="*/ 900002 w 2892863"/>
              <a:gd name="connsiteY28" fmla="*/ 330011 h 1601150"/>
              <a:gd name="connsiteX29" fmla="*/ 932145 w 2892863"/>
              <a:gd name="connsiteY29" fmla="*/ 553182 h 1601150"/>
              <a:gd name="connsiteX30" fmla="*/ 964288 w 2892863"/>
              <a:gd name="connsiteY30" fmla="*/ 800575 h 1601150"/>
              <a:gd name="connsiteX31" fmla="*/ 996431 w 2892863"/>
              <a:gd name="connsiteY31" fmla="*/ 1047967 h 1601150"/>
              <a:gd name="connsiteX32" fmla="*/ 1028574 w 2892863"/>
              <a:gd name="connsiteY32" fmla="*/ 1271139 h 1601150"/>
              <a:gd name="connsiteX33" fmla="*/ 1060717 w 2892863"/>
              <a:gd name="connsiteY33" fmla="*/ 1448255 h 1601150"/>
              <a:gd name="connsiteX34" fmla="*/ 1092860 w 2892863"/>
              <a:gd name="connsiteY34" fmla="*/ 1561967 h 1601150"/>
              <a:gd name="connsiteX35" fmla="*/ 1125003 w 2892863"/>
              <a:gd name="connsiteY35" fmla="*/ 1601150 h 1601150"/>
              <a:gd name="connsiteX36" fmla="*/ 1157146 w 2892863"/>
              <a:gd name="connsiteY36" fmla="*/ 1561967 h 1601150"/>
              <a:gd name="connsiteX37" fmla="*/ 1189288 w 2892863"/>
              <a:gd name="connsiteY37" fmla="*/ 1448255 h 1601150"/>
              <a:gd name="connsiteX38" fmla="*/ 1221432 w 2892863"/>
              <a:gd name="connsiteY38" fmla="*/ 1271139 h 1601150"/>
              <a:gd name="connsiteX39" fmla="*/ 1253574 w 2892863"/>
              <a:gd name="connsiteY39" fmla="*/ 1047967 h 1601150"/>
              <a:gd name="connsiteX40" fmla="*/ 1285717 w 2892863"/>
              <a:gd name="connsiteY40" fmla="*/ 800575 h 1601150"/>
              <a:gd name="connsiteX41" fmla="*/ 1317860 w 2892863"/>
              <a:gd name="connsiteY41" fmla="*/ 553182 h 1601150"/>
              <a:gd name="connsiteX42" fmla="*/ 1350003 w 2892863"/>
              <a:gd name="connsiteY42" fmla="*/ 330011 h 1601150"/>
              <a:gd name="connsiteX43" fmla="*/ 1382146 w 2892863"/>
              <a:gd name="connsiteY43" fmla="*/ 152895 h 1601150"/>
              <a:gd name="connsiteX44" fmla="*/ 1414289 w 2892863"/>
              <a:gd name="connsiteY44" fmla="*/ 39183 h 1601150"/>
              <a:gd name="connsiteX45" fmla="*/ 1446432 w 2892863"/>
              <a:gd name="connsiteY45" fmla="*/ 0 h 1601150"/>
              <a:gd name="connsiteX46" fmla="*/ 1478575 w 2892863"/>
              <a:gd name="connsiteY46" fmla="*/ 39183 h 1601150"/>
              <a:gd name="connsiteX47" fmla="*/ 1510718 w 2892863"/>
              <a:gd name="connsiteY47" fmla="*/ 152895 h 1601150"/>
              <a:gd name="connsiteX48" fmla="*/ 1542861 w 2892863"/>
              <a:gd name="connsiteY48" fmla="*/ 330011 h 1601150"/>
              <a:gd name="connsiteX49" fmla="*/ 1575003 w 2892863"/>
              <a:gd name="connsiteY49" fmla="*/ 553182 h 1601150"/>
              <a:gd name="connsiteX50" fmla="*/ 1607146 w 2892863"/>
              <a:gd name="connsiteY50" fmla="*/ 800575 h 1601150"/>
              <a:gd name="connsiteX51" fmla="*/ 1639290 w 2892863"/>
              <a:gd name="connsiteY51" fmla="*/ 1047967 h 1601150"/>
              <a:gd name="connsiteX52" fmla="*/ 1671432 w 2892863"/>
              <a:gd name="connsiteY52" fmla="*/ 1271139 h 1601150"/>
              <a:gd name="connsiteX53" fmla="*/ 1703575 w 2892863"/>
              <a:gd name="connsiteY53" fmla="*/ 1448255 h 1601150"/>
              <a:gd name="connsiteX54" fmla="*/ 1735718 w 2892863"/>
              <a:gd name="connsiteY54" fmla="*/ 1561967 h 1601150"/>
              <a:gd name="connsiteX55" fmla="*/ 1767861 w 2892863"/>
              <a:gd name="connsiteY55" fmla="*/ 1601150 h 1601150"/>
              <a:gd name="connsiteX56" fmla="*/ 1800004 w 2892863"/>
              <a:gd name="connsiteY56" fmla="*/ 1561967 h 1601150"/>
              <a:gd name="connsiteX57" fmla="*/ 1832147 w 2892863"/>
              <a:gd name="connsiteY57" fmla="*/ 1448255 h 1601150"/>
              <a:gd name="connsiteX58" fmla="*/ 1864290 w 2892863"/>
              <a:gd name="connsiteY58" fmla="*/ 1271139 h 1601150"/>
              <a:gd name="connsiteX59" fmla="*/ 1896433 w 2892863"/>
              <a:gd name="connsiteY59" fmla="*/ 1047967 h 1601150"/>
              <a:gd name="connsiteX60" fmla="*/ 1928576 w 2892863"/>
              <a:gd name="connsiteY60" fmla="*/ 800575 h 1601150"/>
              <a:gd name="connsiteX61" fmla="*/ 1960719 w 2892863"/>
              <a:gd name="connsiteY61" fmla="*/ 553182 h 1601150"/>
              <a:gd name="connsiteX62" fmla="*/ 1992862 w 2892863"/>
              <a:gd name="connsiteY62" fmla="*/ 330011 h 1601150"/>
              <a:gd name="connsiteX63" fmla="*/ 2025005 w 2892863"/>
              <a:gd name="connsiteY63" fmla="*/ 152895 h 1601150"/>
              <a:gd name="connsiteX64" fmla="*/ 2057148 w 2892863"/>
              <a:gd name="connsiteY64" fmla="*/ 39183 h 1601150"/>
              <a:gd name="connsiteX65" fmla="*/ 2089290 w 2892863"/>
              <a:gd name="connsiteY65" fmla="*/ 0 h 1601150"/>
              <a:gd name="connsiteX66" fmla="*/ 2121433 w 2892863"/>
              <a:gd name="connsiteY66" fmla="*/ 39183 h 1601150"/>
              <a:gd name="connsiteX67" fmla="*/ 2153576 w 2892863"/>
              <a:gd name="connsiteY67" fmla="*/ 152895 h 1601150"/>
              <a:gd name="connsiteX68" fmla="*/ 2185719 w 2892863"/>
              <a:gd name="connsiteY68" fmla="*/ 330011 h 1601150"/>
              <a:gd name="connsiteX69" fmla="*/ 2217862 w 2892863"/>
              <a:gd name="connsiteY69" fmla="*/ 553182 h 1601150"/>
              <a:gd name="connsiteX70" fmla="*/ 2250005 w 2892863"/>
              <a:gd name="connsiteY70" fmla="*/ 800575 h 1601150"/>
              <a:gd name="connsiteX71" fmla="*/ 2282148 w 2892863"/>
              <a:gd name="connsiteY71" fmla="*/ 1047967 h 1601150"/>
              <a:gd name="connsiteX72" fmla="*/ 2314291 w 2892863"/>
              <a:gd name="connsiteY72" fmla="*/ 1271139 h 1601150"/>
              <a:gd name="connsiteX73" fmla="*/ 2346434 w 2892863"/>
              <a:gd name="connsiteY73" fmla="*/ 1448255 h 1601150"/>
              <a:gd name="connsiteX74" fmla="*/ 2378577 w 2892863"/>
              <a:gd name="connsiteY74" fmla="*/ 1561967 h 1601150"/>
              <a:gd name="connsiteX75" fmla="*/ 2410719 w 2892863"/>
              <a:gd name="connsiteY75" fmla="*/ 1601150 h 1601150"/>
              <a:gd name="connsiteX76" fmla="*/ 2442863 w 2892863"/>
              <a:gd name="connsiteY76" fmla="*/ 1561967 h 1601150"/>
              <a:gd name="connsiteX77" fmla="*/ 2475005 w 2892863"/>
              <a:gd name="connsiteY77" fmla="*/ 1448255 h 1601150"/>
              <a:gd name="connsiteX78" fmla="*/ 2507148 w 2892863"/>
              <a:gd name="connsiteY78" fmla="*/ 1271139 h 1601150"/>
              <a:gd name="connsiteX79" fmla="*/ 2539291 w 2892863"/>
              <a:gd name="connsiteY79" fmla="*/ 1047967 h 1601150"/>
              <a:gd name="connsiteX80" fmla="*/ 2571434 w 2892863"/>
              <a:gd name="connsiteY80" fmla="*/ 800575 h 1601150"/>
              <a:gd name="connsiteX81" fmla="*/ 2603577 w 2892863"/>
              <a:gd name="connsiteY81" fmla="*/ 553182 h 1601150"/>
              <a:gd name="connsiteX82" fmla="*/ 2635720 w 2892863"/>
              <a:gd name="connsiteY82" fmla="*/ 330011 h 1601150"/>
              <a:gd name="connsiteX83" fmla="*/ 2667863 w 2892863"/>
              <a:gd name="connsiteY83" fmla="*/ 152895 h 1601150"/>
              <a:gd name="connsiteX84" fmla="*/ 2700006 w 2892863"/>
              <a:gd name="connsiteY84" fmla="*/ 39183 h 1601150"/>
              <a:gd name="connsiteX85" fmla="*/ 2732149 w 2892863"/>
              <a:gd name="connsiteY85" fmla="*/ 0 h 1601150"/>
              <a:gd name="connsiteX86" fmla="*/ 2764292 w 2892863"/>
              <a:gd name="connsiteY86" fmla="*/ 39183 h 1601150"/>
              <a:gd name="connsiteX87" fmla="*/ 2796435 w 2892863"/>
              <a:gd name="connsiteY87" fmla="*/ 152895 h 1601150"/>
              <a:gd name="connsiteX88" fmla="*/ 2828578 w 2892863"/>
              <a:gd name="connsiteY88" fmla="*/ 330011 h 1601150"/>
              <a:gd name="connsiteX89" fmla="*/ 2860721 w 2892863"/>
              <a:gd name="connsiteY89" fmla="*/ 553182 h 1601150"/>
              <a:gd name="connsiteX90" fmla="*/ 2892863 w 2892863"/>
              <a:gd name="connsiteY90" fmla="*/ 800575 h 1601150"/>
              <a:gd name="connsiteX0" fmla="*/ 0 w 2860720"/>
              <a:gd name="connsiteY0" fmla="*/ 553182 h 1601150"/>
              <a:gd name="connsiteX1" fmla="*/ 32143 w 2860720"/>
              <a:gd name="connsiteY1" fmla="*/ 330011 h 1601150"/>
              <a:gd name="connsiteX2" fmla="*/ 64286 w 2860720"/>
              <a:gd name="connsiteY2" fmla="*/ 152895 h 1601150"/>
              <a:gd name="connsiteX3" fmla="*/ 96429 w 2860720"/>
              <a:gd name="connsiteY3" fmla="*/ 39183 h 1601150"/>
              <a:gd name="connsiteX4" fmla="*/ 128572 w 2860720"/>
              <a:gd name="connsiteY4" fmla="*/ 0 h 1601150"/>
              <a:gd name="connsiteX5" fmla="*/ 160715 w 2860720"/>
              <a:gd name="connsiteY5" fmla="*/ 39183 h 1601150"/>
              <a:gd name="connsiteX6" fmla="*/ 192858 w 2860720"/>
              <a:gd name="connsiteY6" fmla="*/ 152895 h 1601150"/>
              <a:gd name="connsiteX7" fmla="*/ 225001 w 2860720"/>
              <a:gd name="connsiteY7" fmla="*/ 330011 h 1601150"/>
              <a:gd name="connsiteX8" fmla="*/ 257144 w 2860720"/>
              <a:gd name="connsiteY8" fmla="*/ 553182 h 1601150"/>
              <a:gd name="connsiteX9" fmla="*/ 289287 w 2860720"/>
              <a:gd name="connsiteY9" fmla="*/ 800575 h 1601150"/>
              <a:gd name="connsiteX10" fmla="*/ 321429 w 2860720"/>
              <a:gd name="connsiteY10" fmla="*/ 1047967 h 1601150"/>
              <a:gd name="connsiteX11" fmla="*/ 353572 w 2860720"/>
              <a:gd name="connsiteY11" fmla="*/ 1271139 h 1601150"/>
              <a:gd name="connsiteX12" fmla="*/ 385715 w 2860720"/>
              <a:gd name="connsiteY12" fmla="*/ 1448255 h 1601150"/>
              <a:gd name="connsiteX13" fmla="*/ 417858 w 2860720"/>
              <a:gd name="connsiteY13" fmla="*/ 1561967 h 1601150"/>
              <a:gd name="connsiteX14" fmla="*/ 450001 w 2860720"/>
              <a:gd name="connsiteY14" fmla="*/ 1601150 h 1601150"/>
              <a:gd name="connsiteX15" fmla="*/ 482144 w 2860720"/>
              <a:gd name="connsiteY15" fmla="*/ 1561967 h 1601150"/>
              <a:gd name="connsiteX16" fmla="*/ 514287 w 2860720"/>
              <a:gd name="connsiteY16" fmla="*/ 1448255 h 1601150"/>
              <a:gd name="connsiteX17" fmla="*/ 546430 w 2860720"/>
              <a:gd name="connsiteY17" fmla="*/ 1271139 h 1601150"/>
              <a:gd name="connsiteX18" fmla="*/ 578573 w 2860720"/>
              <a:gd name="connsiteY18" fmla="*/ 1047967 h 1601150"/>
              <a:gd name="connsiteX19" fmla="*/ 610716 w 2860720"/>
              <a:gd name="connsiteY19" fmla="*/ 800575 h 1601150"/>
              <a:gd name="connsiteX20" fmla="*/ 642858 w 2860720"/>
              <a:gd name="connsiteY20" fmla="*/ 553182 h 1601150"/>
              <a:gd name="connsiteX21" fmla="*/ 675002 w 2860720"/>
              <a:gd name="connsiteY21" fmla="*/ 330011 h 1601150"/>
              <a:gd name="connsiteX22" fmla="*/ 707145 w 2860720"/>
              <a:gd name="connsiteY22" fmla="*/ 152895 h 1601150"/>
              <a:gd name="connsiteX23" fmla="*/ 739287 w 2860720"/>
              <a:gd name="connsiteY23" fmla="*/ 39183 h 1601150"/>
              <a:gd name="connsiteX24" fmla="*/ 771430 w 2860720"/>
              <a:gd name="connsiteY24" fmla="*/ 0 h 1601150"/>
              <a:gd name="connsiteX25" fmla="*/ 803573 w 2860720"/>
              <a:gd name="connsiteY25" fmla="*/ 39183 h 1601150"/>
              <a:gd name="connsiteX26" fmla="*/ 835716 w 2860720"/>
              <a:gd name="connsiteY26" fmla="*/ 152895 h 1601150"/>
              <a:gd name="connsiteX27" fmla="*/ 867859 w 2860720"/>
              <a:gd name="connsiteY27" fmla="*/ 330011 h 1601150"/>
              <a:gd name="connsiteX28" fmla="*/ 900002 w 2860720"/>
              <a:gd name="connsiteY28" fmla="*/ 553182 h 1601150"/>
              <a:gd name="connsiteX29" fmla="*/ 932145 w 2860720"/>
              <a:gd name="connsiteY29" fmla="*/ 800575 h 1601150"/>
              <a:gd name="connsiteX30" fmla="*/ 964288 w 2860720"/>
              <a:gd name="connsiteY30" fmla="*/ 1047967 h 1601150"/>
              <a:gd name="connsiteX31" fmla="*/ 996431 w 2860720"/>
              <a:gd name="connsiteY31" fmla="*/ 1271139 h 1601150"/>
              <a:gd name="connsiteX32" fmla="*/ 1028574 w 2860720"/>
              <a:gd name="connsiteY32" fmla="*/ 1448255 h 1601150"/>
              <a:gd name="connsiteX33" fmla="*/ 1060717 w 2860720"/>
              <a:gd name="connsiteY33" fmla="*/ 1561967 h 1601150"/>
              <a:gd name="connsiteX34" fmla="*/ 1092860 w 2860720"/>
              <a:gd name="connsiteY34" fmla="*/ 1601150 h 1601150"/>
              <a:gd name="connsiteX35" fmla="*/ 1125003 w 2860720"/>
              <a:gd name="connsiteY35" fmla="*/ 1561967 h 1601150"/>
              <a:gd name="connsiteX36" fmla="*/ 1157145 w 2860720"/>
              <a:gd name="connsiteY36" fmla="*/ 1448255 h 1601150"/>
              <a:gd name="connsiteX37" fmla="*/ 1189289 w 2860720"/>
              <a:gd name="connsiteY37" fmla="*/ 1271139 h 1601150"/>
              <a:gd name="connsiteX38" fmla="*/ 1221431 w 2860720"/>
              <a:gd name="connsiteY38" fmla="*/ 1047967 h 1601150"/>
              <a:gd name="connsiteX39" fmla="*/ 1253574 w 2860720"/>
              <a:gd name="connsiteY39" fmla="*/ 800575 h 1601150"/>
              <a:gd name="connsiteX40" fmla="*/ 1285717 w 2860720"/>
              <a:gd name="connsiteY40" fmla="*/ 553182 h 1601150"/>
              <a:gd name="connsiteX41" fmla="*/ 1317860 w 2860720"/>
              <a:gd name="connsiteY41" fmla="*/ 330011 h 1601150"/>
              <a:gd name="connsiteX42" fmla="*/ 1350003 w 2860720"/>
              <a:gd name="connsiteY42" fmla="*/ 152895 h 1601150"/>
              <a:gd name="connsiteX43" fmla="*/ 1382146 w 2860720"/>
              <a:gd name="connsiteY43" fmla="*/ 39183 h 1601150"/>
              <a:gd name="connsiteX44" fmla="*/ 1414289 w 2860720"/>
              <a:gd name="connsiteY44" fmla="*/ 0 h 1601150"/>
              <a:gd name="connsiteX45" fmla="*/ 1446432 w 2860720"/>
              <a:gd name="connsiteY45" fmla="*/ 39183 h 1601150"/>
              <a:gd name="connsiteX46" fmla="*/ 1478575 w 2860720"/>
              <a:gd name="connsiteY46" fmla="*/ 152895 h 1601150"/>
              <a:gd name="connsiteX47" fmla="*/ 1510718 w 2860720"/>
              <a:gd name="connsiteY47" fmla="*/ 330011 h 1601150"/>
              <a:gd name="connsiteX48" fmla="*/ 1542860 w 2860720"/>
              <a:gd name="connsiteY48" fmla="*/ 553182 h 1601150"/>
              <a:gd name="connsiteX49" fmla="*/ 1575003 w 2860720"/>
              <a:gd name="connsiteY49" fmla="*/ 800575 h 1601150"/>
              <a:gd name="connsiteX50" fmla="*/ 1607147 w 2860720"/>
              <a:gd name="connsiteY50" fmla="*/ 1047967 h 1601150"/>
              <a:gd name="connsiteX51" fmla="*/ 1639289 w 2860720"/>
              <a:gd name="connsiteY51" fmla="*/ 1271139 h 1601150"/>
              <a:gd name="connsiteX52" fmla="*/ 1671432 w 2860720"/>
              <a:gd name="connsiteY52" fmla="*/ 1448255 h 1601150"/>
              <a:gd name="connsiteX53" fmla="*/ 1703575 w 2860720"/>
              <a:gd name="connsiteY53" fmla="*/ 1561967 h 1601150"/>
              <a:gd name="connsiteX54" fmla="*/ 1735718 w 2860720"/>
              <a:gd name="connsiteY54" fmla="*/ 1601150 h 1601150"/>
              <a:gd name="connsiteX55" fmla="*/ 1767861 w 2860720"/>
              <a:gd name="connsiteY55" fmla="*/ 1561967 h 1601150"/>
              <a:gd name="connsiteX56" fmla="*/ 1800004 w 2860720"/>
              <a:gd name="connsiteY56" fmla="*/ 1448255 h 1601150"/>
              <a:gd name="connsiteX57" fmla="*/ 1832147 w 2860720"/>
              <a:gd name="connsiteY57" fmla="*/ 1271139 h 1601150"/>
              <a:gd name="connsiteX58" fmla="*/ 1864290 w 2860720"/>
              <a:gd name="connsiteY58" fmla="*/ 1047967 h 1601150"/>
              <a:gd name="connsiteX59" fmla="*/ 1896433 w 2860720"/>
              <a:gd name="connsiteY59" fmla="*/ 800575 h 1601150"/>
              <a:gd name="connsiteX60" fmla="*/ 1928576 w 2860720"/>
              <a:gd name="connsiteY60" fmla="*/ 553182 h 1601150"/>
              <a:gd name="connsiteX61" fmla="*/ 1960719 w 2860720"/>
              <a:gd name="connsiteY61" fmla="*/ 330011 h 1601150"/>
              <a:gd name="connsiteX62" fmla="*/ 1992862 w 2860720"/>
              <a:gd name="connsiteY62" fmla="*/ 152895 h 1601150"/>
              <a:gd name="connsiteX63" fmla="*/ 2025005 w 2860720"/>
              <a:gd name="connsiteY63" fmla="*/ 39183 h 1601150"/>
              <a:gd name="connsiteX64" fmla="*/ 2057147 w 2860720"/>
              <a:gd name="connsiteY64" fmla="*/ 0 h 1601150"/>
              <a:gd name="connsiteX65" fmla="*/ 2089290 w 2860720"/>
              <a:gd name="connsiteY65" fmla="*/ 39183 h 1601150"/>
              <a:gd name="connsiteX66" fmla="*/ 2121433 w 2860720"/>
              <a:gd name="connsiteY66" fmla="*/ 152895 h 1601150"/>
              <a:gd name="connsiteX67" fmla="*/ 2153576 w 2860720"/>
              <a:gd name="connsiteY67" fmla="*/ 330011 h 1601150"/>
              <a:gd name="connsiteX68" fmla="*/ 2185719 w 2860720"/>
              <a:gd name="connsiteY68" fmla="*/ 553182 h 1601150"/>
              <a:gd name="connsiteX69" fmla="*/ 2217862 w 2860720"/>
              <a:gd name="connsiteY69" fmla="*/ 800575 h 1601150"/>
              <a:gd name="connsiteX70" fmla="*/ 2250005 w 2860720"/>
              <a:gd name="connsiteY70" fmla="*/ 1047967 h 1601150"/>
              <a:gd name="connsiteX71" fmla="*/ 2282148 w 2860720"/>
              <a:gd name="connsiteY71" fmla="*/ 1271139 h 1601150"/>
              <a:gd name="connsiteX72" fmla="*/ 2314291 w 2860720"/>
              <a:gd name="connsiteY72" fmla="*/ 1448255 h 1601150"/>
              <a:gd name="connsiteX73" fmla="*/ 2346434 w 2860720"/>
              <a:gd name="connsiteY73" fmla="*/ 1561967 h 1601150"/>
              <a:gd name="connsiteX74" fmla="*/ 2378576 w 2860720"/>
              <a:gd name="connsiteY74" fmla="*/ 1601150 h 1601150"/>
              <a:gd name="connsiteX75" fmla="*/ 2410720 w 2860720"/>
              <a:gd name="connsiteY75" fmla="*/ 1561967 h 1601150"/>
              <a:gd name="connsiteX76" fmla="*/ 2442862 w 2860720"/>
              <a:gd name="connsiteY76" fmla="*/ 1448255 h 1601150"/>
              <a:gd name="connsiteX77" fmla="*/ 2475005 w 2860720"/>
              <a:gd name="connsiteY77" fmla="*/ 1271139 h 1601150"/>
              <a:gd name="connsiteX78" fmla="*/ 2507148 w 2860720"/>
              <a:gd name="connsiteY78" fmla="*/ 1047967 h 1601150"/>
              <a:gd name="connsiteX79" fmla="*/ 2539291 w 2860720"/>
              <a:gd name="connsiteY79" fmla="*/ 800575 h 1601150"/>
              <a:gd name="connsiteX80" fmla="*/ 2571434 w 2860720"/>
              <a:gd name="connsiteY80" fmla="*/ 553182 h 1601150"/>
              <a:gd name="connsiteX81" fmla="*/ 2603577 w 2860720"/>
              <a:gd name="connsiteY81" fmla="*/ 330011 h 1601150"/>
              <a:gd name="connsiteX82" fmla="*/ 2635720 w 2860720"/>
              <a:gd name="connsiteY82" fmla="*/ 152895 h 1601150"/>
              <a:gd name="connsiteX83" fmla="*/ 2667863 w 2860720"/>
              <a:gd name="connsiteY83" fmla="*/ 39183 h 1601150"/>
              <a:gd name="connsiteX84" fmla="*/ 2700006 w 2860720"/>
              <a:gd name="connsiteY84" fmla="*/ 0 h 1601150"/>
              <a:gd name="connsiteX85" fmla="*/ 2732149 w 2860720"/>
              <a:gd name="connsiteY85" fmla="*/ 39183 h 1601150"/>
              <a:gd name="connsiteX86" fmla="*/ 2764292 w 2860720"/>
              <a:gd name="connsiteY86" fmla="*/ 152895 h 1601150"/>
              <a:gd name="connsiteX87" fmla="*/ 2796435 w 2860720"/>
              <a:gd name="connsiteY87" fmla="*/ 330011 h 1601150"/>
              <a:gd name="connsiteX88" fmla="*/ 2828578 w 2860720"/>
              <a:gd name="connsiteY88" fmla="*/ 553182 h 1601150"/>
              <a:gd name="connsiteX89" fmla="*/ 2860720 w 2860720"/>
              <a:gd name="connsiteY89" fmla="*/ 800575 h 1601150"/>
              <a:gd name="connsiteX0" fmla="*/ 0 w 2828577"/>
              <a:gd name="connsiteY0" fmla="*/ 330011 h 1601150"/>
              <a:gd name="connsiteX1" fmla="*/ 32143 w 2828577"/>
              <a:gd name="connsiteY1" fmla="*/ 152895 h 1601150"/>
              <a:gd name="connsiteX2" fmla="*/ 64286 w 2828577"/>
              <a:gd name="connsiteY2" fmla="*/ 39183 h 1601150"/>
              <a:gd name="connsiteX3" fmla="*/ 96429 w 2828577"/>
              <a:gd name="connsiteY3" fmla="*/ 0 h 1601150"/>
              <a:gd name="connsiteX4" fmla="*/ 128572 w 2828577"/>
              <a:gd name="connsiteY4" fmla="*/ 39183 h 1601150"/>
              <a:gd name="connsiteX5" fmla="*/ 160715 w 2828577"/>
              <a:gd name="connsiteY5" fmla="*/ 152895 h 1601150"/>
              <a:gd name="connsiteX6" fmla="*/ 192858 w 2828577"/>
              <a:gd name="connsiteY6" fmla="*/ 330011 h 1601150"/>
              <a:gd name="connsiteX7" fmla="*/ 225001 w 2828577"/>
              <a:gd name="connsiteY7" fmla="*/ 553182 h 1601150"/>
              <a:gd name="connsiteX8" fmla="*/ 257144 w 2828577"/>
              <a:gd name="connsiteY8" fmla="*/ 800575 h 1601150"/>
              <a:gd name="connsiteX9" fmla="*/ 289286 w 2828577"/>
              <a:gd name="connsiteY9" fmla="*/ 1047967 h 1601150"/>
              <a:gd name="connsiteX10" fmla="*/ 321429 w 2828577"/>
              <a:gd name="connsiteY10" fmla="*/ 1271139 h 1601150"/>
              <a:gd name="connsiteX11" fmla="*/ 353572 w 2828577"/>
              <a:gd name="connsiteY11" fmla="*/ 1448255 h 1601150"/>
              <a:gd name="connsiteX12" fmla="*/ 385715 w 2828577"/>
              <a:gd name="connsiteY12" fmla="*/ 1561967 h 1601150"/>
              <a:gd name="connsiteX13" fmla="*/ 417858 w 2828577"/>
              <a:gd name="connsiteY13" fmla="*/ 1601150 h 1601150"/>
              <a:gd name="connsiteX14" fmla="*/ 450001 w 2828577"/>
              <a:gd name="connsiteY14" fmla="*/ 1561967 h 1601150"/>
              <a:gd name="connsiteX15" fmla="*/ 482144 w 2828577"/>
              <a:gd name="connsiteY15" fmla="*/ 1448255 h 1601150"/>
              <a:gd name="connsiteX16" fmla="*/ 514287 w 2828577"/>
              <a:gd name="connsiteY16" fmla="*/ 1271139 h 1601150"/>
              <a:gd name="connsiteX17" fmla="*/ 546430 w 2828577"/>
              <a:gd name="connsiteY17" fmla="*/ 1047967 h 1601150"/>
              <a:gd name="connsiteX18" fmla="*/ 578573 w 2828577"/>
              <a:gd name="connsiteY18" fmla="*/ 800575 h 1601150"/>
              <a:gd name="connsiteX19" fmla="*/ 610715 w 2828577"/>
              <a:gd name="connsiteY19" fmla="*/ 553182 h 1601150"/>
              <a:gd name="connsiteX20" fmla="*/ 642859 w 2828577"/>
              <a:gd name="connsiteY20" fmla="*/ 330011 h 1601150"/>
              <a:gd name="connsiteX21" fmla="*/ 675002 w 2828577"/>
              <a:gd name="connsiteY21" fmla="*/ 152895 h 1601150"/>
              <a:gd name="connsiteX22" fmla="*/ 707144 w 2828577"/>
              <a:gd name="connsiteY22" fmla="*/ 39183 h 1601150"/>
              <a:gd name="connsiteX23" fmla="*/ 739287 w 2828577"/>
              <a:gd name="connsiteY23" fmla="*/ 0 h 1601150"/>
              <a:gd name="connsiteX24" fmla="*/ 771430 w 2828577"/>
              <a:gd name="connsiteY24" fmla="*/ 39183 h 1601150"/>
              <a:gd name="connsiteX25" fmla="*/ 803573 w 2828577"/>
              <a:gd name="connsiteY25" fmla="*/ 152895 h 1601150"/>
              <a:gd name="connsiteX26" fmla="*/ 835716 w 2828577"/>
              <a:gd name="connsiteY26" fmla="*/ 330011 h 1601150"/>
              <a:gd name="connsiteX27" fmla="*/ 867859 w 2828577"/>
              <a:gd name="connsiteY27" fmla="*/ 553182 h 1601150"/>
              <a:gd name="connsiteX28" fmla="*/ 900002 w 2828577"/>
              <a:gd name="connsiteY28" fmla="*/ 800575 h 1601150"/>
              <a:gd name="connsiteX29" fmla="*/ 932145 w 2828577"/>
              <a:gd name="connsiteY29" fmla="*/ 1047967 h 1601150"/>
              <a:gd name="connsiteX30" fmla="*/ 964288 w 2828577"/>
              <a:gd name="connsiteY30" fmla="*/ 1271139 h 1601150"/>
              <a:gd name="connsiteX31" fmla="*/ 996431 w 2828577"/>
              <a:gd name="connsiteY31" fmla="*/ 1448255 h 1601150"/>
              <a:gd name="connsiteX32" fmla="*/ 1028574 w 2828577"/>
              <a:gd name="connsiteY32" fmla="*/ 1561967 h 1601150"/>
              <a:gd name="connsiteX33" fmla="*/ 1060717 w 2828577"/>
              <a:gd name="connsiteY33" fmla="*/ 1601150 h 1601150"/>
              <a:gd name="connsiteX34" fmla="*/ 1092860 w 2828577"/>
              <a:gd name="connsiteY34" fmla="*/ 1561967 h 1601150"/>
              <a:gd name="connsiteX35" fmla="*/ 1125002 w 2828577"/>
              <a:gd name="connsiteY35" fmla="*/ 1448255 h 1601150"/>
              <a:gd name="connsiteX36" fmla="*/ 1157146 w 2828577"/>
              <a:gd name="connsiteY36" fmla="*/ 1271139 h 1601150"/>
              <a:gd name="connsiteX37" fmla="*/ 1189288 w 2828577"/>
              <a:gd name="connsiteY37" fmla="*/ 1047967 h 1601150"/>
              <a:gd name="connsiteX38" fmla="*/ 1221431 w 2828577"/>
              <a:gd name="connsiteY38" fmla="*/ 800575 h 1601150"/>
              <a:gd name="connsiteX39" fmla="*/ 1253574 w 2828577"/>
              <a:gd name="connsiteY39" fmla="*/ 553182 h 1601150"/>
              <a:gd name="connsiteX40" fmla="*/ 1285717 w 2828577"/>
              <a:gd name="connsiteY40" fmla="*/ 330011 h 1601150"/>
              <a:gd name="connsiteX41" fmla="*/ 1317860 w 2828577"/>
              <a:gd name="connsiteY41" fmla="*/ 152895 h 1601150"/>
              <a:gd name="connsiteX42" fmla="*/ 1350003 w 2828577"/>
              <a:gd name="connsiteY42" fmla="*/ 39183 h 1601150"/>
              <a:gd name="connsiteX43" fmla="*/ 1382146 w 2828577"/>
              <a:gd name="connsiteY43" fmla="*/ 0 h 1601150"/>
              <a:gd name="connsiteX44" fmla="*/ 1414289 w 2828577"/>
              <a:gd name="connsiteY44" fmla="*/ 39183 h 1601150"/>
              <a:gd name="connsiteX45" fmla="*/ 1446432 w 2828577"/>
              <a:gd name="connsiteY45" fmla="*/ 152895 h 1601150"/>
              <a:gd name="connsiteX46" fmla="*/ 1478575 w 2828577"/>
              <a:gd name="connsiteY46" fmla="*/ 330011 h 1601150"/>
              <a:gd name="connsiteX47" fmla="*/ 1510717 w 2828577"/>
              <a:gd name="connsiteY47" fmla="*/ 553182 h 1601150"/>
              <a:gd name="connsiteX48" fmla="*/ 1542860 w 2828577"/>
              <a:gd name="connsiteY48" fmla="*/ 800575 h 1601150"/>
              <a:gd name="connsiteX49" fmla="*/ 1575004 w 2828577"/>
              <a:gd name="connsiteY49" fmla="*/ 1047967 h 1601150"/>
              <a:gd name="connsiteX50" fmla="*/ 1607146 w 2828577"/>
              <a:gd name="connsiteY50" fmla="*/ 1271139 h 1601150"/>
              <a:gd name="connsiteX51" fmla="*/ 1639289 w 2828577"/>
              <a:gd name="connsiteY51" fmla="*/ 1448255 h 1601150"/>
              <a:gd name="connsiteX52" fmla="*/ 1671432 w 2828577"/>
              <a:gd name="connsiteY52" fmla="*/ 1561967 h 1601150"/>
              <a:gd name="connsiteX53" fmla="*/ 1703575 w 2828577"/>
              <a:gd name="connsiteY53" fmla="*/ 1601150 h 1601150"/>
              <a:gd name="connsiteX54" fmla="*/ 1735718 w 2828577"/>
              <a:gd name="connsiteY54" fmla="*/ 1561967 h 1601150"/>
              <a:gd name="connsiteX55" fmla="*/ 1767861 w 2828577"/>
              <a:gd name="connsiteY55" fmla="*/ 1448255 h 1601150"/>
              <a:gd name="connsiteX56" fmla="*/ 1800004 w 2828577"/>
              <a:gd name="connsiteY56" fmla="*/ 1271139 h 1601150"/>
              <a:gd name="connsiteX57" fmla="*/ 1832147 w 2828577"/>
              <a:gd name="connsiteY57" fmla="*/ 1047967 h 1601150"/>
              <a:gd name="connsiteX58" fmla="*/ 1864290 w 2828577"/>
              <a:gd name="connsiteY58" fmla="*/ 800575 h 1601150"/>
              <a:gd name="connsiteX59" fmla="*/ 1896433 w 2828577"/>
              <a:gd name="connsiteY59" fmla="*/ 553182 h 1601150"/>
              <a:gd name="connsiteX60" fmla="*/ 1928576 w 2828577"/>
              <a:gd name="connsiteY60" fmla="*/ 330011 h 1601150"/>
              <a:gd name="connsiteX61" fmla="*/ 1960719 w 2828577"/>
              <a:gd name="connsiteY61" fmla="*/ 152895 h 1601150"/>
              <a:gd name="connsiteX62" fmla="*/ 1992862 w 2828577"/>
              <a:gd name="connsiteY62" fmla="*/ 39183 h 1601150"/>
              <a:gd name="connsiteX63" fmla="*/ 2025004 w 2828577"/>
              <a:gd name="connsiteY63" fmla="*/ 0 h 1601150"/>
              <a:gd name="connsiteX64" fmla="*/ 2057147 w 2828577"/>
              <a:gd name="connsiteY64" fmla="*/ 39183 h 1601150"/>
              <a:gd name="connsiteX65" fmla="*/ 2089290 w 2828577"/>
              <a:gd name="connsiteY65" fmla="*/ 152895 h 1601150"/>
              <a:gd name="connsiteX66" fmla="*/ 2121433 w 2828577"/>
              <a:gd name="connsiteY66" fmla="*/ 330011 h 1601150"/>
              <a:gd name="connsiteX67" fmla="*/ 2153576 w 2828577"/>
              <a:gd name="connsiteY67" fmla="*/ 553182 h 1601150"/>
              <a:gd name="connsiteX68" fmla="*/ 2185719 w 2828577"/>
              <a:gd name="connsiteY68" fmla="*/ 800575 h 1601150"/>
              <a:gd name="connsiteX69" fmla="*/ 2217862 w 2828577"/>
              <a:gd name="connsiteY69" fmla="*/ 1047967 h 1601150"/>
              <a:gd name="connsiteX70" fmla="*/ 2250005 w 2828577"/>
              <a:gd name="connsiteY70" fmla="*/ 1271139 h 1601150"/>
              <a:gd name="connsiteX71" fmla="*/ 2282148 w 2828577"/>
              <a:gd name="connsiteY71" fmla="*/ 1448255 h 1601150"/>
              <a:gd name="connsiteX72" fmla="*/ 2314291 w 2828577"/>
              <a:gd name="connsiteY72" fmla="*/ 1561967 h 1601150"/>
              <a:gd name="connsiteX73" fmla="*/ 2346433 w 2828577"/>
              <a:gd name="connsiteY73" fmla="*/ 1601150 h 1601150"/>
              <a:gd name="connsiteX74" fmla="*/ 2378577 w 2828577"/>
              <a:gd name="connsiteY74" fmla="*/ 1561967 h 1601150"/>
              <a:gd name="connsiteX75" fmla="*/ 2410719 w 2828577"/>
              <a:gd name="connsiteY75" fmla="*/ 1448255 h 1601150"/>
              <a:gd name="connsiteX76" fmla="*/ 2442862 w 2828577"/>
              <a:gd name="connsiteY76" fmla="*/ 1271139 h 1601150"/>
              <a:gd name="connsiteX77" fmla="*/ 2475005 w 2828577"/>
              <a:gd name="connsiteY77" fmla="*/ 1047967 h 1601150"/>
              <a:gd name="connsiteX78" fmla="*/ 2507148 w 2828577"/>
              <a:gd name="connsiteY78" fmla="*/ 800575 h 1601150"/>
              <a:gd name="connsiteX79" fmla="*/ 2539291 w 2828577"/>
              <a:gd name="connsiteY79" fmla="*/ 553182 h 1601150"/>
              <a:gd name="connsiteX80" fmla="*/ 2571434 w 2828577"/>
              <a:gd name="connsiteY80" fmla="*/ 330011 h 1601150"/>
              <a:gd name="connsiteX81" fmla="*/ 2603577 w 2828577"/>
              <a:gd name="connsiteY81" fmla="*/ 152895 h 1601150"/>
              <a:gd name="connsiteX82" fmla="*/ 2635720 w 2828577"/>
              <a:gd name="connsiteY82" fmla="*/ 39183 h 1601150"/>
              <a:gd name="connsiteX83" fmla="*/ 2667863 w 2828577"/>
              <a:gd name="connsiteY83" fmla="*/ 0 h 1601150"/>
              <a:gd name="connsiteX84" fmla="*/ 2700006 w 2828577"/>
              <a:gd name="connsiteY84" fmla="*/ 39183 h 1601150"/>
              <a:gd name="connsiteX85" fmla="*/ 2732149 w 2828577"/>
              <a:gd name="connsiteY85" fmla="*/ 152895 h 1601150"/>
              <a:gd name="connsiteX86" fmla="*/ 2764292 w 2828577"/>
              <a:gd name="connsiteY86" fmla="*/ 330011 h 1601150"/>
              <a:gd name="connsiteX87" fmla="*/ 2796435 w 2828577"/>
              <a:gd name="connsiteY87" fmla="*/ 553182 h 1601150"/>
              <a:gd name="connsiteX88" fmla="*/ 2828577 w 2828577"/>
              <a:gd name="connsiteY88" fmla="*/ 800575 h 1601150"/>
              <a:gd name="connsiteX0" fmla="*/ 0 w 2796434"/>
              <a:gd name="connsiteY0" fmla="*/ 152895 h 1601150"/>
              <a:gd name="connsiteX1" fmla="*/ 32143 w 2796434"/>
              <a:gd name="connsiteY1" fmla="*/ 39183 h 1601150"/>
              <a:gd name="connsiteX2" fmla="*/ 64286 w 2796434"/>
              <a:gd name="connsiteY2" fmla="*/ 0 h 1601150"/>
              <a:gd name="connsiteX3" fmla="*/ 96429 w 2796434"/>
              <a:gd name="connsiteY3" fmla="*/ 39183 h 1601150"/>
              <a:gd name="connsiteX4" fmla="*/ 128572 w 2796434"/>
              <a:gd name="connsiteY4" fmla="*/ 152895 h 1601150"/>
              <a:gd name="connsiteX5" fmla="*/ 160715 w 2796434"/>
              <a:gd name="connsiteY5" fmla="*/ 330011 h 1601150"/>
              <a:gd name="connsiteX6" fmla="*/ 192858 w 2796434"/>
              <a:gd name="connsiteY6" fmla="*/ 553182 h 1601150"/>
              <a:gd name="connsiteX7" fmla="*/ 225001 w 2796434"/>
              <a:gd name="connsiteY7" fmla="*/ 800575 h 1601150"/>
              <a:gd name="connsiteX8" fmla="*/ 257143 w 2796434"/>
              <a:gd name="connsiteY8" fmla="*/ 1047967 h 1601150"/>
              <a:gd name="connsiteX9" fmla="*/ 289286 w 2796434"/>
              <a:gd name="connsiteY9" fmla="*/ 1271139 h 1601150"/>
              <a:gd name="connsiteX10" fmla="*/ 321429 w 2796434"/>
              <a:gd name="connsiteY10" fmla="*/ 1448255 h 1601150"/>
              <a:gd name="connsiteX11" fmla="*/ 353572 w 2796434"/>
              <a:gd name="connsiteY11" fmla="*/ 1561967 h 1601150"/>
              <a:gd name="connsiteX12" fmla="*/ 385715 w 2796434"/>
              <a:gd name="connsiteY12" fmla="*/ 1601150 h 1601150"/>
              <a:gd name="connsiteX13" fmla="*/ 417858 w 2796434"/>
              <a:gd name="connsiteY13" fmla="*/ 1561967 h 1601150"/>
              <a:gd name="connsiteX14" fmla="*/ 450001 w 2796434"/>
              <a:gd name="connsiteY14" fmla="*/ 1448255 h 1601150"/>
              <a:gd name="connsiteX15" fmla="*/ 482144 w 2796434"/>
              <a:gd name="connsiteY15" fmla="*/ 1271139 h 1601150"/>
              <a:gd name="connsiteX16" fmla="*/ 514287 w 2796434"/>
              <a:gd name="connsiteY16" fmla="*/ 1047967 h 1601150"/>
              <a:gd name="connsiteX17" fmla="*/ 546430 w 2796434"/>
              <a:gd name="connsiteY17" fmla="*/ 800575 h 1601150"/>
              <a:gd name="connsiteX18" fmla="*/ 578572 w 2796434"/>
              <a:gd name="connsiteY18" fmla="*/ 553182 h 1601150"/>
              <a:gd name="connsiteX19" fmla="*/ 610716 w 2796434"/>
              <a:gd name="connsiteY19" fmla="*/ 330011 h 1601150"/>
              <a:gd name="connsiteX20" fmla="*/ 642859 w 2796434"/>
              <a:gd name="connsiteY20" fmla="*/ 152895 h 1601150"/>
              <a:gd name="connsiteX21" fmla="*/ 675001 w 2796434"/>
              <a:gd name="connsiteY21" fmla="*/ 39183 h 1601150"/>
              <a:gd name="connsiteX22" fmla="*/ 707144 w 2796434"/>
              <a:gd name="connsiteY22" fmla="*/ 0 h 1601150"/>
              <a:gd name="connsiteX23" fmla="*/ 739287 w 2796434"/>
              <a:gd name="connsiteY23" fmla="*/ 39183 h 1601150"/>
              <a:gd name="connsiteX24" fmla="*/ 771430 w 2796434"/>
              <a:gd name="connsiteY24" fmla="*/ 152895 h 1601150"/>
              <a:gd name="connsiteX25" fmla="*/ 803573 w 2796434"/>
              <a:gd name="connsiteY25" fmla="*/ 330011 h 1601150"/>
              <a:gd name="connsiteX26" fmla="*/ 835716 w 2796434"/>
              <a:gd name="connsiteY26" fmla="*/ 553182 h 1601150"/>
              <a:gd name="connsiteX27" fmla="*/ 867859 w 2796434"/>
              <a:gd name="connsiteY27" fmla="*/ 800575 h 1601150"/>
              <a:gd name="connsiteX28" fmla="*/ 900002 w 2796434"/>
              <a:gd name="connsiteY28" fmla="*/ 1047967 h 1601150"/>
              <a:gd name="connsiteX29" fmla="*/ 932145 w 2796434"/>
              <a:gd name="connsiteY29" fmla="*/ 1271139 h 1601150"/>
              <a:gd name="connsiteX30" fmla="*/ 964288 w 2796434"/>
              <a:gd name="connsiteY30" fmla="*/ 1448255 h 1601150"/>
              <a:gd name="connsiteX31" fmla="*/ 996431 w 2796434"/>
              <a:gd name="connsiteY31" fmla="*/ 1561967 h 1601150"/>
              <a:gd name="connsiteX32" fmla="*/ 1028574 w 2796434"/>
              <a:gd name="connsiteY32" fmla="*/ 1601150 h 1601150"/>
              <a:gd name="connsiteX33" fmla="*/ 1060717 w 2796434"/>
              <a:gd name="connsiteY33" fmla="*/ 1561967 h 1601150"/>
              <a:gd name="connsiteX34" fmla="*/ 1092859 w 2796434"/>
              <a:gd name="connsiteY34" fmla="*/ 1448255 h 1601150"/>
              <a:gd name="connsiteX35" fmla="*/ 1125003 w 2796434"/>
              <a:gd name="connsiteY35" fmla="*/ 1271139 h 1601150"/>
              <a:gd name="connsiteX36" fmla="*/ 1157145 w 2796434"/>
              <a:gd name="connsiteY36" fmla="*/ 1047967 h 1601150"/>
              <a:gd name="connsiteX37" fmla="*/ 1189288 w 2796434"/>
              <a:gd name="connsiteY37" fmla="*/ 800575 h 1601150"/>
              <a:gd name="connsiteX38" fmla="*/ 1221431 w 2796434"/>
              <a:gd name="connsiteY38" fmla="*/ 553182 h 1601150"/>
              <a:gd name="connsiteX39" fmla="*/ 1253574 w 2796434"/>
              <a:gd name="connsiteY39" fmla="*/ 330011 h 1601150"/>
              <a:gd name="connsiteX40" fmla="*/ 1285717 w 2796434"/>
              <a:gd name="connsiteY40" fmla="*/ 152895 h 1601150"/>
              <a:gd name="connsiteX41" fmla="*/ 1317860 w 2796434"/>
              <a:gd name="connsiteY41" fmla="*/ 39183 h 1601150"/>
              <a:gd name="connsiteX42" fmla="*/ 1350003 w 2796434"/>
              <a:gd name="connsiteY42" fmla="*/ 0 h 1601150"/>
              <a:gd name="connsiteX43" fmla="*/ 1382146 w 2796434"/>
              <a:gd name="connsiteY43" fmla="*/ 39183 h 1601150"/>
              <a:gd name="connsiteX44" fmla="*/ 1414289 w 2796434"/>
              <a:gd name="connsiteY44" fmla="*/ 152895 h 1601150"/>
              <a:gd name="connsiteX45" fmla="*/ 1446432 w 2796434"/>
              <a:gd name="connsiteY45" fmla="*/ 330011 h 1601150"/>
              <a:gd name="connsiteX46" fmla="*/ 1478574 w 2796434"/>
              <a:gd name="connsiteY46" fmla="*/ 553182 h 1601150"/>
              <a:gd name="connsiteX47" fmla="*/ 1510717 w 2796434"/>
              <a:gd name="connsiteY47" fmla="*/ 800575 h 1601150"/>
              <a:gd name="connsiteX48" fmla="*/ 1542861 w 2796434"/>
              <a:gd name="connsiteY48" fmla="*/ 1047967 h 1601150"/>
              <a:gd name="connsiteX49" fmla="*/ 1575003 w 2796434"/>
              <a:gd name="connsiteY49" fmla="*/ 1271139 h 1601150"/>
              <a:gd name="connsiteX50" fmla="*/ 1607146 w 2796434"/>
              <a:gd name="connsiteY50" fmla="*/ 1448255 h 1601150"/>
              <a:gd name="connsiteX51" fmla="*/ 1639289 w 2796434"/>
              <a:gd name="connsiteY51" fmla="*/ 1561967 h 1601150"/>
              <a:gd name="connsiteX52" fmla="*/ 1671432 w 2796434"/>
              <a:gd name="connsiteY52" fmla="*/ 1601150 h 1601150"/>
              <a:gd name="connsiteX53" fmla="*/ 1703575 w 2796434"/>
              <a:gd name="connsiteY53" fmla="*/ 1561967 h 1601150"/>
              <a:gd name="connsiteX54" fmla="*/ 1735718 w 2796434"/>
              <a:gd name="connsiteY54" fmla="*/ 1448255 h 1601150"/>
              <a:gd name="connsiteX55" fmla="*/ 1767861 w 2796434"/>
              <a:gd name="connsiteY55" fmla="*/ 1271139 h 1601150"/>
              <a:gd name="connsiteX56" fmla="*/ 1800004 w 2796434"/>
              <a:gd name="connsiteY56" fmla="*/ 1047967 h 1601150"/>
              <a:gd name="connsiteX57" fmla="*/ 1832147 w 2796434"/>
              <a:gd name="connsiteY57" fmla="*/ 800575 h 1601150"/>
              <a:gd name="connsiteX58" fmla="*/ 1864290 w 2796434"/>
              <a:gd name="connsiteY58" fmla="*/ 553182 h 1601150"/>
              <a:gd name="connsiteX59" fmla="*/ 1896433 w 2796434"/>
              <a:gd name="connsiteY59" fmla="*/ 330011 h 1601150"/>
              <a:gd name="connsiteX60" fmla="*/ 1928576 w 2796434"/>
              <a:gd name="connsiteY60" fmla="*/ 152895 h 1601150"/>
              <a:gd name="connsiteX61" fmla="*/ 1960719 w 2796434"/>
              <a:gd name="connsiteY61" fmla="*/ 39183 h 1601150"/>
              <a:gd name="connsiteX62" fmla="*/ 1992861 w 2796434"/>
              <a:gd name="connsiteY62" fmla="*/ 0 h 1601150"/>
              <a:gd name="connsiteX63" fmla="*/ 2025004 w 2796434"/>
              <a:gd name="connsiteY63" fmla="*/ 39183 h 1601150"/>
              <a:gd name="connsiteX64" fmla="*/ 2057147 w 2796434"/>
              <a:gd name="connsiteY64" fmla="*/ 152895 h 1601150"/>
              <a:gd name="connsiteX65" fmla="*/ 2089290 w 2796434"/>
              <a:gd name="connsiteY65" fmla="*/ 330011 h 1601150"/>
              <a:gd name="connsiteX66" fmla="*/ 2121433 w 2796434"/>
              <a:gd name="connsiteY66" fmla="*/ 553182 h 1601150"/>
              <a:gd name="connsiteX67" fmla="*/ 2153576 w 2796434"/>
              <a:gd name="connsiteY67" fmla="*/ 800575 h 1601150"/>
              <a:gd name="connsiteX68" fmla="*/ 2185719 w 2796434"/>
              <a:gd name="connsiteY68" fmla="*/ 1047967 h 1601150"/>
              <a:gd name="connsiteX69" fmla="*/ 2217862 w 2796434"/>
              <a:gd name="connsiteY69" fmla="*/ 1271139 h 1601150"/>
              <a:gd name="connsiteX70" fmla="*/ 2250005 w 2796434"/>
              <a:gd name="connsiteY70" fmla="*/ 1448255 h 1601150"/>
              <a:gd name="connsiteX71" fmla="*/ 2282148 w 2796434"/>
              <a:gd name="connsiteY71" fmla="*/ 1561967 h 1601150"/>
              <a:gd name="connsiteX72" fmla="*/ 2314290 w 2796434"/>
              <a:gd name="connsiteY72" fmla="*/ 1601150 h 1601150"/>
              <a:gd name="connsiteX73" fmla="*/ 2346434 w 2796434"/>
              <a:gd name="connsiteY73" fmla="*/ 1561967 h 1601150"/>
              <a:gd name="connsiteX74" fmla="*/ 2378576 w 2796434"/>
              <a:gd name="connsiteY74" fmla="*/ 1448255 h 1601150"/>
              <a:gd name="connsiteX75" fmla="*/ 2410719 w 2796434"/>
              <a:gd name="connsiteY75" fmla="*/ 1271139 h 1601150"/>
              <a:gd name="connsiteX76" fmla="*/ 2442862 w 2796434"/>
              <a:gd name="connsiteY76" fmla="*/ 1047967 h 1601150"/>
              <a:gd name="connsiteX77" fmla="*/ 2475005 w 2796434"/>
              <a:gd name="connsiteY77" fmla="*/ 800575 h 1601150"/>
              <a:gd name="connsiteX78" fmla="*/ 2507148 w 2796434"/>
              <a:gd name="connsiteY78" fmla="*/ 553182 h 1601150"/>
              <a:gd name="connsiteX79" fmla="*/ 2539291 w 2796434"/>
              <a:gd name="connsiteY79" fmla="*/ 330011 h 1601150"/>
              <a:gd name="connsiteX80" fmla="*/ 2571434 w 2796434"/>
              <a:gd name="connsiteY80" fmla="*/ 152895 h 1601150"/>
              <a:gd name="connsiteX81" fmla="*/ 2603577 w 2796434"/>
              <a:gd name="connsiteY81" fmla="*/ 39183 h 1601150"/>
              <a:gd name="connsiteX82" fmla="*/ 2635720 w 2796434"/>
              <a:gd name="connsiteY82" fmla="*/ 0 h 1601150"/>
              <a:gd name="connsiteX83" fmla="*/ 2667863 w 2796434"/>
              <a:gd name="connsiteY83" fmla="*/ 39183 h 1601150"/>
              <a:gd name="connsiteX84" fmla="*/ 2700006 w 2796434"/>
              <a:gd name="connsiteY84" fmla="*/ 152895 h 1601150"/>
              <a:gd name="connsiteX85" fmla="*/ 2732149 w 2796434"/>
              <a:gd name="connsiteY85" fmla="*/ 330011 h 1601150"/>
              <a:gd name="connsiteX86" fmla="*/ 2764292 w 2796434"/>
              <a:gd name="connsiteY86" fmla="*/ 553182 h 1601150"/>
              <a:gd name="connsiteX87" fmla="*/ 2796434 w 2796434"/>
              <a:gd name="connsiteY87" fmla="*/ 800575 h 1601150"/>
              <a:gd name="connsiteX0" fmla="*/ 0 w 2764291"/>
              <a:gd name="connsiteY0" fmla="*/ 39183 h 1601150"/>
              <a:gd name="connsiteX1" fmla="*/ 32143 w 2764291"/>
              <a:gd name="connsiteY1" fmla="*/ 0 h 1601150"/>
              <a:gd name="connsiteX2" fmla="*/ 64286 w 2764291"/>
              <a:gd name="connsiteY2" fmla="*/ 39183 h 1601150"/>
              <a:gd name="connsiteX3" fmla="*/ 96429 w 2764291"/>
              <a:gd name="connsiteY3" fmla="*/ 152895 h 1601150"/>
              <a:gd name="connsiteX4" fmla="*/ 128572 w 2764291"/>
              <a:gd name="connsiteY4" fmla="*/ 330011 h 1601150"/>
              <a:gd name="connsiteX5" fmla="*/ 160715 w 2764291"/>
              <a:gd name="connsiteY5" fmla="*/ 553182 h 1601150"/>
              <a:gd name="connsiteX6" fmla="*/ 192858 w 2764291"/>
              <a:gd name="connsiteY6" fmla="*/ 800575 h 1601150"/>
              <a:gd name="connsiteX7" fmla="*/ 225000 w 2764291"/>
              <a:gd name="connsiteY7" fmla="*/ 1047967 h 1601150"/>
              <a:gd name="connsiteX8" fmla="*/ 257143 w 2764291"/>
              <a:gd name="connsiteY8" fmla="*/ 1271139 h 1601150"/>
              <a:gd name="connsiteX9" fmla="*/ 289286 w 2764291"/>
              <a:gd name="connsiteY9" fmla="*/ 1448255 h 1601150"/>
              <a:gd name="connsiteX10" fmla="*/ 321429 w 2764291"/>
              <a:gd name="connsiteY10" fmla="*/ 1561967 h 1601150"/>
              <a:gd name="connsiteX11" fmla="*/ 353572 w 2764291"/>
              <a:gd name="connsiteY11" fmla="*/ 1601150 h 1601150"/>
              <a:gd name="connsiteX12" fmla="*/ 385715 w 2764291"/>
              <a:gd name="connsiteY12" fmla="*/ 1561967 h 1601150"/>
              <a:gd name="connsiteX13" fmla="*/ 417858 w 2764291"/>
              <a:gd name="connsiteY13" fmla="*/ 1448255 h 1601150"/>
              <a:gd name="connsiteX14" fmla="*/ 450001 w 2764291"/>
              <a:gd name="connsiteY14" fmla="*/ 1271139 h 1601150"/>
              <a:gd name="connsiteX15" fmla="*/ 482144 w 2764291"/>
              <a:gd name="connsiteY15" fmla="*/ 1047967 h 1601150"/>
              <a:gd name="connsiteX16" fmla="*/ 514287 w 2764291"/>
              <a:gd name="connsiteY16" fmla="*/ 800575 h 1601150"/>
              <a:gd name="connsiteX17" fmla="*/ 546429 w 2764291"/>
              <a:gd name="connsiteY17" fmla="*/ 553182 h 1601150"/>
              <a:gd name="connsiteX18" fmla="*/ 578573 w 2764291"/>
              <a:gd name="connsiteY18" fmla="*/ 330011 h 1601150"/>
              <a:gd name="connsiteX19" fmla="*/ 610716 w 2764291"/>
              <a:gd name="connsiteY19" fmla="*/ 152895 h 1601150"/>
              <a:gd name="connsiteX20" fmla="*/ 642858 w 2764291"/>
              <a:gd name="connsiteY20" fmla="*/ 39183 h 1601150"/>
              <a:gd name="connsiteX21" fmla="*/ 675001 w 2764291"/>
              <a:gd name="connsiteY21" fmla="*/ 0 h 1601150"/>
              <a:gd name="connsiteX22" fmla="*/ 707144 w 2764291"/>
              <a:gd name="connsiteY22" fmla="*/ 39183 h 1601150"/>
              <a:gd name="connsiteX23" fmla="*/ 739287 w 2764291"/>
              <a:gd name="connsiteY23" fmla="*/ 152895 h 1601150"/>
              <a:gd name="connsiteX24" fmla="*/ 771430 w 2764291"/>
              <a:gd name="connsiteY24" fmla="*/ 330011 h 1601150"/>
              <a:gd name="connsiteX25" fmla="*/ 803573 w 2764291"/>
              <a:gd name="connsiteY25" fmla="*/ 553182 h 1601150"/>
              <a:gd name="connsiteX26" fmla="*/ 835716 w 2764291"/>
              <a:gd name="connsiteY26" fmla="*/ 800575 h 1601150"/>
              <a:gd name="connsiteX27" fmla="*/ 867859 w 2764291"/>
              <a:gd name="connsiteY27" fmla="*/ 1047967 h 1601150"/>
              <a:gd name="connsiteX28" fmla="*/ 900002 w 2764291"/>
              <a:gd name="connsiteY28" fmla="*/ 1271139 h 1601150"/>
              <a:gd name="connsiteX29" fmla="*/ 932145 w 2764291"/>
              <a:gd name="connsiteY29" fmla="*/ 1448255 h 1601150"/>
              <a:gd name="connsiteX30" fmla="*/ 964288 w 2764291"/>
              <a:gd name="connsiteY30" fmla="*/ 1561967 h 1601150"/>
              <a:gd name="connsiteX31" fmla="*/ 996431 w 2764291"/>
              <a:gd name="connsiteY31" fmla="*/ 1601150 h 1601150"/>
              <a:gd name="connsiteX32" fmla="*/ 1028574 w 2764291"/>
              <a:gd name="connsiteY32" fmla="*/ 1561967 h 1601150"/>
              <a:gd name="connsiteX33" fmla="*/ 1060716 w 2764291"/>
              <a:gd name="connsiteY33" fmla="*/ 1448255 h 1601150"/>
              <a:gd name="connsiteX34" fmla="*/ 1092860 w 2764291"/>
              <a:gd name="connsiteY34" fmla="*/ 1271139 h 1601150"/>
              <a:gd name="connsiteX35" fmla="*/ 1125002 w 2764291"/>
              <a:gd name="connsiteY35" fmla="*/ 1047967 h 1601150"/>
              <a:gd name="connsiteX36" fmla="*/ 1157145 w 2764291"/>
              <a:gd name="connsiteY36" fmla="*/ 800575 h 1601150"/>
              <a:gd name="connsiteX37" fmla="*/ 1189288 w 2764291"/>
              <a:gd name="connsiteY37" fmla="*/ 553182 h 1601150"/>
              <a:gd name="connsiteX38" fmla="*/ 1221431 w 2764291"/>
              <a:gd name="connsiteY38" fmla="*/ 330011 h 1601150"/>
              <a:gd name="connsiteX39" fmla="*/ 1253574 w 2764291"/>
              <a:gd name="connsiteY39" fmla="*/ 152895 h 1601150"/>
              <a:gd name="connsiteX40" fmla="*/ 1285717 w 2764291"/>
              <a:gd name="connsiteY40" fmla="*/ 39183 h 1601150"/>
              <a:gd name="connsiteX41" fmla="*/ 1317860 w 2764291"/>
              <a:gd name="connsiteY41" fmla="*/ 0 h 1601150"/>
              <a:gd name="connsiteX42" fmla="*/ 1350003 w 2764291"/>
              <a:gd name="connsiteY42" fmla="*/ 39183 h 1601150"/>
              <a:gd name="connsiteX43" fmla="*/ 1382146 w 2764291"/>
              <a:gd name="connsiteY43" fmla="*/ 152895 h 1601150"/>
              <a:gd name="connsiteX44" fmla="*/ 1414289 w 2764291"/>
              <a:gd name="connsiteY44" fmla="*/ 330011 h 1601150"/>
              <a:gd name="connsiteX45" fmla="*/ 1446431 w 2764291"/>
              <a:gd name="connsiteY45" fmla="*/ 553182 h 1601150"/>
              <a:gd name="connsiteX46" fmla="*/ 1478574 w 2764291"/>
              <a:gd name="connsiteY46" fmla="*/ 800575 h 1601150"/>
              <a:gd name="connsiteX47" fmla="*/ 1510718 w 2764291"/>
              <a:gd name="connsiteY47" fmla="*/ 1047967 h 1601150"/>
              <a:gd name="connsiteX48" fmla="*/ 1542860 w 2764291"/>
              <a:gd name="connsiteY48" fmla="*/ 1271139 h 1601150"/>
              <a:gd name="connsiteX49" fmla="*/ 1575003 w 2764291"/>
              <a:gd name="connsiteY49" fmla="*/ 1448255 h 1601150"/>
              <a:gd name="connsiteX50" fmla="*/ 1607146 w 2764291"/>
              <a:gd name="connsiteY50" fmla="*/ 1561967 h 1601150"/>
              <a:gd name="connsiteX51" fmla="*/ 1639289 w 2764291"/>
              <a:gd name="connsiteY51" fmla="*/ 1601150 h 1601150"/>
              <a:gd name="connsiteX52" fmla="*/ 1671432 w 2764291"/>
              <a:gd name="connsiteY52" fmla="*/ 1561967 h 1601150"/>
              <a:gd name="connsiteX53" fmla="*/ 1703575 w 2764291"/>
              <a:gd name="connsiteY53" fmla="*/ 1448255 h 1601150"/>
              <a:gd name="connsiteX54" fmla="*/ 1735718 w 2764291"/>
              <a:gd name="connsiteY54" fmla="*/ 1271139 h 1601150"/>
              <a:gd name="connsiteX55" fmla="*/ 1767861 w 2764291"/>
              <a:gd name="connsiteY55" fmla="*/ 1047967 h 1601150"/>
              <a:gd name="connsiteX56" fmla="*/ 1800004 w 2764291"/>
              <a:gd name="connsiteY56" fmla="*/ 800575 h 1601150"/>
              <a:gd name="connsiteX57" fmla="*/ 1832147 w 2764291"/>
              <a:gd name="connsiteY57" fmla="*/ 553182 h 1601150"/>
              <a:gd name="connsiteX58" fmla="*/ 1864290 w 2764291"/>
              <a:gd name="connsiteY58" fmla="*/ 330011 h 1601150"/>
              <a:gd name="connsiteX59" fmla="*/ 1896433 w 2764291"/>
              <a:gd name="connsiteY59" fmla="*/ 152895 h 1601150"/>
              <a:gd name="connsiteX60" fmla="*/ 1928576 w 2764291"/>
              <a:gd name="connsiteY60" fmla="*/ 39183 h 1601150"/>
              <a:gd name="connsiteX61" fmla="*/ 1960718 w 2764291"/>
              <a:gd name="connsiteY61" fmla="*/ 0 h 1601150"/>
              <a:gd name="connsiteX62" fmla="*/ 1992861 w 2764291"/>
              <a:gd name="connsiteY62" fmla="*/ 39183 h 1601150"/>
              <a:gd name="connsiteX63" fmla="*/ 2025004 w 2764291"/>
              <a:gd name="connsiteY63" fmla="*/ 152895 h 1601150"/>
              <a:gd name="connsiteX64" fmla="*/ 2057147 w 2764291"/>
              <a:gd name="connsiteY64" fmla="*/ 330011 h 1601150"/>
              <a:gd name="connsiteX65" fmla="*/ 2089290 w 2764291"/>
              <a:gd name="connsiteY65" fmla="*/ 553182 h 1601150"/>
              <a:gd name="connsiteX66" fmla="*/ 2121433 w 2764291"/>
              <a:gd name="connsiteY66" fmla="*/ 800575 h 1601150"/>
              <a:gd name="connsiteX67" fmla="*/ 2153576 w 2764291"/>
              <a:gd name="connsiteY67" fmla="*/ 1047967 h 1601150"/>
              <a:gd name="connsiteX68" fmla="*/ 2185719 w 2764291"/>
              <a:gd name="connsiteY68" fmla="*/ 1271139 h 1601150"/>
              <a:gd name="connsiteX69" fmla="*/ 2217862 w 2764291"/>
              <a:gd name="connsiteY69" fmla="*/ 1448255 h 1601150"/>
              <a:gd name="connsiteX70" fmla="*/ 2250005 w 2764291"/>
              <a:gd name="connsiteY70" fmla="*/ 1561967 h 1601150"/>
              <a:gd name="connsiteX71" fmla="*/ 2282147 w 2764291"/>
              <a:gd name="connsiteY71" fmla="*/ 1601150 h 1601150"/>
              <a:gd name="connsiteX72" fmla="*/ 2314291 w 2764291"/>
              <a:gd name="connsiteY72" fmla="*/ 1561967 h 1601150"/>
              <a:gd name="connsiteX73" fmla="*/ 2346433 w 2764291"/>
              <a:gd name="connsiteY73" fmla="*/ 1448255 h 1601150"/>
              <a:gd name="connsiteX74" fmla="*/ 2378576 w 2764291"/>
              <a:gd name="connsiteY74" fmla="*/ 1271139 h 1601150"/>
              <a:gd name="connsiteX75" fmla="*/ 2410719 w 2764291"/>
              <a:gd name="connsiteY75" fmla="*/ 1047967 h 1601150"/>
              <a:gd name="connsiteX76" fmla="*/ 2442862 w 2764291"/>
              <a:gd name="connsiteY76" fmla="*/ 800575 h 1601150"/>
              <a:gd name="connsiteX77" fmla="*/ 2475005 w 2764291"/>
              <a:gd name="connsiteY77" fmla="*/ 553182 h 1601150"/>
              <a:gd name="connsiteX78" fmla="*/ 2507148 w 2764291"/>
              <a:gd name="connsiteY78" fmla="*/ 330011 h 1601150"/>
              <a:gd name="connsiteX79" fmla="*/ 2539291 w 2764291"/>
              <a:gd name="connsiteY79" fmla="*/ 152895 h 1601150"/>
              <a:gd name="connsiteX80" fmla="*/ 2571434 w 2764291"/>
              <a:gd name="connsiteY80" fmla="*/ 39183 h 1601150"/>
              <a:gd name="connsiteX81" fmla="*/ 2603577 w 2764291"/>
              <a:gd name="connsiteY81" fmla="*/ 0 h 1601150"/>
              <a:gd name="connsiteX82" fmla="*/ 2635720 w 2764291"/>
              <a:gd name="connsiteY82" fmla="*/ 39183 h 1601150"/>
              <a:gd name="connsiteX83" fmla="*/ 2667863 w 2764291"/>
              <a:gd name="connsiteY83" fmla="*/ 152895 h 1601150"/>
              <a:gd name="connsiteX84" fmla="*/ 2700006 w 2764291"/>
              <a:gd name="connsiteY84" fmla="*/ 330011 h 1601150"/>
              <a:gd name="connsiteX85" fmla="*/ 2732149 w 2764291"/>
              <a:gd name="connsiteY85" fmla="*/ 553182 h 1601150"/>
              <a:gd name="connsiteX86" fmla="*/ 2764291 w 2764291"/>
              <a:gd name="connsiteY86" fmla="*/ 800575 h 1601150"/>
              <a:gd name="connsiteX0" fmla="*/ 0 w 2732148"/>
              <a:gd name="connsiteY0" fmla="*/ 0 h 1601150"/>
              <a:gd name="connsiteX1" fmla="*/ 32143 w 2732148"/>
              <a:gd name="connsiteY1" fmla="*/ 39183 h 1601150"/>
              <a:gd name="connsiteX2" fmla="*/ 64286 w 2732148"/>
              <a:gd name="connsiteY2" fmla="*/ 152895 h 1601150"/>
              <a:gd name="connsiteX3" fmla="*/ 96429 w 2732148"/>
              <a:gd name="connsiteY3" fmla="*/ 330011 h 1601150"/>
              <a:gd name="connsiteX4" fmla="*/ 128572 w 2732148"/>
              <a:gd name="connsiteY4" fmla="*/ 553182 h 1601150"/>
              <a:gd name="connsiteX5" fmla="*/ 160715 w 2732148"/>
              <a:gd name="connsiteY5" fmla="*/ 800575 h 1601150"/>
              <a:gd name="connsiteX6" fmla="*/ 192857 w 2732148"/>
              <a:gd name="connsiteY6" fmla="*/ 1047967 h 1601150"/>
              <a:gd name="connsiteX7" fmla="*/ 225000 w 2732148"/>
              <a:gd name="connsiteY7" fmla="*/ 1271139 h 1601150"/>
              <a:gd name="connsiteX8" fmla="*/ 257143 w 2732148"/>
              <a:gd name="connsiteY8" fmla="*/ 1448255 h 1601150"/>
              <a:gd name="connsiteX9" fmla="*/ 289286 w 2732148"/>
              <a:gd name="connsiteY9" fmla="*/ 1561967 h 1601150"/>
              <a:gd name="connsiteX10" fmla="*/ 321429 w 2732148"/>
              <a:gd name="connsiteY10" fmla="*/ 1601150 h 1601150"/>
              <a:gd name="connsiteX11" fmla="*/ 353572 w 2732148"/>
              <a:gd name="connsiteY11" fmla="*/ 1561967 h 1601150"/>
              <a:gd name="connsiteX12" fmla="*/ 385715 w 2732148"/>
              <a:gd name="connsiteY12" fmla="*/ 1448255 h 1601150"/>
              <a:gd name="connsiteX13" fmla="*/ 417858 w 2732148"/>
              <a:gd name="connsiteY13" fmla="*/ 1271139 h 1601150"/>
              <a:gd name="connsiteX14" fmla="*/ 450001 w 2732148"/>
              <a:gd name="connsiteY14" fmla="*/ 1047967 h 1601150"/>
              <a:gd name="connsiteX15" fmla="*/ 482144 w 2732148"/>
              <a:gd name="connsiteY15" fmla="*/ 800575 h 1601150"/>
              <a:gd name="connsiteX16" fmla="*/ 514286 w 2732148"/>
              <a:gd name="connsiteY16" fmla="*/ 553182 h 1601150"/>
              <a:gd name="connsiteX17" fmla="*/ 546430 w 2732148"/>
              <a:gd name="connsiteY17" fmla="*/ 330011 h 1601150"/>
              <a:gd name="connsiteX18" fmla="*/ 578573 w 2732148"/>
              <a:gd name="connsiteY18" fmla="*/ 152895 h 1601150"/>
              <a:gd name="connsiteX19" fmla="*/ 610715 w 2732148"/>
              <a:gd name="connsiteY19" fmla="*/ 39183 h 1601150"/>
              <a:gd name="connsiteX20" fmla="*/ 642858 w 2732148"/>
              <a:gd name="connsiteY20" fmla="*/ 0 h 1601150"/>
              <a:gd name="connsiteX21" fmla="*/ 675001 w 2732148"/>
              <a:gd name="connsiteY21" fmla="*/ 39183 h 1601150"/>
              <a:gd name="connsiteX22" fmla="*/ 707144 w 2732148"/>
              <a:gd name="connsiteY22" fmla="*/ 152895 h 1601150"/>
              <a:gd name="connsiteX23" fmla="*/ 739287 w 2732148"/>
              <a:gd name="connsiteY23" fmla="*/ 330011 h 1601150"/>
              <a:gd name="connsiteX24" fmla="*/ 771430 w 2732148"/>
              <a:gd name="connsiteY24" fmla="*/ 553182 h 1601150"/>
              <a:gd name="connsiteX25" fmla="*/ 803573 w 2732148"/>
              <a:gd name="connsiteY25" fmla="*/ 800575 h 1601150"/>
              <a:gd name="connsiteX26" fmla="*/ 835716 w 2732148"/>
              <a:gd name="connsiteY26" fmla="*/ 1047967 h 1601150"/>
              <a:gd name="connsiteX27" fmla="*/ 867859 w 2732148"/>
              <a:gd name="connsiteY27" fmla="*/ 1271139 h 1601150"/>
              <a:gd name="connsiteX28" fmla="*/ 900002 w 2732148"/>
              <a:gd name="connsiteY28" fmla="*/ 1448255 h 1601150"/>
              <a:gd name="connsiteX29" fmla="*/ 932145 w 2732148"/>
              <a:gd name="connsiteY29" fmla="*/ 1561967 h 1601150"/>
              <a:gd name="connsiteX30" fmla="*/ 964288 w 2732148"/>
              <a:gd name="connsiteY30" fmla="*/ 1601150 h 1601150"/>
              <a:gd name="connsiteX31" fmla="*/ 996431 w 2732148"/>
              <a:gd name="connsiteY31" fmla="*/ 1561967 h 1601150"/>
              <a:gd name="connsiteX32" fmla="*/ 1028573 w 2732148"/>
              <a:gd name="connsiteY32" fmla="*/ 1448255 h 1601150"/>
              <a:gd name="connsiteX33" fmla="*/ 1060717 w 2732148"/>
              <a:gd name="connsiteY33" fmla="*/ 1271139 h 1601150"/>
              <a:gd name="connsiteX34" fmla="*/ 1092859 w 2732148"/>
              <a:gd name="connsiteY34" fmla="*/ 1047967 h 1601150"/>
              <a:gd name="connsiteX35" fmla="*/ 1125002 w 2732148"/>
              <a:gd name="connsiteY35" fmla="*/ 800575 h 1601150"/>
              <a:gd name="connsiteX36" fmla="*/ 1157145 w 2732148"/>
              <a:gd name="connsiteY36" fmla="*/ 553182 h 1601150"/>
              <a:gd name="connsiteX37" fmla="*/ 1189288 w 2732148"/>
              <a:gd name="connsiteY37" fmla="*/ 330011 h 1601150"/>
              <a:gd name="connsiteX38" fmla="*/ 1221431 w 2732148"/>
              <a:gd name="connsiteY38" fmla="*/ 152895 h 1601150"/>
              <a:gd name="connsiteX39" fmla="*/ 1253574 w 2732148"/>
              <a:gd name="connsiteY39" fmla="*/ 39183 h 1601150"/>
              <a:gd name="connsiteX40" fmla="*/ 1285717 w 2732148"/>
              <a:gd name="connsiteY40" fmla="*/ 0 h 1601150"/>
              <a:gd name="connsiteX41" fmla="*/ 1317860 w 2732148"/>
              <a:gd name="connsiteY41" fmla="*/ 39183 h 1601150"/>
              <a:gd name="connsiteX42" fmla="*/ 1350003 w 2732148"/>
              <a:gd name="connsiteY42" fmla="*/ 152895 h 1601150"/>
              <a:gd name="connsiteX43" fmla="*/ 1382146 w 2732148"/>
              <a:gd name="connsiteY43" fmla="*/ 330011 h 1601150"/>
              <a:gd name="connsiteX44" fmla="*/ 1414288 w 2732148"/>
              <a:gd name="connsiteY44" fmla="*/ 553182 h 1601150"/>
              <a:gd name="connsiteX45" fmla="*/ 1446431 w 2732148"/>
              <a:gd name="connsiteY45" fmla="*/ 800575 h 1601150"/>
              <a:gd name="connsiteX46" fmla="*/ 1478575 w 2732148"/>
              <a:gd name="connsiteY46" fmla="*/ 1047967 h 1601150"/>
              <a:gd name="connsiteX47" fmla="*/ 1510717 w 2732148"/>
              <a:gd name="connsiteY47" fmla="*/ 1271139 h 1601150"/>
              <a:gd name="connsiteX48" fmla="*/ 1542860 w 2732148"/>
              <a:gd name="connsiteY48" fmla="*/ 1448255 h 1601150"/>
              <a:gd name="connsiteX49" fmla="*/ 1575003 w 2732148"/>
              <a:gd name="connsiteY49" fmla="*/ 1561967 h 1601150"/>
              <a:gd name="connsiteX50" fmla="*/ 1607146 w 2732148"/>
              <a:gd name="connsiteY50" fmla="*/ 1601150 h 1601150"/>
              <a:gd name="connsiteX51" fmla="*/ 1639289 w 2732148"/>
              <a:gd name="connsiteY51" fmla="*/ 1561967 h 1601150"/>
              <a:gd name="connsiteX52" fmla="*/ 1671432 w 2732148"/>
              <a:gd name="connsiteY52" fmla="*/ 1448255 h 1601150"/>
              <a:gd name="connsiteX53" fmla="*/ 1703575 w 2732148"/>
              <a:gd name="connsiteY53" fmla="*/ 1271139 h 1601150"/>
              <a:gd name="connsiteX54" fmla="*/ 1735718 w 2732148"/>
              <a:gd name="connsiteY54" fmla="*/ 1047967 h 1601150"/>
              <a:gd name="connsiteX55" fmla="*/ 1767861 w 2732148"/>
              <a:gd name="connsiteY55" fmla="*/ 800575 h 1601150"/>
              <a:gd name="connsiteX56" fmla="*/ 1800004 w 2732148"/>
              <a:gd name="connsiteY56" fmla="*/ 553182 h 1601150"/>
              <a:gd name="connsiteX57" fmla="*/ 1832147 w 2732148"/>
              <a:gd name="connsiteY57" fmla="*/ 330011 h 1601150"/>
              <a:gd name="connsiteX58" fmla="*/ 1864290 w 2732148"/>
              <a:gd name="connsiteY58" fmla="*/ 152895 h 1601150"/>
              <a:gd name="connsiteX59" fmla="*/ 1896433 w 2732148"/>
              <a:gd name="connsiteY59" fmla="*/ 39183 h 1601150"/>
              <a:gd name="connsiteX60" fmla="*/ 1928575 w 2732148"/>
              <a:gd name="connsiteY60" fmla="*/ 0 h 1601150"/>
              <a:gd name="connsiteX61" fmla="*/ 1960718 w 2732148"/>
              <a:gd name="connsiteY61" fmla="*/ 39183 h 1601150"/>
              <a:gd name="connsiteX62" fmla="*/ 1992861 w 2732148"/>
              <a:gd name="connsiteY62" fmla="*/ 152895 h 1601150"/>
              <a:gd name="connsiteX63" fmla="*/ 2025004 w 2732148"/>
              <a:gd name="connsiteY63" fmla="*/ 330011 h 1601150"/>
              <a:gd name="connsiteX64" fmla="*/ 2057147 w 2732148"/>
              <a:gd name="connsiteY64" fmla="*/ 553182 h 1601150"/>
              <a:gd name="connsiteX65" fmla="*/ 2089290 w 2732148"/>
              <a:gd name="connsiteY65" fmla="*/ 800575 h 1601150"/>
              <a:gd name="connsiteX66" fmla="*/ 2121433 w 2732148"/>
              <a:gd name="connsiteY66" fmla="*/ 1047967 h 1601150"/>
              <a:gd name="connsiteX67" fmla="*/ 2153576 w 2732148"/>
              <a:gd name="connsiteY67" fmla="*/ 1271139 h 1601150"/>
              <a:gd name="connsiteX68" fmla="*/ 2185719 w 2732148"/>
              <a:gd name="connsiteY68" fmla="*/ 1448255 h 1601150"/>
              <a:gd name="connsiteX69" fmla="*/ 2217862 w 2732148"/>
              <a:gd name="connsiteY69" fmla="*/ 1561967 h 1601150"/>
              <a:gd name="connsiteX70" fmla="*/ 2250004 w 2732148"/>
              <a:gd name="connsiteY70" fmla="*/ 1601150 h 1601150"/>
              <a:gd name="connsiteX71" fmla="*/ 2282148 w 2732148"/>
              <a:gd name="connsiteY71" fmla="*/ 1561967 h 1601150"/>
              <a:gd name="connsiteX72" fmla="*/ 2314290 w 2732148"/>
              <a:gd name="connsiteY72" fmla="*/ 1448255 h 1601150"/>
              <a:gd name="connsiteX73" fmla="*/ 2346433 w 2732148"/>
              <a:gd name="connsiteY73" fmla="*/ 1271139 h 1601150"/>
              <a:gd name="connsiteX74" fmla="*/ 2378576 w 2732148"/>
              <a:gd name="connsiteY74" fmla="*/ 1047967 h 1601150"/>
              <a:gd name="connsiteX75" fmla="*/ 2410719 w 2732148"/>
              <a:gd name="connsiteY75" fmla="*/ 800575 h 1601150"/>
              <a:gd name="connsiteX76" fmla="*/ 2442862 w 2732148"/>
              <a:gd name="connsiteY76" fmla="*/ 553182 h 1601150"/>
              <a:gd name="connsiteX77" fmla="*/ 2475005 w 2732148"/>
              <a:gd name="connsiteY77" fmla="*/ 330011 h 1601150"/>
              <a:gd name="connsiteX78" fmla="*/ 2507148 w 2732148"/>
              <a:gd name="connsiteY78" fmla="*/ 152895 h 1601150"/>
              <a:gd name="connsiteX79" fmla="*/ 2539291 w 2732148"/>
              <a:gd name="connsiteY79" fmla="*/ 39183 h 1601150"/>
              <a:gd name="connsiteX80" fmla="*/ 2571434 w 2732148"/>
              <a:gd name="connsiteY80" fmla="*/ 0 h 1601150"/>
              <a:gd name="connsiteX81" fmla="*/ 2603577 w 2732148"/>
              <a:gd name="connsiteY81" fmla="*/ 39183 h 1601150"/>
              <a:gd name="connsiteX82" fmla="*/ 2635720 w 2732148"/>
              <a:gd name="connsiteY82" fmla="*/ 152895 h 1601150"/>
              <a:gd name="connsiteX83" fmla="*/ 2667863 w 2732148"/>
              <a:gd name="connsiteY83" fmla="*/ 330011 h 1601150"/>
              <a:gd name="connsiteX84" fmla="*/ 2700006 w 2732148"/>
              <a:gd name="connsiteY84" fmla="*/ 553182 h 1601150"/>
              <a:gd name="connsiteX85" fmla="*/ 2732148 w 2732148"/>
              <a:gd name="connsiteY85" fmla="*/ 800575 h 1601150"/>
              <a:gd name="connsiteX0" fmla="*/ 0 w 2700005"/>
              <a:gd name="connsiteY0" fmla="*/ 39183 h 1601150"/>
              <a:gd name="connsiteX1" fmla="*/ 32143 w 2700005"/>
              <a:gd name="connsiteY1" fmla="*/ 152895 h 1601150"/>
              <a:gd name="connsiteX2" fmla="*/ 64286 w 2700005"/>
              <a:gd name="connsiteY2" fmla="*/ 330011 h 1601150"/>
              <a:gd name="connsiteX3" fmla="*/ 96429 w 2700005"/>
              <a:gd name="connsiteY3" fmla="*/ 553182 h 1601150"/>
              <a:gd name="connsiteX4" fmla="*/ 128572 w 2700005"/>
              <a:gd name="connsiteY4" fmla="*/ 800575 h 1601150"/>
              <a:gd name="connsiteX5" fmla="*/ 160714 w 2700005"/>
              <a:gd name="connsiteY5" fmla="*/ 1047967 h 1601150"/>
              <a:gd name="connsiteX6" fmla="*/ 192857 w 2700005"/>
              <a:gd name="connsiteY6" fmla="*/ 1271139 h 1601150"/>
              <a:gd name="connsiteX7" fmla="*/ 225000 w 2700005"/>
              <a:gd name="connsiteY7" fmla="*/ 1448255 h 1601150"/>
              <a:gd name="connsiteX8" fmla="*/ 257143 w 2700005"/>
              <a:gd name="connsiteY8" fmla="*/ 1561967 h 1601150"/>
              <a:gd name="connsiteX9" fmla="*/ 289286 w 2700005"/>
              <a:gd name="connsiteY9" fmla="*/ 1601150 h 1601150"/>
              <a:gd name="connsiteX10" fmla="*/ 321429 w 2700005"/>
              <a:gd name="connsiteY10" fmla="*/ 1561967 h 1601150"/>
              <a:gd name="connsiteX11" fmla="*/ 353572 w 2700005"/>
              <a:gd name="connsiteY11" fmla="*/ 1448255 h 1601150"/>
              <a:gd name="connsiteX12" fmla="*/ 385715 w 2700005"/>
              <a:gd name="connsiteY12" fmla="*/ 1271139 h 1601150"/>
              <a:gd name="connsiteX13" fmla="*/ 417858 w 2700005"/>
              <a:gd name="connsiteY13" fmla="*/ 1047967 h 1601150"/>
              <a:gd name="connsiteX14" fmla="*/ 450001 w 2700005"/>
              <a:gd name="connsiteY14" fmla="*/ 800575 h 1601150"/>
              <a:gd name="connsiteX15" fmla="*/ 482143 w 2700005"/>
              <a:gd name="connsiteY15" fmla="*/ 553182 h 1601150"/>
              <a:gd name="connsiteX16" fmla="*/ 514287 w 2700005"/>
              <a:gd name="connsiteY16" fmla="*/ 330011 h 1601150"/>
              <a:gd name="connsiteX17" fmla="*/ 546430 w 2700005"/>
              <a:gd name="connsiteY17" fmla="*/ 152895 h 1601150"/>
              <a:gd name="connsiteX18" fmla="*/ 578572 w 2700005"/>
              <a:gd name="connsiteY18" fmla="*/ 39183 h 1601150"/>
              <a:gd name="connsiteX19" fmla="*/ 610715 w 2700005"/>
              <a:gd name="connsiteY19" fmla="*/ 0 h 1601150"/>
              <a:gd name="connsiteX20" fmla="*/ 642858 w 2700005"/>
              <a:gd name="connsiteY20" fmla="*/ 39183 h 1601150"/>
              <a:gd name="connsiteX21" fmla="*/ 675001 w 2700005"/>
              <a:gd name="connsiteY21" fmla="*/ 152895 h 1601150"/>
              <a:gd name="connsiteX22" fmla="*/ 707144 w 2700005"/>
              <a:gd name="connsiteY22" fmla="*/ 330011 h 1601150"/>
              <a:gd name="connsiteX23" fmla="*/ 739287 w 2700005"/>
              <a:gd name="connsiteY23" fmla="*/ 553182 h 1601150"/>
              <a:gd name="connsiteX24" fmla="*/ 771430 w 2700005"/>
              <a:gd name="connsiteY24" fmla="*/ 800575 h 1601150"/>
              <a:gd name="connsiteX25" fmla="*/ 803573 w 2700005"/>
              <a:gd name="connsiteY25" fmla="*/ 1047967 h 1601150"/>
              <a:gd name="connsiteX26" fmla="*/ 835716 w 2700005"/>
              <a:gd name="connsiteY26" fmla="*/ 1271139 h 1601150"/>
              <a:gd name="connsiteX27" fmla="*/ 867859 w 2700005"/>
              <a:gd name="connsiteY27" fmla="*/ 1448255 h 1601150"/>
              <a:gd name="connsiteX28" fmla="*/ 900002 w 2700005"/>
              <a:gd name="connsiteY28" fmla="*/ 1561967 h 1601150"/>
              <a:gd name="connsiteX29" fmla="*/ 932145 w 2700005"/>
              <a:gd name="connsiteY29" fmla="*/ 1601150 h 1601150"/>
              <a:gd name="connsiteX30" fmla="*/ 964288 w 2700005"/>
              <a:gd name="connsiteY30" fmla="*/ 1561967 h 1601150"/>
              <a:gd name="connsiteX31" fmla="*/ 996430 w 2700005"/>
              <a:gd name="connsiteY31" fmla="*/ 1448255 h 1601150"/>
              <a:gd name="connsiteX32" fmla="*/ 1028574 w 2700005"/>
              <a:gd name="connsiteY32" fmla="*/ 1271139 h 1601150"/>
              <a:gd name="connsiteX33" fmla="*/ 1060716 w 2700005"/>
              <a:gd name="connsiteY33" fmla="*/ 1047967 h 1601150"/>
              <a:gd name="connsiteX34" fmla="*/ 1092859 w 2700005"/>
              <a:gd name="connsiteY34" fmla="*/ 800575 h 1601150"/>
              <a:gd name="connsiteX35" fmla="*/ 1125002 w 2700005"/>
              <a:gd name="connsiteY35" fmla="*/ 553182 h 1601150"/>
              <a:gd name="connsiteX36" fmla="*/ 1157145 w 2700005"/>
              <a:gd name="connsiteY36" fmla="*/ 330011 h 1601150"/>
              <a:gd name="connsiteX37" fmla="*/ 1189288 w 2700005"/>
              <a:gd name="connsiteY37" fmla="*/ 152895 h 1601150"/>
              <a:gd name="connsiteX38" fmla="*/ 1221431 w 2700005"/>
              <a:gd name="connsiteY38" fmla="*/ 39183 h 1601150"/>
              <a:gd name="connsiteX39" fmla="*/ 1253574 w 2700005"/>
              <a:gd name="connsiteY39" fmla="*/ 0 h 1601150"/>
              <a:gd name="connsiteX40" fmla="*/ 1285717 w 2700005"/>
              <a:gd name="connsiteY40" fmla="*/ 39183 h 1601150"/>
              <a:gd name="connsiteX41" fmla="*/ 1317860 w 2700005"/>
              <a:gd name="connsiteY41" fmla="*/ 152895 h 1601150"/>
              <a:gd name="connsiteX42" fmla="*/ 1350003 w 2700005"/>
              <a:gd name="connsiteY42" fmla="*/ 330011 h 1601150"/>
              <a:gd name="connsiteX43" fmla="*/ 1382145 w 2700005"/>
              <a:gd name="connsiteY43" fmla="*/ 553182 h 1601150"/>
              <a:gd name="connsiteX44" fmla="*/ 1414288 w 2700005"/>
              <a:gd name="connsiteY44" fmla="*/ 800575 h 1601150"/>
              <a:gd name="connsiteX45" fmla="*/ 1446432 w 2700005"/>
              <a:gd name="connsiteY45" fmla="*/ 1047967 h 1601150"/>
              <a:gd name="connsiteX46" fmla="*/ 1478574 w 2700005"/>
              <a:gd name="connsiteY46" fmla="*/ 1271139 h 1601150"/>
              <a:gd name="connsiteX47" fmla="*/ 1510717 w 2700005"/>
              <a:gd name="connsiteY47" fmla="*/ 1448255 h 1601150"/>
              <a:gd name="connsiteX48" fmla="*/ 1542860 w 2700005"/>
              <a:gd name="connsiteY48" fmla="*/ 1561967 h 1601150"/>
              <a:gd name="connsiteX49" fmla="*/ 1575003 w 2700005"/>
              <a:gd name="connsiteY49" fmla="*/ 1601150 h 1601150"/>
              <a:gd name="connsiteX50" fmla="*/ 1607146 w 2700005"/>
              <a:gd name="connsiteY50" fmla="*/ 1561967 h 1601150"/>
              <a:gd name="connsiteX51" fmla="*/ 1639289 w 2700005"/>
              <a:gd name="connsiteY51" fmla="*/ 1448255 h 1601150"/>
              <a:gd name="connsiteX52" fmla="*/ 1671432 w 2700005"/>
              <a:gd name="connsiteY52" fmla="*/ 1271139 h 1601150"/>
              <a:gd name="connsiteX53" fmla="*/ 1703575 w 2700005"/>
              <a:gd name="connsiteY53" fmla="*/ 1047967 h 1601150"/>
              <a:gd name="connsiteX54" fmla="*/ 1735718 w 2700005"/>
              <a:gd name="connsiteY54" fmla="*/ 800575 h 1601150"/>
              <a:gd name="connsiteX55" fmla="*/ 1767861 w 2700005"/>
              <a:gd name="connsiteY55" fmla="*/ 553182 h 1601150"/>
              <a:gd name="connsiteX56" fmla="*/ 1800004 w 2700005"/>
              <a:gd name="connsiteY56" fmla="*/ 330011 h 1601150"/>
              <a:gd name="connsiteX57" fmla="*/ 1832147 w 2700005"/>
              <a:gd name="connsiteY57" fmla="*/ 152895 h 1601150"/>
              <a:gd name="connsiteX58" fmla="*/ 1864290 w 2700005"/>
              <a:gd name="connsiteY58" fmla="*/ 39183 h 1601150"/>
              <a:gd name="connsiteX59" fmla="*/ 1896432 w 2700005"/>
              <a:gd name="connsiteY59" fmla="*/ 0 h 1601150"/>
              <a:gd name="connsiteX60" fmla="*/ 1928575 w 2700005"/>
              <a:gd name="connsiteY60" fmla="*/ 39183 h 1601150"/>
              <a:gd name="connsiteX61" fmla="*/ 1960718 w 2700005"/>
              <a:gd name="connsiteY61" fmla="*/ 152895 h 1601150"/>
              <a:gd name="connsiteX62" fmla="*/ 1992861 w 2700005"/>
              <a:gd name="connsiteY62" fmla="*/ 330011 h 1601150"/>
              <a:gd name="connsiteX63" fmla="*/ 2025004 w 2700005"/>
              <a:gd name="connsiteY63" fmla="*/ 553182 h 1601150"/>
              <a:gd name="connsiteX64" fmla="*/ 2057147 w 2700005"/>
              <a:gd name="connsiteY64" fmla="*/ 800575 h 1601150"/>
              <a:gd name="connsiteX65" fmla="*/ 2089290 w 2700005"/>
              <a:gd name="connsiteY65" fmla="*/ 1047967 h 1601150"/>
              <a:gd name="connsiteX66" fmla="*/ 2121433 w 2700005"/>
              <a:gd name="connsiteY66" fmla="*/ 1271139 h 1601150"/>
              <a:gd name="connsiteX67" fmla="*/ 2153576 w 2700005"/>
              <a:gd name="connsiteY67" fmla="*/ 1448255 h 1601150"/>
              <a:gd name="connsiteX68" fmla="*/ 2185719 w 2700005"/>
              <a:gd name="connsiteY68" fmla="*/ 1561967 h 1601150"/>
              <a:gd name="connsiteX69" fmla="*/ 2217861 w 2700005"/>
              <a:gd name="connsiteY69" fmla="*/ 1601150 h 1601150"/>
              <a:gd name="connsiteX70" fmla="*/ 2250005 w 2700005"/>
              <a:gd name="connsiteY70" fmla="*/ 1561967 h 1601150"/>
              <a:gd name="connsiteX71" fmla="*/ 2282147 w 2700005"/>
              <a:gd name="connsiteY71" fmla="*/ 1448255 h 1601150"/>
              <a:gd name="connsiteX72" fmla="*/ 2314290 w 2700005"/>
              <a:gd name="connsiteY72" fmla="*/ 1271139 h 1601150"/>
              <a:gd name="connsiteX73" fmla="*/ 2346433 w 2700005"/>
              <a:gd name="connsiteY73" fmla="*/ 1047967 h 1601150"/>
              <a:gd name="connsiteX74" fmla="*/ 2378576 w 2700005"/>
              <a:gd name="connsiteY74" fmla="*/ 800575 h 1601150"/>
              <a:gd name="connsiteX75" fmla="*/ 2410719 w 2700005"/>
              <a:gd name="connsiteY75" fmla="*/ 553182 h 1601150"/>
              <a:gd name="connsiteX76" fmla="*/ 2442862 w 2700005"/>
              <a:gd name="connsiteY76" fmla="*/ 330011 h 1601150"/>
              <a:gd name="connsiteX77" fmla="*/ 2475005 w 2700005"/>
              <a:gd name="connsiteY77" fmla="*/ 152895 h 1601150"/>
              <a:gd name="connsiteX78" fmla="*/ 2507148 w 2700005"/>
              <a:gd name="connsiteY78" fmla="*/ 39183 h 1601150"/>
              <a:gd name="connsiteX79" fmla="*/ 2539291 w 2700005"/>
              <a:gd name="connsiteY79" fmla="*/ 0 h 1601150"/>
              <a:gd name="connsiteX80" fmla="*/ 2571434 w 2700005"/>
              <a:gd name="connsiteY80" fmla="*/ 39183 h 1601150"/>
              <a:gd name="connsiteX81" fmla="*/ 2603577 w 2700005"/>
              <a:gd name="connsiteY81" fmla="*/ 152895 h 1601150"/>
              <a:gd name="connsiteX82" fmla="*/ 2635720 w 2700005"/>
              <a:gd name="connsiteY82" fmla="*/ 330011 h 1601150"/>
              <a:gd name="connsiteX83" fmla="*/ 2667863 w 2700005"/>
              <a:gd name="connsiteY83" fmla="*/ 553182 h 1601150"/>
              <a:gd name="connsiteX84" fmla="*/ 2700005 w 2700005"/>
              <a:gd name="connsiteY84" fmla="*/ 800575 h 1601150"/>
              <a:gd name="connsiteX0" fmla="*/ 0 w 2667862"/>
              <a:gd name="connsiteY0" fmla="*/ 152895 h 1601150"/>
              <a:gd name="connsiteX1" fmla="*/ 32143 w 2667862"/>
              <a:gd name="connsiteY1" fmla="*/ 330011 h 1601150"/>
              <a:gd name="connsiteX2" fmla="*/ 64286 w 2667862"/>
              <a:gd name="connsiteY2" fmla="*/ 553182 h 1601150"/>
              <a:gd name="connsiteX3" fmla="*/ 96429 w 2667862"/>
              <a:gd name="connsiteY3" fmla="*/ 800575 h 1601150"/>
              <a:gd name="connsiteX4" fmla="*/ 128571 w 2667862"/>
              <a:gd name="connsiteY4" fmla="*/ 1047967 h 1601150"/>
              <a:gd name="connsiteX5" fmla="*/ 160714 w 2667862"/>
              <a:gd name="connsiteY5" fmla="*/ 1271139 h 1601150"/>
              <a:gd name="connsiteX6" fmla="*/ 192857 w 2667862"/>
              <a:gd name="connsiteY6" fmla="*/ 1448255 h 1601150"/>
              <a:gd name="connsiteX7" fmla="*/ 225000 w 2667862"/>
              <a:gd name="connsiteY7" fmla="*/ 1561967 h 1601150"/>
              <a:gd name="connsiteX8" fmla="*/ 257143 w 2667862"/>
              <a:gd name="connsiteY8" fmla="*/ 1601150 h 1601150"/>
              <a:gd name="connsiteX9" fmla="*/ 289286 w 2667862"/>
              <a:gd name="connsiteY9" fmla="*/ 1561967 h 1601150"/>
              <a:gd name="connsiteX10" fmla="*/ 321429 w 2667862"/>
              <a:gd name="connsiteY10" fmla="*/ 1448255 h 1601150"/>
              <a:gd name="connsiteX11" fmla="*/ 353572 w 2667862"/>
              <a:gd name="connsiteY11" fmla="*/ 1271139 h 1601150"/>
              <a:gd name="connsiteX12" fmla="*/ 385715 w 2667862"/>
              <a:gd name="connsiteY12" fmla="*/ 1047967 h 1601150"/>
              <a:gd name="connsiteX13" fmla="*/ 417858 w 2667862"/>
              <a:gd name="connsiteY13" fmla="*/ 800575 h 1601150"/>
              <a:gd name="connsiteX14" fmla="*/ 450000 w 2667862"/>
              <a:gd name="connsiteY14" fmla="*/ 553182 h 1601150"/>
              <a:gd name="connsiteX15" fmla="*/ 482144 w 2667862"/>
              <a:gd name="connsiteY15" fmla="*/ 330011 h 1601150"/>
              <a:gd name="connsiteX16" fmla="*/ 514287 w 2667862"/>
              <a:gd name="connsiteY16" fmla="*/ 152895 h 1601150"/>
              <a:gd name="connsiteX17" fmla="*/ 546429 w 2667862"/>
              <a:gd name="connsiteY17" fmla="*/ 39183 h 1601150"/>
              <a:gd name="connsiteX18" fmla="*/ 578572 w 2667862"/>
              <a:gd name="connsiteY18" fmla="*/ 0 h 1601150"/>
              <a:gd name="connsiteX19" fmla="*/ 610715 w 2667862"/>
              <a:gd name="connsiteY19" fmla="*/ 39183 h 1601150"/>
              <a:gd name="connsiteX20" fmla="*/ 642858 w 2667862"/>
              <a:gd name="connsiteY20" fmla="*/ 152895 h 1601150"/>
              <a:gd name="connsiteX21" fmla="*/ 675001 w 2667862"/>
              <a:gd name="connsiteY21" fmla="*/ 330011 h 1601150"/>
              <a:gd name="connsiteX22" fmla="*/ 707144 w 2667862"/>
              <a:gd name="connsiteY22" fmla="*/ 553182 h 1601150"/>
              <a:gd name="connsiteX23" fmla="*/ 739287 w 2667862"/>
              <a:gd name="connsiteY23" fmla="*/ 800575 h 1601150"/>
              <a:gd name="connsiteX24" fmla="*/ 771430 w 2667862"/>
              <a:gd name="connsiteY24" fmla="*/ 1047967 h 1601150"/>
              <a:gd name="connsiteX25" fmla="*/ 803573 w 2667862"/>
              <a:gd name="connsiteY25" fmla="*/ 1271139 h 1601150"/>
              <a:gd name="connsiteX26" fmla="*/ 835716 w 2667862"/>
              <a:gd name="connsiteY26" fmla="*/ 1448255 h 1601150"/>
              <a:gd name="connsiteX27" fmla="*/ 867859 w 2667862"/>
              <a:gd name="connsiteY27" fmla="*/ 1561967 h 1601150"/>
              <a:gd name="connsiteX28" fmla="*/ 900002 w 2667862"/>
              <a:gd name="connsiteY28" fmla="*/ 1601150 h 1601150"/>
              <a:gd name="connsiteX29" fmla="*/ 932145 w 2667862"/>
              <a:gd name="connsiteY29" fmla="*/ 1561967 h 1601150"/>
              <a:gd name="connsiteX30" fmla="*/ 964287 w 2667862"/>
              <a:gd name="connsiteY30" fmla="*/ 1448255 h 1601150"/>
              <a:gd name="connsiteX31" fmla="*/ 996431 w 2667862"/>
              <a:gd name="connsiteY31" fmla="*/ 1271139 h 1601150"/>
              <a:gd name="connsiteX32" fmla="*/ 1028573 w 2667862"/>
              <a:gd name="connsiteY32" fmla="*/ 1047967 h 1601150"/>
              <a:gd name="connsiteX33" fmla="*/ 1060716 w 2667862"/>
              <a:gd name="connsiteY33" fmla="*/ 800575 h 1601150"/>
              <a:gd name="connsiteX34" fmla="*/ 1092859 w 2667862"/>
              <a:gd name="connsiteY34" fmla="*/ 553182 h 1601150"/>
              <a:gd name="connsiteX35" fmla="*/ 1125002 w 2667862"/>
              <a:gd name="connsiteY35" fmla="*/ 330011 h 1601150"/>
              <a:gd name="connsiteX36" fmla="*/ 1157145 w 2667862"/>
              <a:gd name="connsiteY36" fmla="*/ 152895 h 1601150"/>
              <a:gd name="connsiteX37" fmla="*/ 1189288 w 2667862"/>
              <a:gd name="connsiteY37" fmla="*/ 39183 h 1601150"/>
              <a:gd name="connsiteX38" fmla="*/ 1221431 w 2667862"/>
              <a:gd name="connsiteY38" fmla="*/ 0 h 1601150"/>
              <a:gd name="connsiteX39" fmla="*/ 1253574 w 2667862"/>
              <a:gd name="connsiteY39" fmla="*/ 39183 h 1601150"/>
              <a:gd name="connsiteX40" fmla="*/ 1285717 w 2667862"/>
              <a:gd name="connsiteY40" fmla="*/ 152895 h 1601150"/>
              <a:gd name="connsiteX41" fmla="*/ 1317860 w 2667862"/>
              <a:gd name="connsiteY41" fmla="*/ 330011 h 1601150"/>
              <a:gd name="connsiteX42" fmla="*/ 1350002 w 2667862"/>
              <a:gd name="connsiteY42" fmla="*/ 553182 h 1601150"/>
              <a:gd name="connsiteX43" fmla="*/ 1382145 w 2667862"/>
              <a:gd name="connsiteY43" fmla="*/ 800575 h 1601150"/>
              <a:gd name="connsiteX44" fmla="*/ 1414289 w 2667862"/>
              <a:gd name="connsiteY44" fmla="*/ 1047967 h 1601150"/>
              <a:gd name="connsiteX45" fmla="*/ 1446431 w 2667862"/>
              <a:gd name="connsiteY45" fmla="*/ 1271139 h 1601150"/>
              <a:gd name="connsiteX46" fmla="*/ 1478574 w 2667862"/>
              <a:gd name="connsiteY46" fmla="*/ 1448255 h 1601150"/>
              <a:gd name="connsiteX47" fmla="*/ 1510717 w 2667862"/>
              <a:gd name="connsiteY47" fmla="*/ 1561967 h 1601150"/>
              <a:gd name="connsiteX48" fmla="*/ 1542860 w 2667862"/>
              <a:gd name="connsiteY48" fmla="*/ 1601150 h 1601150"/>
              <a:gd name="connsiteX49" fmla="*/ 1575003 w 2667862"/>
              <a:gd name="connsiteY49" fmla="*/ 1561967 h 1601150"/>
              <a:gd name="connsiteX50" fmla="*/ 1607146 w 2667862"/>
              <a:gd name="connsiteY50" fmla="*/ 1448255 h 1601150"/>
              <a:gd name="connsiteX51" fmla="*/ 1639289 w 2667862"/>
              <a:gd name="connsiteY51" fmla="*/ 1271139 h 1601150"/>
              <a:gd name="connsiteX52" fmla="*/ 1671432 w 2667862"/>
              <a:gd name="connsiteY52" fmla="*/ 1047967 h 1601150"/>
              <a:gd name="connsiteX53" fmla="*/ 1703575 w 2667862"/>
              <a:gd name="connsiteY53" fmla="*/ 800575 h 1601150"/>
              <a:gd name="connsiteX54" fmla="*/ 1735718 w 2667862"/>
              <a:gd name="connsiteY54" fmla="*/ 553182 h 1601150"/>
              <a:gd name="connsiteX55" fmla="*/ 1767861 w 2667862"/>
              <a:gd name="connsiteY55" fmla="*/ 330011 h 1601150"/>
              <a:gd name="connsiteX56" fmla="*/ 1800004 w 2667862"/>
              <a:gd name="connsiteY56" fmla="*/ 152895 h 1601150"/>
              <a:gd name="connsiteX57" fmla="*/ 1832147 w 2667862"/>
              <a:gd name="connsiteY57" fmla="*/ 39183 h 1601150"/>
              <a:gd name="connsiteX58" fmla="*/ 1864289 w 2667862"/>
              <a:gd name="connsiteY58" fmla="*/ 0 h 1601150"/>
              <a:gd name="connsiteX59" fmla="*/ 1896432 w 2667862"/>
              <a:gd name="connsiteY59" fmla="*/ 39183 h 1601150"/>
              <a:gd name="connsiteX60" fmla="*/ 1928575 w 2667862"/>
              <a:gd name="connsiteY60" fmla="*/ 152895 h 1601150"/>
              <a:gd name="connsiteX61" fmla="*/ 1960718 w 2667862"/>
              <a:gd name="connsiteY61" fmla="*/ 330011 h 1601150"/>
              <a:gd name="connsiteX62" fmla="*/ 1992861 w 2667862"/>
              <a:gd name="connsiteY62" fmla="*/ 553182 h 1601150"/>
              <a:gd name="connsiteX63" fmla="*/ 2025004 w 2667862"/>
              <a:gd name="connsiteY63" fmla="*/ 800575 h 1601150"/>
              <a:gd name="connsiteX64" fmla="*/ 2057147 w 2667862"/>
              <a:gd name="connsiteY64" fmla="*/ 1047967 h 1601150"/>
              <a:gd name="connsiteX65" fmla="*/ 2089290 w 2667862"/>
              <a:gd name="connsiteY65" fmla="*/ 1271139 h 1601150"/>
              <a:gd name="connsiteX66" fmla="*/ 2121433 w 2667862"/>
              <a:gd name="connsiteY66" fmla="*/ 1448255 h 1601150"/>
              <a:gd name="connsiteX67" fmla="*/ 2153576 w 2667862"/>
              <a:gd name="connsiteY67" fmla="*/ 1561967 h 1601150"/>
              <a:gd name="connsiteX68" fmla="*/ 2185718 w 2667862"/>
              <a:gd name="connsiteY68" fmla="*/ 1601150 h 1601150"/>
              <a:gd name="connsiteX69" fmla="*/ 2217862 w 2667862"/>
              <a:gd name="connsiteY69" fmla="*/ 1561967 h 1601150"/>
              <a:gd name="connsiteX70" fmla="*/ 2250004 w 2667862"/>
              <a:gd name="connsiteY70" fmla="*/ 1448255 h 1601150"/>
              <a:gd name="connsiteX71" fmla="*/ 2282147 w 2667862"/>
              <a:gd name="connsiteY71" fmla="*/ 1271139 h 1601150"/>
              <a:gd name="connsiteX72" fmla="*/ 2314290 w 2667862"/>
              <a:gd name="connsiteY72" fmla="*/ 1047967 h 1601150"/>
              <a:gd name="connsiteX73" fmla="*/ 2346433 w 2667862"/>
              <a:gd name="connsiteY73" fmla="*/ 800575 h 1601150"/>
              <a:gd name="connsiteX74" fmla="*/ 2378576 w 2667862"/>
              <a:gd name="connsiteY74" fmla="*/ 553182 h 1601150"/>
              <a:gd name="connsiteX75" fmla="*/ 2410719 w 2667862"/>
              <a:gd name="connsiteY75" fmla="*/ 330011 h 1601150"/>
              <a:gd name="connsiteX76" fmla="*/ 2442862 w 2667862"/>
              <a:gd name="connsiteY76" fmla="*/ 152895 h 1601150"/>
              <a:gd name="connsiteX77" fmla="*/ 2475005 w 2667862"/>
              <a:gd name="connsiteY77" fmla="*/ 39183 h 1601150"/>
              <a:gd name="connsiteX78" fmla="*/ 2507148 w 2667862"/>
              <a:gd name="connsiteY78" fmla="*/ 0 h 1601150"/>
              <a:gd name="connsiteX79" fmla="*/ 2539291 w 2667862"/>
              <a:gd name="connsiteY79" fmla="*/ 39183 h 1601150"/>
              <a:gd name="connsiteX80" fmla="*/ 2571434 w 2667862"/>
              <a:gd name="connsiteY80" fmla="*/ 152895 h 1601150"/>
              <a:gd name="connsiteX81" fmla="*/ 2603577 w 2667862"/>
              <a:gd name="connsiteY81" fmla="*/ 330011 h 1601150"/>
              <a:gd name="connsiteX82" fmla="*/ 2635720 w 2667862"/>
              <a:gd name="connsiteY82" fmla="*/ 553182 h 1601150"/>
              <a:gd name="connsiteX83" fmla="*/ 2667862 w 2667862"/>
              <a:gd name="connsiteY83" fmla="*/ 800575 h 1601150"/>
              <a:gd name="connsiteX0" fmla="*/ 0 w 2635719"/>
              <a:gd name="connsiteY0" fmla="*/ 330011 h 1601150"/>
              <a:gd name="connsiteX1" fmla="*/ 32143 w 2635719"/>
              <a:gd name="connsiteY1" fmla="*/ 553182 h 1601150"/>
              <a:gd name="connsiteX2" fmla="*/ 64286 w 2635719"/>
              <a:gd name="connsiteY2" fmla="*/ 800575 h 1601150"/>
              <a:gd name="connsiteX3" fmla="*/ 96428 w 2635719"/>
              <a:gd name="connsiteY3" fmla="*/ 1047967 h 1601150"/>
              <a:gd name="connsiteX4" fmla="*/ 128571 w 2635719"/>
              <a:gd name="connsiteY4" fmla="*/ 1271139 h 1601150"/>
              <a:gd name="connsiteX5" fmla="*/ 160714 w 2635719"/>
              <a:gd name="connsiteY5" fmla="*/ 1448255 h 1601150"/>
              <a:gd name="connsiteX6" fmla="*/ 192857 w 2635719"/>
              <a:gd name="connsiteY6" fmla="*/ 1561967 h 1601150"/>
              <a:gd name="connsiteX7" fmla="*/ 225000 w 2635719"/>
              <a:gd name="connsiteY7" fmla="*/ 1601150 h 1601150"/>
              <a:gd name="connsiteX8" fmla="*/ 257143 w 2635719"/>
              <a:gd name="connsiteY8" fmla="*/ 1561967 h 1601150"/>
              <a:gd name="connsiteX9" fmla="*/ 289286 w 2635719"/>
              <a:gd name="connsiteY9" fmla="*/ 1448255 h 1601150"/>
              <a:gd name="connsiteX10" fmla="*/ 321429 w 2635719"/>
              <a:gd name="connsiteY10" fmla="*/ 1271139 h 1601150"/>
              <a:gd name="connsiteX11" fmla="*/ 353572 w 2635719"/>
              <a:gd name="connsiteY11" fmla="*/ 1047967 h 1601150"/>
              <a:gd name="connsiteX12" fmla="*/ 385715 w 2635719"/>
              <a:gd name="connsiteY12" fmla="*/ 800575 h 1601150"/>
              <a:gd name="connsiteX13" fmla="*/ 417857 w 2635719"/>
              <a:gd name="connsiteY13" fmla="*/ 553182 h 1601150"/>
              <a:gd name="connsiteX14" fmla="*/ 450001 w 2635719"/>
              <a:gd name="connsiteY14" fmla="*/ 330011 h 1601150"/>
              <a:gd name="connsiteX15" fmla="*/ 482144 w 2635719"/>
              <a:gd name="connsiteY15" fmla="*/ 152895 h 1601150"/>
              <a:gd name="connsiteX16" fmla="*/ 514286 w 2635719"/>
              <a:gd name="connsiteY16" fmla="*/ 39183 h 1601150"/>
              <a:gd name="connsiteX17" fmla="*/ 546429 w 2635719"/>
              <a:gd name="connsiteY17" fmla="*/ 0 h 1601150"/>
              <a:gd name="connsiteX18" fmla="*/ 578572 w 2635719"/>
              <a:gd name="connsiteY18" fmla="*/ 39183 h 1601150"/>
              <a:gd name="connsiteX19" fmla="*/ 610715 w 2635719"/>
              <a:gd name="connsiteY19" fmla="*/ 152895 h 1601150"/>
              <a:gd name="connsiteX20" fmla="*/ 642858 w 2635719"/>
              <a:gd name="connsiteY20" fmla="*/ 330011 h 1601150"/>
              <a:gd name="connsiteX21" fmla="*/ 675001 w 2635719"/>
              <a:gd name="connsiteY21" fmla="*/ 553182 h 1601150"/>
              <a:gd name="connsiteX22" fmla="*/ 707144 w 2635719"/>
              <a:gd name="connsiteY22" fmla="*/ 800575 h 1601150"/>
              <a:gd name="connsiteX23" fmla="*/ 739287 w 2635719"/>
              <a:gd name="connsiteY23" fmla="*/ 1047967 h 1601150"/>
              <a:gd name="connsiteX24" fmla="*/ 771430 w 2635719"/>
              <a:gd name="connsiteY24" fmla="*/ 1271139 h 1601150"/>
              <a:gd name="connsiteX25" fmla="*/ 803573 w 2635719"/>
              <a:gd name="connsiteY25" fmla="*/ 1448255 h 1601150"/>
              <a:gd name="connsiteX26" fmla="*/ 835716 w 2635719"/>
              <a:gd name="connsiteY26" fmla="*/ 1561967 h 1601150"/>
              <a:gd name="connsiteX27" fmla="*/ 867859 w 2635719"/>
              <a:gd name="connsiteY27" fmla="*/ 1601150 h 1601150"/>
              <a:gd name="connsiteX28" fmla="*/ 900002 w 2635719"/>
              <a:gd name="connsiteY28" fmla="*/ 1561967 h 1601150"/>
              <a:gd name="connsiteX29" fmla="*/ 932144 w 2635719"/>
              <a:gd name="connsiteY29" fmla="*/ 1448255 h 1601150"/>
              <a:gd name="connsiteX30" fmla="*/ 964288 w 2635719"/>
              <a:gd name="connsiteY30" fmla="*/ 1271139 h 1601150"/>
              <a:gd name="connsiteX31" fmla="*/ 996430 w 2635719"/>
              <a:gd name="connsiteY31" fmla="*/ 1047967 h 1601150"/>
              <a:gd name="connsiteX32" fmla="*/ 1028573 w 2635719"/>
              <a:gd name="connsiteY32" fmla="*/ 800575 h 1601150"/>
              <a:gd name="connsiteX33" fmla="*/ 1060716 w 2635719"/>
              <a:gd name="connsiteY33" fmla="*/ 553182 h 1601150"/>
              <a:gd name="connsiteX34" fmla="*/ 1092859 w 2635719"/>
              <a:gd name="connsiteY34" fmla="*/ 330011 h 1601150"/>
              <a:gd name="connsiteX35" fmla="*/ 1125002 w 2635719"/>
              <a:gd name="connsiteY35" fmla="*/ 152895 h 1601150"/>
              <a:gd name="connsiteX36" fmla="*/ 1157145 w 2635719"/>
              <a:gd name="connsiteY36" fmla="*/ 39183 h 1601150"/>
              <a:gd name="connsiteX37" fmla="*/ 1189288 w 2635719"/>
              <a:gd name="connsiteY37" fmla="*/ 0 h 1601150"/>
              <a:gd name="connsiteX38" fmla="*/ 1221431 w 2635719"/>
              <a:gd name="connsiteY38" fmla="*/ 39183 h 1601150"/>
              <a:gd name="connsiteX39" fmla="*/ 1253574 w 2635719"/>
              <a:gd name="connsiteY39" fmla="*/ 152895 h 1601150"/>
              <a:gd name="connsiteX40" fmla="*/ 1285717 w 2635719"/>
              <a:gd name="connsiteY40" fmla="*/ 330011 h 1601150"/>
              <a:gd name="connsiteX41" fmla="*/ 1317859 w 2635719"/>
              <a:gd name="connsiteY41" fmla="*/ 553182 h 1601150"/>
              <a:gd name="connsiteX42" fmla="*/ 1350002 w 2635719"/>
              <a:gd name="connsiteY42" fmla="*/ 800575 h 1601150"/>
              <a:gd name="connsiteX43" fmla="*/ 1382146 w 2635719"/>
              <a:gd name="connsiteY43" fmla="*/ 1047967 h 1601150"/>
              <a:gd name="connsiteX44" fmla="*/ 1414288 w 2635719"/>
              <a:gd name="connsiteY44" fmla="*/ 1271139 h 1601150"/>
              <a:gd name="connsiteX45" fmla="*/ 1446431 w 2635719"/>
              <a:gd name="connsiteY45" fmla="*/ 1448255 h 1601150"/>
              <a:gd name="connsiteX46" fmla="*/ 1478574 w 2635719"/>
              <a:gd name="connsiteY46" fmla="*/ 1561967 h 1601150"/>
              <a:gd name="connsiteX47" fmla="*/ 1510717 w 2635719"/>
              <a:gd name="connsiteY47" fmla="*/ 1601150 h 1601150"/>
              <a:gd name="connsiteX48" fmla="*/ 1542860 w 2635719"/>
              <a:gd name="connsiteY48" fmla="*/ 1561967 h 1601150"/>
              <a:gd name="connsiteX49" fmla="*/ 1575003 w 2635719"/>
              <a:gd name="connsiteY49" fmla="*/ 1448255 h 1601150"/>
              <a:gd name="connsiteX50" fmla="*/ 1607146 w 2635719"/>
              <a:gd name="connsiteY50" fmla="*/ 1271139 h 1601150"/>
              <a:gd name="connsiteX51" fmla="*/ 1639289 w 2635719"/>
              <a:gd name="connsiteY51" fmla="*/ 1047967 h 1601150"/>
              <a:gd name="connsiteX52" fmla="*/ 1671432 w 2635719"/>
              <a:gd name="connsiteY52" fmla="*/ 800575 h 1601150"/>
              <a:gd name="connsiteX53" fmla="*/ 1703575 w 2635719"/>
              <a:gd name="connsiteY53" fmla="*/ 553182 h 1601150"/>
              <a:gd name="connsiteX54" fmla="*/ 1735718 w 2635719"/>
              <a:gd name="connsiteY54" fmla="*/ 330011 h 1601150"/>
              <a:gd name="connsiteX55" fmla="*/ 1767861 w 2635719"/>
              <a:gd name="connsiteY55" fmla="*/ 152895 h 1601150"/>
              <a:gd name="connsiteX56" fmla="*/ 1800004 w 2635719"/>
              <a:gd name="connsiteY56" fmla="*/ 39183 h 1601150"/>
              <a:gd name="connsiteX57" fmla="*/ 1832146 w 2635719"/>
              <a:gd name="connsiteY57" fmla="*/ 0 h 1601150"/>
              <a:gd name="connsiteX58" fmla="*/ 1864289 w 2635719"/>
              <a:gd name="connsiteY58" fmla="*/ 39183 h 1601150"/>
              <a:gd name="connsiteX59" fmla="*/ 1896432 w 2635719"/>
              <a:gd name="connsiteY59" fmla="*/ 152895 h 1601150"/>
              <a:gd name="connsiteX60" fmla="*/ 1928575 w 2635719"/>
              <a:gd name="connsiteY60" fmla="*/ 330011 h 1601150"/>
              <a:gd name="connsiteX61" fmla="*/ 1960718 w 2635719"/>
              <a:gd name="connsiteY61" fmla="*/ 553182 h 1601150"/>
              <a:gd name="connsiteX62" fmla="*/ 1992861 w 2635719"/>
              <a:gd name="connsiteY62" fmla="*/ 800575 h 1601150"/>
              <a:gd name="connsiteX63" fmla="*/ 2025004 w 2635719"/>
              <a:gd name="connsiteY63" fmla="*/ 1047967 h 1601150"/>
              <a:gd name="connsiteX64" fmla="*/ 2057147 w 2635719"/>
              <a:gd name="connsiteY64" fmla="*/ 1271139 h 1601150"/>
              <a:gd name="connsiteX65" fmla="*/ 2089290 w 2635719"/>
              <a:gd name="connsiteY65" fmla="*/ 1448255 h 1601150"/>
              <a:gd name="connsiteX66" fmla="*/ 2121433 w 2635719"/>
              <a:gd name="connsiteY66" fmla="*/ 1561967 h 1601150"/>
              <a:gd name="connsiteX67" fmla="*/ 2153575 w 2635719"/>
              <a:gd name="connsiteY67" fmla="*/ 1601150 h 1601150"/>
              <a:gd name="connsiteX68" fmla="*/ 2185719 w 2635719"/>
              <a:gd name="connsiteY68" fmla="*/ 1561967 h 1601150"/>
              <a:gd name="connsiteX69" fmla="*/ 2217861 w 2635719"/>
              <a:gd name="connsiteY69" fmla="*/ 1448255 h 1601150"/>
              <a:gd name="connsiteX70" fmla="*/ 2250004 w 2635719"/>
              <a:gd name="connsiteY70" fmla="*/ 1271139 h 1601150"/>
              <a:gd name="connsiteX71" fmla="*/ 2282147 w 2635719"/>
              <a:gd name="connsiteY71" fmla="*/ 1047967 h 1601150"/>
              <a:gd name="connsiteX72" fmla="*/ 2314290 w 2635719"/>
              <a:gd name="connsiteY72" fmla="*/ 800575 h 1601150"/>
              <a:gd name="connsiteX73" fmla="*/ 2346433 w 2635719"/>
              <a:gd name="connsiteY73" fmla="*/ 553182 h 1601150"/>
              <a:gd name="connsiteX74" fmla="*/ 2378576 w 2635719"/>
              <a:gd name="connsiteY74" fmla="*/ 330011 h 1601150"/>
              <a:gd name="connsiteX75" fmla="*/ 2410719 w 2635719"/>
              <a:gd name="connsiteY75" fmla="*/ 152895 h 1601150"/>
              <a:gd name="connsiteX76" fmla="*/ 2442862 w 2635719"/>
              <a:gd name="connsiteY76" fmla="*/ 39183 h 1601150"/>
              <a:gd name="connsiteX77" fmla="*/ 2475005 w 2635719"/>
              <a:gd name="connsiteY77" fmla="*/ 0 h 1601150"/>
              <a:gd name="connsiteX78" fmla="*/ 2507148 w 2635719"/>
              <a:gd name="connsiteY78" fmla="*/ 39183 h 1601150"/>
              <a:gd name="connsiteX79" fmla="*/ 2539291 w 2635719"/>
              <a:gd name="connsiteY79" fmla="*/ 152895 h 1601150"/>
              <a:gd name="connsiteX80" fmla="*/ 2571434 w 2635719"/>
              <a:gd name="connsiteY80" fmla="*/ 330011 h 1601150"/>
              <a:gd name="connsiteX81" fmla="*/ 2603577 w 2635719"/>
              <a:gd name="connsiteY81" fmla="*/ 553182 h 1601150"/>
              <a:gd name="connsiteX82" fmla="*/ 2635719 w 2635719"/>
              <a:gd name="connsiteY82" fmla="*/ 800575 h 1601150"/>
              <a:gd name="connsiteX0" fmla="*/ 0 w 2603576"/>
              <a:gd name="connsiteY0" fmla="*/ 553182 h 1601150"/>
              <a:gd name="connsiteX1" fmla="*/ 32143 w 2603576"/>
              <a:gd name="connsiteY1" fmla="*/ 800575 h 1601150"/>
              <a:gd name="connsiteX2" fmla="*/ 64285 w 2603576"/>
              <a:gd name="connsiteY2" fmla="*/ 1047967 h 1601150"/>
              <a:gd name="connsiteX3" fmla="*/ 96428 w 2603576"/>
              <a:gd name="connsiteY3" fmla="*/ 1271139 h 1601150"/>
              <a:gd name="connsiteX4" fmla="*/ 128571 w 2603576"/>
              <a:gd name="connsiteY4" fmla="*/ 1448255 h 1601150"/>
              <a:gd name="connsiteX5" fmla="*/ 160714 w 2603576"/>
              <a:gd name="connsiteY5" fmla="*/ 1561967 h 1601150"/>
              <a:gd name="connsiteX6" fmla="*/ 192857 w 2603576"/>
              <a:gd name="connsiteY6" fmla="*/ 1601150 h 1601150"/>
              <a:gd name="connsiteX7" fmla="*/ 225000 w 2603576"/>
              <a:gd name="connsiteY7" fmla="*/ 1561967 h 1601150"/>
              <a:gd name="connsiteX8" fmla="*/ 257143 w 2603576"/>
              <a:gd name="connsiteY8" fmla="*/ 1448255 h 1601150"/>
              <a:gd name="connsiteX9" fmla="*/ 289286 w 2603576"/>
              <a:gd name="connsiteY9" fmla="*/ 1271139 h 1601150"/>
              <a:gd name="connsiteX10" fmla="*/ 321429 w 2603576"/>
              <a:gd name="connsiteY10" fmla="*/ 1047967 h 1601150"/>
              <a:gd name="connsiteX11" fmla="*/ 353572 w 2603576"/>
              <a:gd name="connsiteY11" fmla="*/ 800575 h 1601150"/>
              <a:gd name="connsiteX12" fmla="*/ 385714 w 2603576"/>
              <a:gd name="connsiteY12" fmla="*/ 553182 h 1601150"/>
              <a:gd name="connsiteX13" fmla="*/ 417858 w 2603576"/>
              <a:gd name="connsiteY13" fmla="*/ 330011 h 1601150"/>
              <a:gd name="connsiteX14" fmla="*/ 450001 w 2603576"/>
              <a:gd name="connsiteY14" fmla="*/ 152895 h 1601150"/>
              <a:gd name="connsiteX15" fmla="*/ 482143 w 2603576"/>
              <a:gd name="connsiteY15" fmla="*/ 39183 h 1601150"/>
              <a:gd name="connsiteX16" fmla="*/ 514286 w 2603576"/>
              <a:gd name="connsiteY16" fmla="*/ 0 h 1601150"/>
              <a:gd name="connsiteX17" fmla="*/ 546429 w 2603576"/>
              <a:gd name="connsiteY17" fmla="*/ 39183 h 1601150"/>
              <a:gd name="connsiteX18" fmla="*/ 578572 w 2603576"/>
              <a:gd name="connsiteY18" fmla="*/ 152895 h 1601150"/>
              <a:gd name="connsiteX19" fmla="*/ 610715 w 2603576"/>
              <a:gd name="connsiteY19" fmla="*/ 330011 h 1601150"/>
              <a:gd name="connsiteX20" fmla="*/ 642858 w 2603576"/>
              <a:gd name="connsiteY20" fmla="*/ 553182 h 1601150"/>
              <a:gd name="connsiteX21" fmla="*/ 675001 w 2603576"/>
              <a:gd name="connsiteY21" fmla="*/ 800575 h 1601150"/>
              <a:gd name="connsiteX22" fmla="*/ 707144 w 2603576"/>
              <a:gd name="connsiteY22" fmla="*/ 1047967 h 1601150"/>
              <a:gd name="connsiteX23" fmla="*/ 739287 w 2603576"/>
              <a:gd name="connsiteY23" fmla="*/ 1271139 h 1601150"/>
              <a:gd name="connsiteX24" fmla="*/ 771430 w 2603576"/>
              <a:gd name="connsiteY24" fmla="*/ 1448255 h 1601150"/>
              <a:gd name="connsiteX25" fmla="*/ 803573 w 2603576"/>
              <a:gd name="connsiteY25" fmla="*/ 1561967 h 1601150"/>
              <a:gd name="connsiteX26" fmla="*/ 835716 w 2603576"/>
              <a:gd name="connsiteY26" fmla="*/ 1601150 h 1601150"/>
              <a:gd name="connsiteX27" fmla="*/ 867859 w 2603576"/>
              <a:gd name="connsiteY27" fmla="*/ 1561967 h 1601150"/>
              <a:gd name="connsiteX28" fmla="*/ 900001 w 2603576"/>
              <a:gd name="connsiteY28" fmla="*/ 1448255 h 1601150"/>
              <a:gd name="connsiteX29" fmla="*/ 932145 w 2603576"/>
              <a:gd name="connsiteY29" fmla="*/ 1271139 h 1601150"/>
              <a:gd name="connsiteX30" fmla="*/ 964287 w 2603576"/>
              <a:gd name="connsiteY30" fmla="*/ 1047967 h 1601150"/>
              <a:gd name="connsiteX31" fmla="*/ 996430 w 2603576"/>
              <a:gd name="connsiteY31" fmla="*/ 800575 h 1601150"/>
              <a:gd name="connsiteX32" fmla="*/ 1028573 w 2603576"/>
              <a:gd name="connsiteY32" fmla="*/ 553182 h 1601150"/>
              <a:gd name="connsiteX33" fmla="*/ 1060716 w 2603576"/>
              <a:gd name="connsiteY33" fmla="*/ 330011 h 1601150"/>
              <a:gd name="connsiteX34" fmla="*/ 1092859 w 2603576"/>
              <a:gd name="connsiteY34" fmla="*/ 152895 h 1601150"/>
              <a:gd name="connsiteX35" fmla="*/ 1125002 w 2603576"/>
              <a:gd name="connsiteY35" fmla="*/ 39183 h 1601150"/>
              <a:gd name="connsiteX36" fmla="*/ 1157145 w 2603576"/>
              <a:gd name="connsiteY36" fmla="*/ 0 h 1601150"/>
              <a:gd name="connsiteX37" fmla="*/ 1189288 w 2603576"/>
              <a:gd name="connsiteY37" fmla="*/ 39183 h 1601150"/>
              <a:gd name="connsiteX38" fmla="*/ 1221431 w 2603576"/>
              <a:gd name="connsiteY38" fmla="*/ 152895 h 1601150"/>
              <a:gd name="connsiteX39" fmla="*/ 1253574 w 2603576"/>
              <a:gd name="connsiteY39" fmla="*/ 330011 h 1601150"/>
              <a:gd name="connsiteX40" fmla="*/ 1285716 w 2603576"/>
              <a:gd name="connsiteY40" fmla="*/ 553182 h 1601150"/>
              <a:gd name="connsiteX41" fmla="*/ 1317859 w 2603576"/>
              <a:gd name="connsiteY41" fmla="*/ 800575 h 1601150"/>
              <a:gd name="connsiteX42" fmla="*/ 1350003 w 2603576"/>
              <a:gd name="connsiteY42" fmla="*/ 1047967 h 1601150"/>
              <a:gd name="connsiteX43" fmla="*/ 1382145 w 2603576"/>
              <a:gd name="connsiteY43" fmla="*/ 1271139 h 1601150"/>
              <a:gd name="connsiteX44" fmla="*/ 1414288 w 2603576"/>
              <a:gd name="connsiteY44" fmla="*/ 1448255 h 1601150"/>
              <a:gd name="connsiteX45" fmla="*/ 1446431 w 2603576"/>
              <a:gd name="connsiteY45" fmla="*/ 1561967 h 1601150"/>
              <a:gd name="connsiteX46" fmla="*/ 1478574 w 2603576"/>
              <a:gd name="connsiteY46" fmla="*/ 1601150 h 1601150"/>
              <a:gd name="connsiteX47" fmla="*/ 1510717 w 2603576"/>
              <a:gd name="connsiteY47" fmla="*/ 1561967 h 1601150"/>
              <a:gd name="connsiteX48" fmla="*/ 1542860 w 2603576"/>
              <a:gd name="connsiteY48" fmla="*/ 1448255 h 1601150"/>
              <a:gd name="connsiteX49" fmla="*/ 1575003 w 2603576"/>
              <a:gd name="connsiteY49" fmla="*/ 1271139 h 1601150"/>
              <a:gd name="connsiteX50" fmla="*/ 1607146 w 2603576"/>
              <a:gd name="connsiteY50" fmla="*/ 1047967 h 1601150"/>
              <a:gd name="connsiteX51" fmla="*/ 1639289 w 2603576"/>
              <a:gd name="connsiteY51" fmla="*/ 800575 h 1601150"/>
              <a:gd name="connsiteX52" fmla="*/ 1671432 w 2603576"/>
              <a:gd name="connsiteY52" fmla="*/ 553182 h 1601150"/>
              <a:gd name="connsiteX53" fmla="*/ 1703575 w 2603576"/>
              <a:gd name="connsiteY53" fmla="*/ 330011 h 1601150"/>
              <a:gd name="connsiteX54" fmla="*/ 1735718 w 2603576"/>
              <a:gd name="connsiteY54" fmla="*/ 152895 h 1601150"/>
              <a:gd name="connsiteX55" fmla="*/ 1767861 w 2603576"/>
              <a:gd name="connsiteY55" fmla="*/ 39183 h 1601150"/>
              <a:gd name="connsiteX56" fmla="*/ 1800003 w 2603576"/>
              <a:gd name="connsiteY56" fmla="*/ 0 h 1601150"/>
              <a:gd name="connsiteX57" fmla="*/ 1832146 w 2603576"/>
              <a:gd name="connsiteY57" fmla="*/ 39183 h 1601150"/>
              <a:gd name="connsiteX58" fmla="*/ 1864289 w 2603576"/>
              <a:gd name="connsiteY58" fmla="*/ 152895 h 1601150"/>
              <a:gd name="connsiteX59" fmla="*/ 1896432 w 2603576"/>
              <a:gd name="connsiteY59" fmla="*/ 330011 h 1601150"/>
              <a:gd name="connsiteX60" fmla="*/ 1928575 w 2603576"/>
              <a:gd name="connsiteY60" fmla="*/ 553182 h 1601150"/>
              <a:gd name="connsiteX61" fmla="*/ 1960718 w 2603576"/>
              <a:gd name="connsiteY61" fmla="*/ 800575 h 1601150"/>
              <a:gd name="connsiteX62" fmla="*/ 1992861 w 2603576"/>
              <a:gd name="connsiteY62" fmla="*/ 1047967 h 1601150"/>
              <a:gd name="connsiteX63" fmla="*/ 2025004 w 2603576"/>
              <a:gd name="connsiteY63" fmla="*/ 1271139 h 1601150"/>
              <a:gd name="connsiteX64" fmla="*/ 2057147 w 2603576"/>
              <a:gd name="connsiteY64" fmla="*/ 1448255 h 1601150"/>
              <a:gd name="connsiteX65" fmla="*/ 2089290 w 2603576"/>
              <a:gd name="connsiteY65" fmla="*/ 1561967 h 1601150"/>
              <a:gd name="connsiteX66" fmla="*/ 2121432 w 2603576"/>
              <a:gd name="connsiteY66" fmla="*/ 1601150 h 1601150"/>
              <a:gd name="connsiteX67" fmla="*/ 2153576 w 2603576"/>
              <a:gd name="connsiteY67" fmla="*/ 1561967 h 1601150"/>
              <a:gd name="connsiteX68" fmla="*/ 2185718 w 2603576"/>
              <a:gd name="connsiteY68" fmla="*/ 1448255 h 1601150"/>
              <a:gd name="connsiteX69" fmla="*/ 2217861 w 2603576"/>
              <a:gd name="connsiteY69" fmla="*/ 1271139 h 1601150"/>
              <a:gd name="connsiteX70" fmla="*/ 2250004 w 2603576"/>
              <a:gd name="connsiteY70" fmla="*/ 1047967 h 1601150"/>
              <a:gd name="connsiteX71" fmla="*/ 2282147 w 2603576"/>
              <a:gd name="connsiteY71" fmla="*/ 800575 h 1601150"/>
              <a:gd name="connsiteX72" fmla="*/ 2314290 w 2603576"/>
              <a:gd name="connsiteY72" fmla="*/ 553182 h 1601150"/>
              <a:gd name="connsiteX73" fmla="*/ 2346433 w 2603576"/>
              <a:gd name="connsiteY73" fmla="*/ 330011 h 1601150"/>
              <a:gd name="connsiteX74" fmla="*/ 2378576 w 2603576"/>
              <a:gd name="connsiteY74" fmla="*/ 152895 h 1601150"/>
              <a:gd name="connsiteX75" fmla="*/ 2410719 w 2603576"/>
              <a:gd name="connsiteY75" fmla="*/ 39183 h 1601150"/>
              <a:gd name="connsiteX76" fmla="*/ 2442862 w 2603576"/>
              <a:gd name="connsiteY76" fmla="*/ 0 h 1601150"/>
              <a:gd name="connsiteX77" fmla="*/ 2475005 w 2603576"/>
              <a:gd name="connsiteY77" fmla="*/ 39183 h 1601150"/>
              <a:gd name="connsiteX78" fmla="*/ 2507148 w 2603576"/>
              <a:gd name="connsiteY78" fmla="*/ 152895 h 1601150"/>
              <a:gd name="connsiteX79" fmla="*/ 2539291 w 2603576"/>
              <a:gd name="connsiteY79" fmla="*/ 330011 h 1601150"/>
              <a:gd name="connsiteX80" fmla="*/ 2571434 w 2603576"/>
              <a:gd name="connsiteY80" fmla="*/ 553182 h 1601150"/>
              <a:gd name="connsiteX81" fmla="*/ 2603576 w 2603576"/>
              <a:gd name="connsiteY81" fmla="*/ 800575 h 1601150"/>
              <a:gd name="connsiteX0" fmla="*/ 0 w 2571433"/>
              <a:gd name="connsiteY0" fmla="*/ 800575 h 1601150"/>
              <a:gd name="connsiteX1" fmla="*/ 32142 w 2571433"/>
              <a:gd name="connsiteY1" fmla="*/ 1047967 h 1601150"/>
              <a:gd name="connsiteX2" fmla="*/ 64285 w 2571433"/>
              <a:gd name="connsiteY2" fmla="*/ 1271139 h 1601150"/>
              <a:gd name="connsiteX3" fmla="*/ 96428 w 2571433"/>
              <a:gd name="connsiteY3" fmla="*/ 1448255 h 1601150"/>
              <a:gd name="connsiteX4" fmla="*/ 128571 w 2571433"/>
              <a:gd name="connsiteY4" fmla="*/ 1561967 h 1601150"/>
              <a:gd name="connsiteX5" fmla="*/ 160714 w 2571433"/>
              <a:gd name="connsiteY5" fmla="*/ 1601150 h 1601150"/>
              <a:gd name="connsiteX6" fmla="*/ 192857 w 2571433"/>
              <a:gd name="connsiteY6" fmla="*/ 1561967 h 1601150"/>
              <a:gd name="connsiteX7" fmla="*/ 225000 w 2571433"/>
              <a:gd name="connsiteY7" fmla="*/ 1448255 h 1601150"/>
              <a:gd name="connsiteX8" fmla="*/ 257143 w 2571433"/>
              <a:gd name="connsiteY8" fmla="*/ 1271139 h 1601150"/>
              <a:gd name="connsiteX9" fmla="*/ 289286 w 2571433"/>
              <a:gd name="connsiteY9" fmla="*/ 1047967 h 1601150"/>
              <a:gd name="connsiteX10" fmla="*/ 321429 w 2571433"/>
              <a:gd name="connsiteY10" fmla="*/ 800575 h 1601150"/>
              <a:gd name="connsiteX11" fmla="*/ 353571 w 2571433"/>
              <a:gd name="connsiteY11" fmla="*/ 553182 h 1601150"/>
              <a:gd name="connsiteX12" fmla="*/ 385715 w 2571433"/>
              <a:gd name="connsiteY12" fmla="*/ 330011 h 1601150"/>
              <a:gd name="connsiteX13" fmla="*/ 417858 w 2571433"/>
              <a:gd name="connsiteY13" fmla="*/ 152895 h 1601150"/>
              <a:gd name="connsiteX14" fmla="*/ 450000 w 2571433"/>
              <a:gd name="connsiteY14" fmla="*/ 39183 h 1601150"/>
              <a:gd name="connsiteX15" fmla="*/ 482143 w 2571433"/>
              <a:gd name="connsiteY15" fmla="*/ 0 h 1601150"/>
              <a:gd name="connsiteX16" fmla="*/ 514286 w 2571433"/>
              <a:gd name="connsiteY16" fmla="*/ 39183 h 1601150"/>
              <a:gd name="connsiteX17" fmla="*/ 546429 w 2571433"/>
              <a:gd name="connsiteY17" fmla="*/ 152895 h 1601150"/>
              <a:gd name="connsiteX18" fmla="*/ 578572 w 2571433"/>
              <a:gd name="connsiteY18" fmla="*/ 330011 h 1601150"/>
              <a:gd name="connsiteX19" fmla="*/ 610715 w 2571433"/>
              <a:gd name="connsiteY19" fmla="*/ 553182 h 1601150"/>
              <a:gd name="connsiteX20" fmla="*/ 642858 w 2571433"/>
              <a:gd name="connsiteY20" fmla="*/ 800575 h 1601150"/>
              <a:gd name="connsiteX21" fmla="*/ 675001 w 2571433"/>
              <a:gd name="connsiteY21" fmla="*/ 1047967 h 1601150"/>
              <a:gd name="connsiteX22" fmla="*/ 707144 w 2571433"/>
              <a:gd name="connsiteY22" fmla="*/ 1271139 h 1601150"/>
              <a:gd name="connsiteX23" fmla="*/ 739287 w 2571433"/>
              <a:gd name="connsiteY23" fmla="*/ 1448255 h 1601150"/>
              <a:gd name="connsiteX24" fmla="*/ 771430 w 2571433"/>
              <a:gd name="connsiteY24" fmla="*/ 1561967 h 1601150"/>
              <a:gd name="connsiteX25" fmla="*/ 803573 w 2571433"/>
              <a:gd name="connsiteY25" fmla="*/ 1601150 h 1601150"/>
              <a:gd name="connsiteX26" fmla="*/ 835716 w 2571433"/>
              <a:gd name="connsiteY26" fmla="*/ 1561967 h 1601150"/>
              <a:gd name="connsiteX27" fmla="*/ 867858 w 2571433"/>
              <a:gd name="connsiteY27" fmla="*/ 1448255 h 1601150"/>
              <a:gd name="connsiteX28" fmla="*/ 900002 w 2571433"/>
              <a:gd name="connsiteY28" fmla="*/ 1271139 h 1601150"/>
              <a:gd name="connsiteX29" fmla="*/ 932144 w 2571433"/>
              <a:gd name="connsiteY29" fmla="*/ 1047967 h 1601150"/>
              <a:gd name="connsiteX30" fmla="*/ 964287 w 2571433"/>
              <a:gd name="connsiteY30" fmla="*/ 800575 h 1601150"/>
              <a:gd name="connsiteX31" fmla="*/ 996430 w 2571433"/>
              <a:gd name="connsiteY31" fmla="*/ 553182 h 1601150"/>
              <a:gd name="connsiteX32" fmla="*/ 1028573 w 2571433"/>
              <a:gd name="connsiteY32" fmla="*/ 330011 h 1601150"/>
              <a:gd name="connsiteX33" fmla="*/ 1060716 w 2571433"/>
              <a:gd name="connsiteY33" fmla="*/ 152895 h 1601150"/>
              <a:gd name="connsiteX34" fmla="*/ 1092859 w 2571433"/>
              <a:gd name="connsiteY34" fmla="*/ 39183 h 1601150"/>
              <a:gd name="connsiteX35" fmla="*/ 1125002 w 2571433"/>
              <a:gd name="connsiteY35" fmla="*/ 0 h 1601150"/>
              <a:gd name="connsiteX36" fmla="*/ 1157145 w 2571433"/>
              <a:gd name="connsiteY36" fmla="*/ 39183 h 1601150"/>
              <a:gd name="connsiteX37" fmla="*/ 1189288 w 2571433"/>
              <a:gd name="connsiteY37" fmla="*/ 152895 h 1601150"/>
              <a:gd name="connsiteX38" fmla="*/ 1221431 w 2571433"/>
              <a:gd name="connsiteY38" fmla="*/ 330011 h 1601150"/>
              <a:gd name="connsiteX39" fmla="*/ 1253573 w 2571433"/>
              <a:gd name="connsiteY39" fmla="*/ 553182 h 1601150"/>
              <a:gd name="connsiteX40" fmla="*/ 1285716 w 2571433"/>
              <a:gd name="connsiteY40" fmla="*/ 800575 h 1601150"/>
              <a:gd name="connsiteX41" fmla="*/ 1317860 w 2571433"/>
              <a:gd name="connsiteY41" fmla="*/ 1047967 h 1601150"/>
              <a:gd name="connsiteX42" fmla="*/ 1350002 w 2571433"/>
              <a:gd name="connsiteY42" fmla="*/ 1271139 h 1601150"/>
              <a:gd name="connsiteX43" fmla="*/ 1382145 w 2571433"/>
              <a:gd name="connsiteY43" fmla="*/ 1448255 h 1601150"/>
              <a:gd name="connsiteX44" fmla="*/ 1414288 w 2571433"/>
              <a:gd name="connsiteY44" fmla="*/ 1561967 h 1601150"/>
              <a:gd name="connsiteX45" fmla="*/ 1446431 w 2571433"/>
              <a:gd name="connsiteY45" fmla="*/ 1601150 h 1601150"/>
              <a:gd name="connsiteX46" fmla="*/ 1478574 w 2571433"/>
              <a:gd name="connsiteY46" fmla="*/ 1561967 h 1601150"/>
              <a:gd name="connsiteX47" fmla="*/ 1510717 w 2571433"/>
              <a:gd name="connsiteY47" fmla="*/ 1448255 h 1601150"/>
              <a:gd name="connsiteX48" fmla="*/ 1542860 w 2571433"/>
              <a:gd name="connsiteY48" fmla="*/ 1271139 h 1601150"/>
              <a:gd name="connsiteX49" fmla="*/ 1575003 w 2571433"/>
              <a:gd name="connsiteY49" fmla="*/ 1047967 h 1601150"/>
              <a:gd name="connsiteX50" fmla="*/ 1607146 w 2571433"/>
              <a:gd name="connsiteY50" fmla="*/ 800575 h 1601150"/>
              <a:gd name="connsiteX51" fmla="*/ 1639289 w 2571433"/>
              <a:gd name="connsiteY51" fmla="*/ 553182 h 1601150"/>
              <a:gd name="connsiteX52" fmla="*/ 1671432 w 2571433"/>
              <a:gd name="connsiteY52" fmla="*/ 330011 h 1601150"/>
              <a:gd name="connsiteX53" fmla="*/ 1703575 w 2571433"/>
              <a:gd name="connsiteY53" fmla="*/ 152895 h 1601150"/>
              <a:gd name="connsiteX54" fmla="*/ 1735718 w 2571433"/>
              <a:gd name="connsiteY54" fmla="*/ 39183 h 1601150"/>
              <a:gd name="connsiteX55" fmla="*/ 1767860 w 2571433"/>
              <a:gd name="connsiteY55" fmla="*/ 0 h 1601150"/>
              <a:gd name="connsiteX56" fmla="*/ 1800003 w 2571433"/>
              <a:gd name="connsiteY56" fmla="*/ 39183 h 1601150"/>
              <a:gd name="connsiteX57" fmla="*/ 1832146 w 2571433"/>
              <a:gd name="connsiteY57" fmla="*/ 152895 h 1601150"/>
              <a:gd name="connsiteX58" fmla="*/ 1864289 w 2571433"/>
              <a:gd name="connsiteY58" fmla="*/ 330011 h 1601150"/>
              <a:gd name="connsiteX59" fmla="*/ 1896432 w 2571433"/>
              <a:gd name="connsiteY59" fmla="*/ 553182 h 1601150"/>
              <a:gd name="connsiteX60" fmla="*/ 1928575 w 2571433"/>
              <a:gd name="connsiteY60" fmla="*/ 800575 h 1601150"/>
              <a:gd name="connsiteX61" fmla="*/ 1960718 w 2571433"/>
              <a:gd name="connsiteY61" fmla="*/ 1047967 h 1601150"/>
              <a:gd name="connsiteX62" fmla="*/ 1992861 w 2571433"/>
              <a:gd name="connsiteY62" fmla="*/ 1271139 h 1601150"/>
              <a:gd name="connsiteX63" fmla="*/ 2025004 w 2571433"/>
              <a:gd name="connsiteY63" fmla="*/ 1448255 h 1601150"/>
              <a:gd name="connsiteX64" fmla="*/ 2057147 w 2571433"/>
              <a:gd name="connsiteY64" fmla="*/ 1561967 h 1601150"/>
              <a:gd name="connsiteX65" fmla="*/ 2089289 w 2571433"/>
              <a:gd name="connsiteY65" fmla="*/ 1601150 h 1601150"/>
              <a:gd name="connsiteX66" fmla="*/ 2121433 w 2571433"/>
              <a:gd name="connsiteY66" fmla="*/ 1561967 h 1601150"/>
              <a:gd name="connsiteX67" fmla="*/ 2153575 w 2571433"/>
              <a:gd name="connsiteY67" fmla="*/ 1448255 h 1601150"/>
              <a:gd name="connsiteX68" fmla="*/ 2185718 w 2571433"/>
              <a:gd name="connsiteY68" fmla="*/ 1271139 h 1601150"/>
              <a:gd name="connsiteX69" fmla="*/ 2217861 w 2571433"/>
              <a:gd name="connsiteY69" fmla="*/ 1047967 h 1601150"/>
              <a:gd name="connsiteX70" fmla="*/ 2250004 w 2571433"/>
              <a:gd name="connsiteY70" fmla="*/ 800575 h 1601150"/>
              <a:gd name="connsiteX71" fmla="*/ 2282147 w 2571433"/>
              <a:gd name="connsiteY71" fmla="*/ 553182 h 1601150"/>
              <a:gd name="connsiteX72" fmla="*/ 2314290 w 2571433"/>
              <a:gd name="connsiteY72" fmla="*/ 330011 h 1601150"/>
              <a:gd name="connsiteX73" fmla="*/ 2346433 w 2571433"/>
              <a:gd name="connsiteY73" fmla="*/ 152895 h 1601150"/>
              <a:gd name="connsiteX74" fmla="*/ 2378576 w 2571433"/>
              <a:gd name="connsiteY74" fmla="*/ 39183 h 1601150"/>
              <a:gd name="connsiteX75" fmla="*/ 2410719 w 2571433"/>
              <a:gd name="connsiteY75" fmla="*/ 0 h 1601150"/>
              <a:gd name="connsiteX76" fmla="*/ 2442862 w 2571433"/>
              <a:gd name="connsiteY76" fmla="*/ 39183 h 1601150"/>
              <a:gd name="connsiteX77" fmla="*/ 2475005 w 2571433"/>
              <a:gd name="connsiteY77" fmla="*/ 152895 h 1601150"/>
              <a:gd name="connsiteX78" fmla="*/ 2507148 w 2571433"/>
              <a:gd name="connsiteY78" fmla="*/ 330011 h 1601150"/>
              <a:gd name="connsiteX79" fmla="*/ 2539291 w 2571433"/>
              <a:gd name="connsiteY79" fmla="*/ 553182 h 1601150"/>
              <a:gd name="connsiteX80" fmla="*/ 2571433 w 2571433"/>
              <a:gd name="connsiteY80" fmla="*/ 800575 h 1601150"/>
              <a:gd name="connsiteX0" fmla="*/ 0 w 2539291"/>
              <a:gd name="connsiteY0" fmla="*/ 1047967 h 1601150"/>
              <a:gd name="connsiteX1" fmla="*/ 32143 w 2539291"/>
              <a:gd name="connsiteY1" fmla="*/ 1271139 h 1601150"/>
              <a:gd name="connsiteX2" fmla="*/ 64286 w 2539291"/>
              <a:gd name="connsiteY2" fmla="*/ 1448255 h 1601150"/>
              <a:gd name="connsiteX3" fmla="*/ 96429 w 2539291"/>
              <a:gd name="connsiteY3" fmla="*/ 1561967 h 1601150"/>
              <a:gd name="connsiteX4" fmla="*/ 128572 w 2539291"/>
              <a:gd name="connsiteY4" fmla="*/ 1601150 h 1601150"/>
              <a:gd name="connsiteX5" fmla="*/ 160715 w 2539291"/>
              <a:gd name="connsiteY5" fmla="*/ 1561967 h 1601150"/>
              <a:gd name="connsiteX6" fmla="*/ 192858 w 2539291"/>
              <a:gd name="connsiteY6" fmla="*/ 1448255 h 1601150"/>
              <a:gd name="connsiteX7" fmla="*/ 225001 w 2539291"/>
              <a:gd name="connsiteY7" fmla="*/ 1271139 h 1601150"/>
              <a:gd name="connsiteX8" fmla="*/ 257144 w 2539291"/>
              <a:gd name="connsiteY8" fmla="*/ 1047967 h 1601150"/>
              <a:gd name="connsiteX9" fmla="*/ 289287 w 2539291"/>
              <a:gd name="connsiteY9" fmla="*/ 800575 h 1601150"/>
              <a:gd name="connsiteX10" fmla="*/ 321429 w 2539291"/>
              <a:gd name="connsiteY10" fmla="*/ 553182 h 1601150"/>
              <a:gd name="connsiteX11" fmla="*/ 353573 w 2539291"/>
              <a:gd name="connsiteY11" fmla="*/ 330011 h 1601150"/>
              <a:gd name="connsiteX12" fmla="*/ 385716 w 2539291"/>
              <a:gd name="connsiteY12" fmla="*/ 152895 h 1601150"/>
              <a:gd name="connsiteX13" fmla="*/ 417858 w 2539291"/>
              <a:gd name="connsiteY13" fmla="*/ 39183 h 1601150"/>
              <a:gd name="connsiteX14" fmla="*/ 450001 w 2539291"/>
              <a:gd name="connsiteY14" fmla="*/ 0 h 1601150"/>
              <a:gd name="connsiteX15" fmla="*/ 482144 w 2539291"/>
              <a:gd name="connsiteY15" fmla="*/ 39183 h 1601150"/>
              <a:gd name="connsiteX16" fmla="*/ 514287 w 2539291"/>
              <a:gd name="connsiteY16" fmla="*/ 152895 h 1601150"/>
              <a:gd name="connsiteX17" fmla="*/ 546430 w 2539291"/>
              <a:gd name="connsiteY17" fmla="*/ 330011 h 1601150"/>
              <a:gd name="connsiteX18" fmla="*/ 578573 w 2539291"/>
              <a:gd name="connsiteY18" fmla="*/ 553182 h 1601150"/>
              <a:gd name="connsiteX19" fmla="*/ 610716 w 2539291"/>
              <a:gd name="connsiteY19" fmla="*/ 800575 h 1601150"/>
              <a:gd name="connsiteX20" fmla="*/ 642859 w 2539291"/>
              <a:gd name="connsiteY20" fmla="*/ 1047967 h 1601150"/>
              <a:gd name="connsiteX21" fmla="*/ 675002 w 2539291"/>
              <a:gd name="connsiteY21" fmla="*/ 1271139 h 1601150"/>
              <a:gd name="connsiteX22" fmla="*/ 707145 w 2539291"/>
              <a:gd name="connsiteY22" fmla="*/ 1448255 h 1601150"/>
              <a:gd name="connsiteX23" fmla="*/ 739288 w 2539291"/>
              <a:gd name="connsiteY23" fmla="*/ 1561967 h 1601150"/>
              <a:gd name="connsiteX24" fmla="*/ 771431 w 2539291"/>
              <a:gd name="connsiteY24" fmla="*/ 1601150 h 1601150"/>
              <a:gd name="connsiteX25" fmla="*/ 803574 w 2539291"/>
              <a:gd name="connsiteY25" fmla="*/ 1561967 h 1601150"/>
              <a:gd name="connsiteX26" fmla="*/ 835716 w 2539291"/>
              <a:gd name="connsiteY26" fmla="*/ 1448255 h 1601150"/>
              <a:gd name="connsiteX27" fmla="*/ 867860 w 2539291"/>
              <a:gd name="connsiteY27" fmla="*/ 1271139 h 1601150"/>
              <a:gd name="connsiteX28" fmla="*/ 900002 w 2539291"/>
              <a:gd name="connsiteY28" fmla="*/ 1047967 h 1601150"/>
              <a:gd name="connsiteX29" fmla="*/ 932145 w 2539291"/>
              <a:gd name="connsiteY29" fmla="*/ 800575 h 1601150"/>
              <a:gd name="connsiteX30" fmla="*/ 964288 w 2539291"/>
              <a:gd name="connsiteY30" fmla="*/ 553182 h 1601150"/>
              <a:gd name="connsiteX31" fmla="*/ 996431 w 2539291"/>
              <a:gd name="connsiteY31" fmla="*/ 330011 h 1601150"/>
              <a:gd name="connsiteX32" fmla="*/ 1028574 w 2539291"/>
              <a:gd name="connsiteY32" fmla="*/ 152895 h 1601150"/>
              <a:gd name="connsiteX33" fmla="*/ 1060717 w 2539291"/>
              <a:gd name="connsiteY33" fmla="*/ 39183 h 1601150"/>
              <a:gd name="connsiteX34" fmla="*/ 1092860 w 2539291"/>
              <a:gd name="connsiteY34" fmla="*/ 0 h 1601150"/>
              <a:gd name="connsiteX35" fmla="*/ 1125003 w 2539291"/>
              <a:gd name="connsiteY35" fmla="*/ 39183 h 1601150"/>
              <a:gd name="connsiteX36" fmla="*/ 1157146 w 2539291"/>
              <a:gd name="connsiteY36" fmla="*/ 152895 h 1601150"/>
              <a:gd name="connsiteX37" fmla="*/ 1189289 w 2539291"/>
              <a:gd name="connsiteY37" fmla="*/ 330011 h 1601150"/>
              <a:gd name="connsiteX38" fmla="*/ 1221431 w 2539291"/>
              <a:gd name="connsiteY38" fmla="*/ 553182 h 1601150"/>
              <a:gd name="connsiteX39" fmla="*/ 1253574 w 2539291"/>
              <a:gd name="connsiteY39" fmla="*/ 800575 h 1601150"/>
              <a:gd name="connsiteX40" fmla="*/ 1285718 w 2539291"/>
              <a:gd name="connsiteY40" fmla="*/ 1047967 h 1601150"/>
              <a:gd name="connsiteX41" fmla="*/ 1317860 w 2539291"/>
              <a:gd name="connsiteY41" fmla="*/ 1271139 h 1601150"/>
              <a:gd name="connsiteX42" fmla="*/ 1350003 w 2539291"/>
              <a:gd name="connsiteY42" fmla="*/ 1448255 h 1601150"/>
              <a:gd name="connsiteX43" fmla="*/ 1382146 w 2539291"/>
              <a:gd name="connsiteY43" fmla="*/ 1561967 h 1601150"/>
              <a:gd name="connsiteX44" fmla="*/ 1414289 w 2539291"/>
              <a:gd name="connsiteY44" fmla="*/ 1601150 h 1601150"/>
              <a:gd name="connsiteX45" fmla="*/ 1446432 w 2539291"/>
              <a:gd name="connsiteY45" fmla="*/ 1561967 h 1601150"/>
              <a:gd name="connsiteX46" fmla="*/ 1478575 w 2539291"/>
              <a:gd name="connsiteY46" fmla="*/ 1448255 h 1601150"/>
              <a:gd name="connsiteX47" fmla="*/ 1510718 w 2539291"/>
              <a:gd name="connsiteY47" fmla="*/ 1271139 h 1601150"/>
              <a:gd name="connsiteX48" fmla="*/ 1542861 w 2539291"/>
              <a:gd name="connsiteY48" fmla="*/ 1047967 h 1601150"/>
              <a:gd name="connsiteX49" fmla="*/ 1575004 w 2539291"/>
              <a:gd name="connsiteY49" fmla="*/ 800575 h 1601150"/>
              <a:gd name="connsiteX50" fmla="*/ 1607147 w 2539291"/>
              <a:gd name="connsiteY50" fmla="*/ 553182 h 1601150"/>
              <a:gd name="connsiteX51" fmla="*/ 1639290 w 2539291"/>
              <a:gd name="connsiteY51" fmla="*/ 330011 h 1601150"/>
              <a:gd name="connsiteX52" fmla="*/ 1671433 w 2539291"/>
              <a:gd name="connsiteY52" fmla="*/ 152895 h 1601150"/>
              <a:gd name="connsiteX53" fmla="*/ 1703576 w 2539291"/>
              <a:gd name="connsiteY53" fmla="*/ 39183 h 1601150"/>
              <a:gd name="connsiteX54" fmla="*/ 1735718 w 2539291"/>
              <a:gd name="connsiteY54" fmla="*/ 0 h 1601150"/>
              <a:gd name="connsiteX55" fmla="*/ 1767861 w 2539291"/>
              <a:gd name="connsiteY55" fmla="*/ 39183 h 1601150"/>
              <a:gd name="connsiteX56" fmla="*/ 1800004 w 2539291"/>
              <a:gd name="connsiteY56" fmla="*/ 152895 h 1601150"/>
              <a:gd name="connsiteX57" fmla="*/ 1832147 w 2539291"/>
              <a:gd name="connsiteY57" fmla="*/ 330011 h 1601150"/>
              <a:gd name="connsiteX58" fmla="*/ 1864290 w 2539291"/>
              <a:gd name="connsiteY58" fmla="*/ 553182 h 1601150"/>
              <a:gd name="connsiteX59" fmla="*/ 1896433 w 2539291"/>
              <a:gd name="connsiteY59" fmla="*/ 800575 h 1601150"/>
              <a:gd name="connsiteX60" fmla="*/ 1928576 w 2539291"/>
              <a:gd name="connsiteY60" fmla="*/ 1047967 h 1601150"/>
              <a:gd name="connsiteX61" fmla="*/ 1960719 w 2539291"/>
              <a:gd name="connsiteY61" fmla="*/ 1271139 h 1601150"/>
              <a:gd name="connsiteX62" fmla="*/ 1992862 w 2539291"/>
              <a:gd name="connsiteY62" fmla="*/ 1448255 h 1601150"/>
              <a:gd name="connsiteX63" fmla="*/ 2025005 w 2539291"/>
              <a:gd name="connsiteY63" fmla="*/ 1561967 h 1601150"/>
              <a:gd name="connsiteX64" fmla="*/ 2057147 w 2539291"/>
              <a:gd name="connsiteY64" fmla="*/ 1601150 h 1601150"/>
              <a:gd name="connsiteX65" fmla="*/ 2089291 w 2539291"/>
              <a:gd name="connsiteY65" fmla="*/ 1561967 h 1601150"/>
              <a:gd name="connsiteX66" fmla="*/ 2121433 w 2539291"/>
              <a:gd name="connsiteY66" fmla="*/ 1448255 h 1601150"/>
              <a:gd name="connsiteX67" fmla="*/ 2153576 w 2539291"/>
              <a:gd name="connsiteY67" fmla="*/ 1271139 h 1601150"/>
              <a:gd name="connsiteX68" fmla="*/ 2185719 w 2539291"/>
              <a:gd name="connsiteY68" fmla="*/ 1047967 h 1601150"/>
              <a:gd name="connsiteX69" fmla="*/ 2217862 w 2539291"/>
              <a:gd name="connsiteY69" fmla="*/ 800575 h 1601150"/>
              <a:gd name="connsiteX70" fmla="*/ 2250005 w 2539291"/>
              <a:gd name="connsiteY70" fmla="*/ 553182 h 1601150"/>
              <a:gd name="connsiteX71" fmla="*/ 2282148 w 2539291"/>
              <a:gd name="connsiteY71" fmla="*/ 330011 h 1601150"/>
              <a:gd name="connsiteX72" fmla="*/ 2314291 w 2539291"/>
              <a:gd name="connsiteY72" fmla="*/ 152895 h 1601150"/>
              <a:gd name="connsiteX73" fmla="*/ 2346434 w 2539291"/>
              <a:gd name="connsiteY73" fmla="*/ 39183 h 1601150"/>
              <a:gd name="connsiteX74" fmla="*/ 2378577 w 2539291"/>
              <a:gd name="connsiteY74" fmla="*/ 0 h 1601150"/>
              <a:gd name="connsiteX75" fmla="*/ 2410720 w 2539291"/>
              <a:gd name="connsiteY75" fmla="*/ 39183 h 1601150"/>
              <a:gd name="connsiteX76" fmla="*/ 2442863 w 2539291"/>
              <a:gd name="connsiteY76" fmla="*/ 152895 h 1601150"/>
              <a:gd name="connsiteX77" fmla="*/ 2475006 w 2539291"/>
              <a:gd name="connsiteY77" fmla="*/ 330011 h 1601150"/>
              <a:gd name="connsiteX78" fmla="*/ 2507149 w 2539291"/>
              <a:gd name="connsiteY78" fmla="*/ 553182 h 1601150"/>
              <a:gd name="connsiteX79" fmla="*/ 2539291 w 2539291"/>
              <a:gd name="connsiteY79" fmla="*/ 800575 h 1601150"/>
              <a:gd name="connsiteX0" fmla="*/ 0 w 2507148"/>
              <a:gd name="connsiteY0" fmla="*/ 1271139 h 1601150"/>
              <a:gd name="connsiteX1" fmla="*/ 32143 w 2507148"/>
              <a:gd name="connsiteY1" fmla="*/ 1448255 h 1601150"/>
              <a:gd name="connsiteX2" fmla="*/ 64286 w 2507148"/>
              <a:gd name="connsiteY2" fmla="*/ 1561967 h 1601150"/>
              <a:gd name="connsiteX3" fmla="*/ 96429 w 2507148"/>
              <a:gd name="connsiteY3" fmla="*/ 1601150 h 1601150"/>
              <a:gd name="connsiteX4" fmla="*/ 128572 w 2507148"/>
              <a:gd name="connsiteY4" fmla="*/ 1561967 h 1601150"/>
              <a:gd name="connsiteX5" fmla="*/ 160715 w 2507148"/>
              <a:gd name="connsiteY5" fmla="*/ 1448255 h 1601150"/>
              <a:gd name="connsiteX6" fmla="*/ 192858 w 2507148"/>
              <a:gd name="connsiteY6" fmla="*/ 1271139 h 1601150"/>
              <a:gd name="connsiteX7" fmla="*/ 225001 w 2507148"/>
              <a:gd name="connsiteY7" fmla="*/ 1047967 h 1601150"/>
              <a:gd name="connsiteX8" fmla="*/ 257144 w 2507148"/>
              <a:gd name="connsiteY8" fmla="*/ 800575 h 1601150"/>
              <a:gd name="connsiteX9" fmla="*/ 289286 w 2507148"/>
              <a:gd name="connsiteY9" fmla="*/ 553182 h 1601150"/>
              <a:gd name="connsiteX10" fmla="*/ 321430 w 2507148"/>
              <a:gd name="connsiteY10" fmla="*/ 330011 h 1601150"/>
              <a:gd name="connsiteX11" fmla="*/ 353573 w 2507148"/>
              <a:gd name="connsiteY11" fmla="*/ 152895 h 1601150"/>
              <a:gd name="connsiteX12" fmla="*/ 385715 w 2507148"/>
              <a:gd name="connsiteY12" fmla="*/ 39183 h 1601150"/>
              <a:gd name="connsiteX13" fmla="*/ 417858 w 2507148"/>
              <a:gd name="connsiteY13" fmla="*/ 0 h 1601150"/>
              <a:gd name="connsiteX14" fmla="*/ 450001 w 2507148"/>
              <a:gd name="connsiteY14" fmla="*/ 39183 h 1601150"/>
              <a:gd name="connsiteX15" fmla="*/ 482144 w 2507148"/>
              <a:gd name="connsiteY15" fmla="*/ 152895 h 1601150"/>
              <a:gd name="connsiteX16" fmla="*/ 514287 w 2507148"/>
              <a:gd name="connsiteY16" fmla="*/ 330011 h 1601150"/>
              <a:gd name="connsiteX17" fmla="*/ 546430 w 2507148"/>
              <a:gd name="connsiteY17" fmla="*/ 553182 h 1601150"/>
              <a:gd name="connsiteX18" fmla="*/ 578573 w 2507148"/>
              <a:gd name="connsiteY18" fmla="*/ 800575 h 1601150"/>
              <a:gd name="connsiteX19" fmla="*/ 610716 w 2507148"/>
              <a:gd name="connsiteY19" fmla="*/ 1047967 h 1601150"/>
              <a:gd name="connsiteX20" fmla="*/ 642859 w 2507148"/>
              <a:gd name="connsiteY20" fmla="*/ 1271139 h 1601150"/>
              <a:gd name="connsiteX21" fmla="*/ 675002 w 2507148"/>
              <a:gd name="connsiteY21" fmla="*/ 1448255 h 1601150"/>
              <a:gd name="connsiteX22" fmla="*/ 707145 w 2507148"/>
              <a:gd name="connsiteY22" fmla="*/ 1561967 h 1601150"/>
              <a:gd name="connsiteX23" fmla="*/ 739288 w 2507148"/>
              <a:gd name="connsiteY23" fmla="*/ 1601150 h 1601150"/>
              <a:gd name="connsiteX24" fmla="*/ 771431 w 2507148"/>
              <a:gd name="connsiteY24" fmla="*/ 1561967 h 1601150"/>
              <a:gd name="connsiteX25" fmla="*/ 803573 w 2507148"/>
              <a:gd name="connsiteY25" fmla="*/ 1448255 h 1601150"/>
              <a:gd name="connsiteX26" fmla="*/ 835717 w 2507148"/>
              <a:gd name="connsiteY26" fmla="*/ 1271139 h 1601150"/>
              <a:gd name="connsiteX27" fmla="*/ 867859 w 2507148"/>
              <a:gd name="connsiteY27" fmla="*/ 1047967 h 1601150"/>
              <a:gd name="connsiteX28" fmla="*/ 900002 w 2507148"/>
              <a:gd name="connsiteY28" fmla="*/ 800575 h 1601150"/>
              <a:gd name="connsiteX29" fmla="*/ 932145 w 2507148"/>
              <a:gd name="connsiteY29" fmla="*/ 553182 h 1601150"/>
              <a:gd name="connsiteX30" fmla="*/ 964288 w 2507148"/>
              <a:gd name="connsiteY30" fmla="*/ 330011 h 1601150"/>
              <a:gd name="connsiteX31" fmla="*/ 996431 w 2507148"/>
              <a:gd name="connsiteY31" fmla="*/ 152895 h 1601150"/>
              <a:gd name="connsiteX32" fmla="*/ 1028574 w 2507148"/>
              <a:gd name="connsiteY32" fmla="*/ 39183 h 1601150"/>
              <a:gd name="connsiteX33" fmla="*/ 1060717 w 2507148"/>
              <a:gd name="connsiteY33" fmla="*/ 0 h 1601150"/>
              <a:gd name="connsiteX34" fmla="*/ 1092860 w 2507148"/>
              <a:gd name="connsiteY34" fmla="*/ 39183 h 1601150"/>
              <a:gd name="connsiteX35" fmla="*/ 1125003 w 2507148"/>
              <a:gd name="connsiteY35" fmla="*/ 152895 h 1601150"/>
              <a:gd name="connsiteX36" fmla="*/ 1157146 w 2507148"/>
              <a:gd name="connsiteY36" fmla="*/ 330011 h 1601150"/>
              <a:gd name="connsiteX37" fmla="*/ 1189288 w 2507148"/>
              <a:gd name="connsiteY37" fmla="*/ 553182 h 1601150"/>
              <a:gd name="connsiteX38" fmla="*/ 1221431 w 2507148"/>
              <a:gd name="connsiteY38" fmla="*/ 800575 h 1601150"/>
              <a:gd name="connsiteX39" fmla="*/ 1253575 w 2507148"/>
              <a:gd name="connsiteY39" fmla="*/ 1047967 h 1601150"/>
              <a:gd name="connsiteX40" fmla="*/ 1285717 w 2507148"/>
              <a:gd name="connsiteY40" fmla="*/ 1271139 h 1601150"/>
              <a:gd name="connsiteX41" fmla="*/ 1317860 w 2507148"/>
              <a:gd name="connsiteY41" fmla="*/ 1448255 h 1601150"/>
              <a:gd name="connsiteX42" fmla="*/ 1350003 w 2507148"/>
              <a:gd name="connsiteY42" fmla="*/ 1561967 h 1601150"/>
              <a:gd name="connsiteX43" fmla="*/ 1382146 w 2507148"/>
              <a:gd name="connsiteY43" fmla="*/ 1601150 h 1601150"/>
              <a:gd name="connsiteX44" fmla="*/ 1414289 w 2507148"/>
              <a:gd name="connsiteY44" fmla="*/ 1561967 h 1601150"/>
              <a:gd name="connsiteX45" fmla="*/ 1446432 w 2507148"/>
              <a:gd name="connsiteY45" fmla="*/ 1448255 h 1601150"/>
              <a:gd name="connsiteX46" fmla="*/ 1478575 w 2507148"/>
              <a:gd name="connsiteY46" fmla="*/ 1271139 h 1601150"/>
              <a:gd name="connsiteX47" fmla="*/ 1510718 w 2507148"/>
              <a:gd name="connsiteY47" fmla="*/ 1047967 h 1601150"/>
              <a:gd name="connsiteX48" fmla="*/ 1542861 w 2507148"/>
              <a:gd name="connsiteY48" fmla="*/ 800575 h 1601150"/>
              <a:gd name="connsiteX49" fmla="*/ 1575004 w 2507148"/>
              <a:gd name="connsiteY49" fmla="*/ 553182 h 1601150"/>
              <a:gd name="connsiteX50" fmla="*/ 1607147 w 2507148"/>
              <a:gd name="connsiteY50" fmla="*/ 330011 h 1601150"/>
              <a:gd name="connsiteX51" fmla="*/ 1639290 w 2507148"/>
              <a:gd name="connsiteY51" fmla="*/ 152895 h 1601150"/>
              <a:gd name="connsiteX52" fmla="*/ 1671433 w 2507148"/>
              <a:gd name="connsiteY52" fmla="*/ 39183 h 1601150"/>
              <a:gd name="connsiteX53" fmla="*/ 1703575 w 2507148"/>
              <a:gd name="connsiteY53" fmla="*/ 0 h 1601150"/>
              <a:gd name="connsiteX54" fmla="*/ 1735718 w 2507148"/>
              <a:gd name="connsiteY54" fmla="*/ 39183 h 1601150"/>
              <a:gd name="connsiteX55" fmla="*/ 1767861 w 2507148"/>
              <a:gd name="connsiteY55" fmla="*/ 152895 h 1601150"/>
              <a:gd name="connsiteX56" fmla="*/ 1800004 w 2507148"/>
              <a:gd name="connsiteY56" fmla="*/ 330011 h 1601150"/>
              <a:gd name="connsiteX57" fmla="*/ 1832147 w 2507148"/>
              <a:gd name="connsiteY57" fmla="*/ 553182 h 1601150"/>
              <a:gd name="connsiteX58" fmla="*/ 1864290 w 2507148"/>
              <a:gd name="connsiteY58" fmla="*/ 800575 h 1601150"/>
              <a:gd name="connsiteX59" fmla="*/ 1896433 w 2507148"/>
              <a:gd name="connsiteY59" fmla="*/ 1047967 h 1601150"/>
              <a:gd name="connsiteX60" fmla="*/ 1928576 w 2507148"/>
              <a:gd name="connsiteY60" fmla="*/ 1271139 h 1601150"/>
              <a:gd name="connsiteX61" fmla="*/ 1960719 w 2507148"/>
              <a:gd name="connsiteY61" fmla="*/ 1448255 h 1601150"/>
              <a:gd name="connsiteX62" fmla="*/ 1992862 w 2507148"/>
              <a:gd name="connsiteY62" fmla="*/ 1561967 h 1601150"/>
              <a:gd name="connsiteX63" fmla="*/ 2025004 w 2507148"/>
              <a:gd name="connsiteY63" fmla="*/ 1601150 h 1601150"/>
              <a:gd name="connsiteX64" fmla="*/ 2057148 w 2507148"/>
              <a:gd name="connsiteY64" fmla="*/ 1561967 h 1601150"/>
              <a:gd name="connsiteX65" fmla="*/ 2089290 w 2507148"/>
              <a:gd name="connsiteY65" fmla="*/ 1448255 h 1601150"/>
              <a:gd name="connsiteX66" fmla="*/ 2121433 w 2507148"/>
              <a:gd name="connsiteY66" fmla="*/ 1271139 h 1601150"/>
              <a:gd name="connsiteX67" fmla="*/ 2153576 w 2507148"/>
              <a:gd name="connsiteY67" fmla="*/ 1047967 h 1601150"/>
              <a:gd name="connsiteX68" fmla="*/ 2185719 w 2507148"/>
              <a:gd name="connsiteY68" fmla="*/ 800575 h 1601150"/>
              <a:gd name="connsiteX69" fmla="*/ 2217862 w 2507148"/>
              <a:gd name="connsiteY69" fmla="*/ 553182 h 1601150"/>
              <a:gd name="connsiteX70" fmla="*/ 2250005 w 2507148"/>
              <a:gd name="connsiteY70" fmla="*/ 330011 h 1601150"/>
              <a:gd name="connsiteX71" fmla="*/ 2282148 w 2507148"/>
              <a:gd name="connsiteY71" fmla="*/ 152895 h 1601150"/>
              <a:gd name="connsiteX72" fmla="*/ 2314291 w 2507148"/>
              <a:gd name="connsiteY72" fmla="*/ 39183 h 1601150"/>
              <a:gd name="connsiteX73" fmla="*/ 2346434 w 2507148"/>
              <a:gd name="connsiteY73" fmla="*/ 0 h 1601150"/>
              <a:gd name="connsiteX74" fmla="*/ 2378577 w 2507148"/>
              <a:gd name="connsiteY74" fmla="*/ 39183 h 1601150"/>
              <a:gd name="connsiteX75" fmla="*/ 2410720 w 2507148"/>
              <a:gd name="connsiteY75" fmla="*/ 152895 h 1601150"/>
              <a:gd name="connsiteX76" fmla="*/ 2442863 w 2507148"/>
              <a:gd name="connsiteY76" fmla="*/ 330011 h 1601150"/>
              <a:gd name="connsiteX77" fmla="*/ 2475006 w 2507148"/>
              <a:gd name="connsiteY77" fmla="*/ 553182 h 1601150"/>
              <a:gd name="connsiteX78" fmla="*/ 2507148 w 2507148"/>
              <a:gd name="connsiteY78" fmla="*/ 800575 h 1601150"/>
              <a:gd name="connsiteX0" fmla="*/ 0 w 2475005"/>
              <a:gd name="connsiteY0" fmla="*/ 1448255 h 1601150"/>
              <a:gd name="connsiteX1" fmla="*/ 32143 w 2475005"/>
              <a:gd name="connsiteY1" fmla="*/ 1561967 h 1601150"/>
              <a:gd name="connsiteX2" fmla="*/ 64286 w 2475005"/>
              <a:gd name="connsiteY2" fmla="*/ 1601150 h 1601150"/>
              <a:gd name="connsiteX3" fmla="*/ 96429 w 2475005"/>
              <a:gd name="connsiteY3" fmla="*/ 1561967 h 1601150"/>
              <a:gd name="connsiteX4" fmla="*/ 128572 w 2475005"/>
              <a:gd name="connsiteY4" fmla="*/ 1448255 h 1601150"/>
              <a:gd name="connsiteX5" fmla="*/ 160715 w 2475005"/>
              <a:gd name="connsiteY5" fmla="*/ 1271139 h 1601150"/>
              <a:gd name="connsiteX6" fmla="*/ 192858 w 2475005"/>
              <a:gd name="connsiteY6" fmla="*/ 1047967 h 1601150"/>
              <a:gd name="connsiteX7" fmla="*/ 225001 w 2475005"/>
              <a:gd name="connsiteY7" fmla="*/ 800575 h 1601150"/>
              <a:gd name="connsiteX8" fmla="*/ 257143 w 2475005"/>
              <a:gd name="connsiteY8" fmla="*/ 553182 h 1601150"/>
              <a:gd name="connsiteX9" fmla="*/ 289287 w 2475005"/>
              <a:gd name="connsiteY9" fmla="*/ 330011 h 1601150"/>
              <a:gd name="connsiteX10" fmla="*/ 321430 w 2475005"/>
              <a:gd name="connsiteY10" fmla="*/ 152895 h 1601150"/>
              <a:gd name="connsiteX11" fmla="*/ 353572 w 2475005"/>
              <a:gd name="connsiteY11" fmla="*/ 39183 h 1601150"/>
              <a:gd name="connsiteX12" fmla="*/ 385715 w 2475005"/>
              <a:gd name="connsiteY12" fmla="*/ 0 h 1601150"/>
              <a:gd name="connsiteX13" fmla="*/ 417858 w 2475005"/>
              <a:gd name="connsiteY13" fmla="*/ 39183 h 1601150"/>
              <a:gd name="connsiteX14" fmla="*/ 450001 w 2475005"/>
              <a:gd name="connsiteY14" fmla="*/ 152895 h 1601150"/>
              <a:gd name="connsiteX15" fmla="*/ 482144 w 2475005"/>
              <a:gd name="connsiteY15" fmla="*/ 330011 h 1601150"/>
              <a:gd name="connsiteX16" fmla="*/ 514287 w 2475005"/>
              <a:gd name="connsiteY16" fmla="*/ 553182 h 1601150"/>
              <a:gd name="connsiteX17" fmla="*/ 546430 w 2475005"/>
              <a:gd name="connsiteY17" fmla="*/ 800575 h 1601150"/>
              <a:gd name="connsiteX18" fmla="*/ 578573 w 2475005"/>
              <a:gd name="connsiteY18" fmla="*/ 1047967 h 1601150"/>
              <a:gd name="connsiteX19" fmla="*/ 610716 w 2475005"/>
              <a:gd name="connsiteY19" fmla="*/ 1271139 h 1601150"/>
              <a:gd name="connsiteX20" fmla="*/ 642859 w 2475005"/>
              <a:gd name="connsiteY20" fmla="*/ 1448255 h 1601150"/>
              <a:gd name="connsiteX21" fmla="*/ 675002 w 2475005"/>
              <a:gd name="connsiteY21" fmla="*/ 1561967 h 1601150"/>
              <a:gd name="connsiteX22" fmla="*/ 707145 w 2475005"/>
              <a:gd name="connsiteY22" fmla="*/ 1601150 h 1601150"/>
              <a:gd name="connsiteX23" fmla="*/ 739288 w 2475005"/>
              <a:gd name="connsiteY23" fmla="*/ 1561967 h 1601150"/>
              <a:gd name="connsiteX24" fmla="*/ 771430 w 2475005"/>
              <a:gd name="connsiteY24" fmla="*/ 1448255 h 1601150"/>
              <a:gd name="connsiteX25" fmla="*/ 803574 w 2475005"/>
              <a:gd name="connsiteY25" fmla="*/ 1271139 h 1601150"/>
              <a:gd name="connsiteX26" fmla="*/ 835716 w 2475005"/>
              <a:gd name="connsiteY26" fmla="*/ 1047967 h 1601150"/>
              <a:gd name="connsiteX27" fmla="*/ 867859 w 2475005"/>
              <a:gd name="connsiteY27" fmla="*/ 800575 h 1601150"/>
              <a:gd name="connsiteX28" fmla="*/ 900002 w 2475005"/>
              <a:gd name="connsiteY28" fmla="*/ 553182 h 1601150"/>
              <a:gd name="connsiteX29" fmla="*/ 932145 w 2475005"/>
              <a:gd name="connsiteY29" fmla="*/ 330011 h 1601150"/>
              <a:gd name="connsiteX30" fmla="*/ 964288 w 2475005"/>
              <a:gd name="connsiteY30" fmla="*/ 152895 h 1601150"/>
              <a:gd name="connsiteX31" fmla="*/ 996431 w 2475005"/>
              <a:gd name="connsiteY31" fmla="*/ 39183 h 1601150"/>
              <a:gd name="connsiteX32" fmla="*/ 1028574 w 2475005"/>
              <a:gd name="connsiteY32" fmla="*/ 0 h 1601150"/>
              <a:gd name="connsiteX33" fmla="*/ 1060717 w 2475005"/>
              <a:gd name="connsiteY33" fmla="*/ 39183 h 1601150"/>
              <a:gd name="connsiteX34" fmla="*/ 1092860 w 2475005"/>
              <a:gd name="connsiteY34" fmla="*/ 152895 h 1601150"/>
              <a:gd name="connsiteX35" fmla="*/ 1125003 w 2475005"/>
              <a:gd name="connsiteY35" fmla="*/ 330011 h 1601150"/>
              <a:gd name="connsiteX36" fmla="*/ 1157145 w 2475005"/>
              <a:gd name="connsiteY36" fmla="*/ 553182 h 1601150"/>
              <a:gd name="connsiteX37" fmla="*/ 1189288 w 2475005"/>
              <a:gd name="connsiteY37" fmla="*/ 800575 h 1601150"/>
              <a:gd name="connsiteX38" fmla="*/ 1221432 w 2475005"/>
              <a:gd name="connsiteY38" fmla="*/ 1047967 h 1601150"/>
              <a:gd name="connsiteX39" fmla="*/ 1253574 w 2475005"/>
              <a:gd name="connsiteY39" fmla="*/ 1271139 h 1601150"/>
              <a:gd name="connsiteX40" fmla="*/ 1285717 w 2475005"/>
              <a:gd name="connsiteY40" fmla="*/ 1448255 h 1601150"/>
              <a:gd name="connsiteX41" fmla="*/ 1317860 w 2475005"/>
              <a:gd name="connsiteY41" fmla="*/ 1561967 h 1601150"/>
              <a:gd name="connsiteX42" fmla="*/ 1350003 w 2475005"/>
              <a:gd name="connsiteY42" fmla="*/ 1601150 h 1601150"/>
              <a:gd name="connsiteX43" fmla="*/ 1382146 w 2475005"/>
              <a:gd name="connsiteY43" fmla="*/ 1561967 h 1601150"/>
              <a:gd name="connsiteX44" fmla="*/ 1414289 w 2475005"/>
              <a:gd name="connsiteY44" fmla="*/ 1448255 h 1601150"/>
              <a:gd name="connsiteX45" fmla="*/ 1446432 w 2475005"/>
              <a:gd name="connsiteY45" fmla="*/ 1271139 h 1601150"/>
              <a:gd name="connsiteX46" fmla="*/ 1478575 w 2475005"/>
              <a:gd name="connsiteY46" fmla="*/ 1047967 h 1601150"/>
              <a:gd name="connsiteX47" fmla="*/ 1510718 w 2475005"/>
              <a:gd name="connsiteY47" fmla="*/ 800575 h 1601150"/>
              <a:gd name="connsiteX48" fmla="*/ 1542861 w 2475005"/>
              <a:gd name="connsiteY48" fmla="*/ 553182 h 1601150"/>
              <a:gd name="connsiteX49" fmla="*/ 1575004 w 2475005"/>
              <a:gd name="connsiteY49" fmla="*/ 330011 h 1601150"/>
              <a:gd name="connsiteX50" fmla="*/ 1607147 w 2475005"/>
              <a:gd name="connsiteY50" fmla="*/ 152895 h 1601150"/>
              <a:gd name="connsiteX51" fmla="*/ 1639290 w 2475005"/>
              <a:gd name="connsiteY51" fmla="*/ 39183 h 1601150"/>
              <a:gd name="connsiteX52" fmla="*/ 1671432 w 2475005"/>
              <a:gd name="connsiteY52" fmla="*/ 0 h 1601150"/>
              <a:gd name="connsiteX53" fmla="*/ 1703575 w 2475005"/>
              <a:gd name="connsiteY53" fmla="*/ 39183 h 1601150"/>
              <a:gd name="connsiteX54" fmla="*/ 1735718 w 2475005"/>
              <a:gd name="connsiteY54" fmla="*/ 152895 h 1601150"/>
              <a:gd name="connsiteX55" fmla="*/ 1767861 w 2475005"/>
              <a:gd name="connsiteY55" fmla="*/ 330011 h 1601150"/>
              <a:gd name="connsiteX56" fmla="*/ 1800004 w 2475005"/>
              <a:gd name="connsiteY56" fmla="*/ 553182 h 1601150"/>
              <a:gd name="connsiteX57" fmla="*/ 1832147 w 2475005"/>
              <a:gd name="connsiteY57" fmla="*/ 800575 h 1601150"/>
              <a:gd name="connsiteX58" fmla="*/ 1864290 w 2475005"/>
              <a:gd name="connsiteY58" fmla="*/ 1047967 h 1601150"/>
              <a:gd name="connsiteX59" fmla="*/ 1896433 w 2475005"/>
              <a:gd name="connsiteY59" fmla="*/ 1271139 h 1601150"/>
              <a:gd name="connsiteX60" fmla="*/ 1928576 w 2475005"/>
              <a:gd name="connsiteY60" fmla="*/ 1448255 h 1601150"/>
              <a:gd name="connsiteX61" fmla="*/ 1960719 w 2475005"/>
              <a:gd name="connsiteY61" fmla="*/ 1561967 h 1601150"/>
              <a:gd name="connsiteX62" fmla="*/ 1992861 w 2475005"/>
              <a:gd name="connsiteY62" fmla="*/ 1601150 h 1601150"/>
              <a:gd name="connsiteX63" fmla="*/ 2025005 w 2475005"/>
              <a:gd name="connsiteY63" fmla="*/ 1561967 h 1601150"/>
              <a:gd name="connsiteX64" fmla="*/ 2057147 w 2475005"/>
              <a:gd name="connsiteY64" fmla="*/ 1448255 h 1601150"/>
              <a:gd name="connsiteX65" fmla="*/ 2089290 w 2475005"/>
              <a:gd name="connsiteY65" fmla="*/ 1271139 h 1601150"/>
              <a:gd name="connsiteX66" fmla="*/ 2121433 w 2475005"/>
              <a:gd name="connsiteY66" fmla="*/ 1047967 h 1601150"/>
              <a:gd name="connsiteX67" fmla="*/ 2153576 w 2475005"/>
              <a:gd name="connsiteY67" fmla="*/ 800575 h 1601150"/>
              <a:gd name="connsiteX68" fmla="*/ 2185719 w 2475005"/>
              <a:gd name="connsiteY68" fmla="*/ 553182 h 1601150"/>
              <a:gd name="connsiteX69" fmla="*/ 2217862 w 2475005"/>
              <a:gd name="connsiteY69" fmla="*/ 330011 h 1601150"/>
              <a:gd name="connsiteX70" fmla="*/ 2250005 w 2475005"/>
              <a:gd name="connsiteY70" fmla="*/ 152895 h 1601150"/>
              <a:gd name="connsiteX71" fmla="*/ 2282148 w 2475005"/>
              <a:gd name="connsiteY71" fmla="*/ 39183 h 1601150"/>
              <a:gd name="connsiteX72" fmla="*/ 2314291 w 2475005"/>
              <a:gd name="connsiteY72" fmla="*/ 0 h 1601150"/>
              <a:gd name="connsiteX73" fmla="*/ 2346434 w 2475005"/>
              <a:gd name="connsiteY73" fmla="*/ 39183 h 1601150"/>
              <a:gd name="connsiteX74" fmla="*/ 2378577 w 2475005"/>
              <a:gd name="connsiteY74" fmla="*/ 152895 h 1601150"/>
              <a:gd name="connsiteX75" fmla="*/ 2410720 w 2475005"/>
              <a:gd name="connsiteY75" fmla="*/ 330011 h 1601150"/>
              <a:gd name="connsiteX76" fmla="*/ 2442863 w 2475005"/>
              <a:gd name="connsiteY76" fmla="*/ 553182 h 1601150"/>
              <a:gd name="connsiteX77" fmla="*/ 2475005 w 2475005"/>
              <a:gd name="connsiteY77" fmla="*/ 800575 h 1601150"/>
              <a:gd name="connsiteX0" fmla="*/ 0 w 2442862"/>
              <a:gd name="connsiteY0" fmla="*/ 1561967 h 1601150"/>
              <a:gd name="connsiteX1" fmla="*/ 32143 w 2442862"/>
              <a:gd name="connsiteY1" fmla="*/ 1601150 h 1601150"/>
              <a:gd name="connsiteX2" fmla="*/ 64286 w 2442862"/>
              <a:gd name="connsiteY2" fmla="*/ 1561967 h 1601150"/>
              <a:gd name="connsiteX3" fmla="*/ 96429 w 2442862"/>
              <a:gd name="connsiteY3" fmla="*/ 1448255 h 1601150"/>
              <a:gd name="connsiteX4" fmla="*/ 128572 w 2442862"/>
              <a:gd name="connsiteY4" fmla="*/ 1271139 h 1601150"/>
              <a:gd name="connsiteX5" fmla="*/ 160715 w 2442862"/>
              <a:gd name="connsiteY5" fmla="*/ 1047967 h 1601150"/>
              <a:gd name="connsiteX6" fmla="*/ 192858 w 2442862"/>
              <a:gd name="connsiteY6" fmla="*/ 800575 h 1601150"/>
              <a:gd name="connsiteX7" fmla="*/ 225000 w 2442862"/>
              <a:gd name="connsiteY7" fmla="*/ 553182 h 1601150"/>
              <a:gd name="connsiteX8" fmla="*/ 257144 w 2442862"/>
              <a:gd name="connsiteY8" fmla="*/ 330011 h 1601150"/>
              <a:gd name="connsiteX9" fmla="*/ 289287 w 2442862"/>
              <a:gd name="connsiteY9" fmla="*/ 152895 h 1601150"/>
              <a:gd name="connsiteX10" fmla="*/ 321429 w 2442862"/>
              <a:gd name="connsiteY10" fmla="*/ 39183 h 1601150"/>
              <a:gd name="connsiteX11" fmla="*/ 353572 w 2442862"/>
              <a:gd name="connsiteY11" fmla="*/ 0 h 1601150"/>
              <a:gd name="connsiteX12" fmla="*/ 385715 w 2442862"/>
              <a:gd name="connsiteY12" fmla="*/ 39183 h 1601150"/>
              <a:gd name="connsiteX13" fmla="*/ 417858 w 2442862"/>
              <a:gd name="connsiteY13" fmla="*/ 152895 h 1601150"/>
              <a:gd name="connsiteX14" fmla="*/ 450001 w 2442862"/>
              <a:gd name="connsiteY14" fmla="*/ 330011 h 1601150"/>
              <a:gd name="connsiteX15" fmla="*/ 482144 w 2442862"/>
              <a:gd name="connsiteY15" fmla="*/ 553182 h 1601150"/>
              <a:gd name="connsiteX16" fmla="*/ 514287 w 2442862"/>
              <a:gd name="connsiteY16" fmla="*/ 800575 h 1601150"/>
              <a:gd name="connsiteX17" fmla="*/ 546430 w 2442862"/>
              <a:gd name="connsiteY17" fmla="*/ 1047967 h 1601150"/>
              <a:gd name="connsiteX18" fmla="*/ 578573 w 2442862"/>
              <a:gd name="connsiteY18" fmla="*/ 1271139 h 1601150"/>
              <a:gd name="connsiteX19" fmla="*/ 610716 w 2442862"/>
              <a:gd name="connsiteY19" fmla="*/ 1448255 h 1601150"/>
              <a:gd name="connsiteX20" fmla="*/ 642859 w 2442862"/>
              <a:gd name="connsiteY20" fmla="*/ 1561967 h 1601150"/>
              <a:gd name="connsiteX21" fmla="*/ 675002 w 2442862"/>
              <a:gd name="connsiteY21" fmla="*/ 1601150 h 1601150"/>
              <a:gd name="connsiteX22" fmla="*/ 707145 w 2442862"/>
              <a:gd name="connsiteY22" fmla="*/ 1561967 h 1601150"/>
              <a:gd name="connsiteX23" fmla="*/ 739287 w 2442862"/>
              <a:gd name="connsiteY23" fmla="*/ 1448255 h 1601150"/>
              <a:gd name="connsiteX24" fmla="*/ 771431 w 2442862"/>
              <a:gd name="connsiteY24" fmla="*/ 1271139 h 1601150"/>
              <a:gd name="connsiteX25" fmla="*/ 803573 w 2442862"/>
              <a:gd name="connsiteY25" fmla="*/ 1047967 h 1601150"/>
              <a:gd name="connsiteX26" fmla="*/ 835716 w 2442862"/>
              <a:gd name="connsiteY26" fmla="*/ 800575 h 1601150"/>
              <a:gd name="connsiteX27" fmla="*/ 867859 w 2442862"/>
              <a:gd name="connsiteY27" fmla="*/ 553182 h 1601150"/>
              <a:gd name="connsiteX28" fmla="*/ 900002 w 2442862"/>
              <a:gd name="connsiteY28" fmla="*/ 330011 h 1601150"/>
              <a:gd name="connsiteX29" fmla="*/ 932145 w 2442862"/>
              <a:gd name="connsiteY29" fmla="*/ 152895 h 1601150"/>
              <a:gd name="connsiteX30" fmla="*/ 964288 w 2442862"/>
              <a:gd name="connsiteY30" fmla="*/ 39183 h 1601150"/>
              <a:gd name="connsiteX31" fmla="*/ 996431 w 2442862"/>
              <a:gd name="connsiteY31" fmla="*/ 0 h 1601150"/>
              <a:gd name="connsiteX32" fmla="*/ 1028574 w 2442862"/>
              <a:gd name="connsiteY32" fmla="*/ 39183 h 1601150"/>
              <a:gd name="connsiteX33" fmla="*/ 1060717 w 2442862"/>
              <a:gd name="connsiteY33" fmla="*/ 152895 h 1601150"/>
              <a:gd name="connsiteX34" fmla="*/ 1092860 w 2442862"/>
              <a:gd name="connsiteY34" fmla="*/ 330011 h 1601150"/>
              <a:gd name="connsiteX35" fmla="*/ 1125002 w 2442862"/>
              <a:gd name="connsiteY35" fmla="*/ 553182 h 1601150"/>
              <a:gd name="connsiteX36" fmla="*/ 1157145 w 2442862"/>
              <a:gd name="connsiteY36" fmla="*/ 800575 h 1601150"/>
              <a:gd name="connsiteX37" fmla="*/ 1189289 w 2442862"/>
              <a:gd name="connsiteY37" fmla="*/ 1047967 h 1601150"/>
              <a:gd name="connsiteX38" fmla="*/ 1221431 w 2442862"/>
              <a:gd name="connsiteY38" fmla="*/ 1271139 h 1601150"/>
              <a:gd name="connsiteX39" fmla="*/ 1253574 w 2442862"/>
              <a:gd name="connsiteY39" fmla="*/ 1448255 h 1601150"/>
              <a:gd name="connsiteX40" fmla="*/ 1285717 w 2442862"/>
              <a:gd name="connsiteY40" fmla="*/ 1561967 h 1601150"/>
              <a:gd name="connsiteX41" fmla="*/ 1317860 w 2442862"/>
              <a:gd name="connsiteY41" fmla="*/ 1601150 h 1601150"/>
              <a:gd name="connsiteX42" fmla="*/ 1350003 w 2442862"/>
              <a:gd name="connsiteY42" fmla="*/ 1561967 h 1601150"/>
              <a:gd name="connsiteX43" fmla="*/ 1382146 w 2442862"/>
              <a:gd name="connsiteY43" fmla="*/ 1448255 h 1601150"/>
              <a:gd name="connsiteX44" fmla="*/ 1414289 w 2442862"/>
              <a:gd name="connsiteY44" fmla="*/ 1271139 h 1601150"/>
              <a:gd name="connsiteX45" fmla="*/ 1446432 w 2442862"/>
              <a:gd name="connsiteY45" fmla="*/ 1047967 h 1601150"/>
              <a:gd name="connsiteX46" fmla="*/ 1478575 w 2442862"/>
              <a:gd name="connsiteY46" fmla="*/ 800575 h 1601150"/>
              <a:gd name="connsiteX47" fmla="*/ 1510718 w 2442862"/>
              <a:gd name="connsiteY47" fmla="*/ 553182 h 1601150"/>
              <a:gd name="connsiteX48" fmla="*/ 1542861 w 2442862"/>
              <a:gd name="connsiteY48" fmla="*/ 330011 h 1601150"/>
              <a:gd name="connsiteX49" fmla="*/ 1575004 w 2442862"/>
              <a:gd name="connsiteY49" fmla="*/ 152895 h 1601150"/>
              <a:gd name="connsiteX50" fmla="*/ 1607147 w 2442862"/>
              <a:gd name="connsiteY50" fmla="*/ 39183 h 1601150"/>
              <a:gd name="connsiteX51" fmla="*/ 1639289 w 2442862"/>
              <a:gd name="connsiteY51" fmla="*/ 0 h 1601150"/>
              <a:gd name="connsiteX52" fmla="*/ 1671432 w 2442862"/>
              <a:gd name="connsiteY52" fmla="*/ 39183 h 1601150"/>
              <a:gd name="connsiteX53" fmla="*/ 1703575 w 2442862"/>
              <a:gd name="connsiteY53" fmla="*/ 152895 h 1601150"/>
              <a:gd name="connsiteX54" fmla="*/ 1735718 w 2442862"/>
              <a:gd name="connsiteY54" fmla="*/ 330011 h 1601150"/>
              <a:gd name="connsiteX55" fmla="*/ 1767861 w 2442862"/>
              <a:gd name="connsiteY55" fmla="*/ 553182 h 1601150"/>
              <a:gd name="connsiteX56" fmla="*/ 1800004 w 2442862"/>
              <a:gd name="connsiteY56" fmla="*/ 800575 h 1601150"/>
              <a:gd name="connsiteX57" fmla="*/ 1832147 w 2442862"/>
              <a:gd name="connsiteY57" fmla="*/ 1047967 h 1601150"/>
              <a:gd name="connsiteX58" fmla="*/ 1864290 w 2442862"/>
              <a:gd name="connsiteY58" fmla="*/ 1271139 h 1601150"/>
              <a:gd name="connsiteX59" fmla="*/ 1896433 w 2442862"/>
              <a:gd name="connsiteY59" fmla="*/ 1448255 h 1601150"/>
              <a:gd name="connsiteX60" fmla="*/ 1928576 w 2442862"/>
              <a:gd name="connsiteY60" fmla="*/ 1561967 h 1601150"/>
              <a:gd name="connsiteX61" fmla="*/ 1960718 w 2442862"/>
              <a:gd name="connsiteY61" fmla="*/ 1601150 h 1601150"/>
              <a:gd name="connsiteX62" fmla="*/ 1992862 w 2442862"/>
              <a:gd name="connsiteY62" fmla="*/ 1561967 h 1601150"/>
              <a:gd name="connsiteX63" fmla="*/ 2025004 w 2442862"/>
              <a:gd name="connsiteY63" fmla="*/ 1448255 h 1601150"/>
              <a:gd name="connsiteX64" fmla="*/ 2057147 w 2442862"/>
              <a:gd name="connsiteY64" fmla="*/ 1271139 h 1601150"/>
              <a:gd name="connsiteX65" fmla="*/ 2089290 w 2442862"/>
              <a:gd name="connsiteY65" fmla="*/ 1047967 h 1601150"/>
              <a:gd name="connsiteX66" fmla="*/ 2121433 w 2442862"/>
              <a:gd name="connsiteY66" fmla="*/ 800575 h 1601150"/>
              <a:gd name="connsiteX67" fmla="*/ 2153576 w 2442862"/>
              <a:gd name="connsiteY67" fmla="*/ 553182 h 1601150"/>
              <a:gd name="connsiteX68" fmla="*/ 2185719 w 2442862"/>
              <a:gd name="connsiteY68" fmla="*/ 330011 h 1601150"/>
              <a:gd name="connsiteX69" fmla="*/ 2217862 w 2442862"/>
              <a:gd name="connsiteY69" fmla="*/ 152895 h 1601150"/>
              <a:gd name="connsiteX70" fmla="*/ 2250005 w 2442862"/>
              <a:gd name="connsiteY70" fmla="*/ 39183 h 1601150"/>
              <a:gd name="connsiteX71" fmla="*/ 2282148 w 2442862"/>
              <a:gd name="connsiteY71" fmla="*/ 0 h 1601150"/>
              <a:gd name="connsiteX72" fmla="*/ 2314291 w 2442862"/>
              <a:gd name="connsiteY72" fmla="*/ 39183 h 1601150"/>
              <a:gd name="connsiteX73" fmla="*/ 2346434 w 2442862"/>
              <a:gd name="connsiteY73" fmla="*/ 152895 h 1601150"/>
              <a:gd name="connsiteX74" fmla="*/ 2378577 w 2442862"/>
              <a:gd name="connsiteY74" fmla="*/ 330011 h 1601150"/>
              <a:gd name="connsiteX75" fmla="*/ 2410720 w 2442862"/>
              <a:gd name="connsiteY75" fmla="*/ 553182 h 1601150"/>
              <a:gd name="connsiteX76" fmla="*/ 2442862 w 2442862"/>
              <a:gd name="connsiteY76" fmla="*/ 800575 h 1601150"/>
              <a:gd name="connsiteX0" fmla="*/ 0 w 2410719"/>
              <a:gd name="connsiteY0" fmla="*/ 1601150 h 1601150"/>
              <a:gd name="connsiteX1" fmla="*/ 32143 w 2410719"/>
              <a:gd name="connsiteY1" fmla="*/ 1561967 h 1601150"/>
              <a:gd name="connsiteX2" fmla="*/ 64286 w 2410719"/>
              <a:gd name="connsiteY2" fmla="*/ 1448255 h 1601150"/>
              <a:gd name="connsiteX3" fmla="*/ 96429 w 2410719"/>
              <a:gd name="connsiteY3" fmla="*/ 1271139 h 1601150"/>
              <a:gd name="connsiteX4" fmla="*/ 128572 w 2410719"/>
              <a:gd name="connsiteY4" fmla="*/ 1047967 h 1601150"/>
              <a:gd name="connsiteX5" fmla="*/ 160715 w 2410719"/>
              <a:gd name="connsiteY5" fmla="*/ 800575 h 1601150"/>
              <a:gd name="connsiteX6" fmla="*/ 192857 w 2410719"/>
              <a:gd name="connsiteY6" fmla="*/ 553182 h 1601150"/>
              <a:gd name="connsiteX7" fmla="*/ 225001 w 2410719"/>
              <a:gd name="connsiteY7" fmla="*/ 330011 h 1601150"/>
              <a:gd name="connsiteX8" fmla="*/ 257144 w 2410719"/>
              <a:gd name="connsiteY8" fmla="*/ 152895 h 1601150"/>
              <a:gd name="connsiteX9" fmla="*/ 289286 w 2410719"/>
              <a:gd name="connsiteY9" fmla="*/ 39183 h 1601150"/>
              <a:gd name="connsiteX10" fmla="*/ 321429 w 2410719"/>
              <a:gd name="connsiteY10" fmla="*/ 0 h 1601150"/>
              <a:gd name="connsiteX11" fmla="*/ 353572 w 2410719"/>
              <a:gd name="connsiteY11" fmla="*/ 39183 h 1601150"/>
              <a:gd name="connsiteX12" fmla="*/ 385715 w 2410719"/>
              <a:gd name="connsiteY12" fmla="*/ 152895 h 1601150"/>
              <a:gd name="connsiteX13" fmla="*/ 417858 w 2410719"/>
              <a:gd name="connsiteY13" fmla="*/ 330011 h 1601150"/>
              <a:gd name="connsiteX14" fmla="*/ 450001 w 2410719"/>
              <a:gd name="connsiteY14" fmla="*/ 553182 h 1601150"/>
              <a:gd name="connsiteX15" fmla="*/ 482144 w 2410719"/>
              <a:gd name="connsiteY15" fmla="*/ 800575 h 1601150"/>
              <a:gd name="connsiteX16" fmla="*/ 514287 w 2410719"/>
              <a:gd name="connsiteY16" fmla="*/ 1047967 h 1601150"/>
              <a:gd name="connsiteX17" fmla="*/ 546430 w 2410719"/>
              <a:gd name="connsiteY17" fmla="*/ 1271139 h 1601150"/>
              <a:gd name="connsiteX18" fmla="*/ 578573 w 2410719"/>
              <a:gd name="connsiteY18" fmla="*/ 1448255 h 1601150"/>
              <a:gd name="connsiteX19" fmla="*/ 610716 w 2410719"/>
              <a:gd name="connsiteY19" fmla="*/ 1561967 h 1601150"/>
              <a:gd name="connsiteX20" fmla="*/ 642859 w 2410719"/>
              <a:gd name="connsiteY20" fmla="*/ 1601150 h 1601150"/>
              <a:gd name="connsiteX21" fmla="*/ 675002 w 2410719"/>
              <a:gd name="connsiteY21" fmla="*/ 1561967 h 1601150"/>
              <a:gd name="connsiteX22" fmla="*/ 707144 w 2410719"/>
              <a:gd name="connsiteY22" fmla="*/ 1448255 h 1601150"/>
              <a:gd name="connsiteX23" fmla="*/ 739288 w 2410719"/>
              <a:gd name="connsiteY23" fmla="*/ 1271139 h 1601150"/>
              <a:gd name="connsiteX24" fmla="*/ 771430 w 2410719"/>
              <a:gd name="connsiteY24" fmla="*/ 1047967 h 1601150"/>
              <a:gd name="connsiteX25" fmla="*/ 803573 w 2410719"/>
              <a:gd name="connsiteY25" fmla="*/ 800575 h 1601150"/>
              <a:gd name="connsiteX26" fmla="*/ 835716 w 2410719"/>
              <a:gd name="connsiteY26" fmla="*/ 553182 h 1601150"/>
              <a:gd name="connsiteX27" fmla="*/ 867859 w 2410719"/>
              <a:gd name="connsiteY27" fmla="*/ 330011 h 1601150"/>
              <a:gd name="connsiteX28" fmla="*/ 900002 w 2410719"/>
              <a:gd name="connsiteY28" fmla="*/ 152895 h 1601150"/>
              <a:gd name="connsiteX29" fmla="*/ 932145 w 2410719"/>
              <a:gd name="connsiteY29" fmla="*/ 39183 h 1601150"/>
              <a:gd name="connsiteX30" fmla="*/ 964288 w 2410719"/>
              <a:gd name="connsiteY30" fmla="*/ 0 h 1601150"/>
              <a:gd name="connsiteX31" fmla="*/ 996431 w 2410719"/>
              <a:gd name="connsiteY31" fmla="*/ 39183 h 1601150"/>
              <a:gd name="connsiteX32" fmla="*/ 1028574 w 2410719"/>
              <a:gd name="connsiteY32" fmla="*/ 152895 h 1601150"/>
              <a:gd name="connsiteX33" fmla="*/ 1060717 w 2410719"/>
              <a:gd name="connsiteY33" fmla="*/ 330011 h 1601150"/>
              <a:gd name="connsiteX34" fmla="*/ 1092859 w 2410719"/>
              <a:gd name="connsiteY34" fmla="*/ 553182 h 1601150"/>
              <a:gd name="connsiteX35" fmla="*/ 1125002 w 2410719"/>
              <a:gd name="connsiteY35" fmla="*/ 800575 h 1601150"/>
              <a:gd name="connsiteX36" fmla="*/ 1157146 w 2410719"/>
              <a:gd name="connsiteY36" fmla="*/ 1047967 h 1601150"/>
              <a:gd name="connsiteX37" fmla="*/ 1189288 w 2410719"/>
              <a:gd name="connsiteY37" fmla="*/ 1271139 h 1601150"/>
              <a:gd name="connsiteX38" fmla="*/ 1221431 w 2410719"/>
              <a:gd name="connsiteY38" fmla="*/ 1448255 h 1601150"/>
              <a:gd name="connsiteX39" fmla="*/ 1253574 w 2410719"/>
              <a:gd name="connsiteY39" fmla="*/ 1561967 h 1601150"/>
              <a:gd name="connsiteX40" fmla="*/ 1285717 w 2410719"/>
              <a:gd name="connsiteY40" fmla="*/ 1601150 h 1601150"/>
              <a:gd name="connsiteX41" fmla="*/ 1317860 w 2410719"/>
              <a:gd name="connsiteY41" fmla="*/ 1561967 h 1601150"/>
              <a:gd name="connsiteX42" fmla="*/ 1350003 w 2410719"/>
              <a:gd name="connsiteY42" fmla="*/ 1448255 h 1601150"/>
              <a:gd name="connsiteX43" fmla="*/ 1382146 w 2410719"/>
              <a:gd name="connsiteY43" fmla="*/ 1271139 h 1601150"/>
              <a:gd name="connsiteX44" fmla="*/ 1414289 w 2410719"/>
              <a:gd name="connsiteY44" fmla="*/ 1047967 h 1601150"/>
              <a:gd name="connsiteX45" fmla="*/ 1446432 w 2410719"/>
              <a:gd name="connsiteY45" fmla="*/ 800575 h 1601150"/>
              <a:gd name="connsiteX46" fmla="*/ 1478575 w 2410719"/>
              <a:gd name="connsiteY46" fmla="*/ 553182 h 1601150"/>
              <a:gd name="connsiteX47" fmla="*/ 1510718 w 2410719"/>
              <a:gd name="connsiteY47" fmla="*/ 330011 h 1601150"/>
              <a:gd name="connsiteX48" fmla="*/ 1542861 w 2410719"/>
              <a:gd name="connsiteY48" fmla="*/ 152895 h 1601150"/>
              <a:gd name="connsiteX49" fmla="*/ 1575004 w 2410719"/>
              <a:gd name="connsiteY49" fmla="*/ 39183 h 1601150"/>
              <a:gd name="connsiteX50" fmla="*/ 1607146 w 2410719"/>
              <a:gd name="connsiteY50" fmla="*/ 0 h 1601150"/>
              <a:gd name="connsiteX51" fmla="*/ 1639289 w 2410719"/>
              <a:gd name="connsiteY51" fmla="*/ 39183 h 1601150"/>
              <a:gd name="connsiteX52" fmla="*/ 1671432 w 2410719"/>
              <a:gd name="connsiteY52" fmla="*/ 152895 h 1601150"/>
              <a:gd name="connsiteX53" fmla="*/ 1703575 w 2410719"/>
              <a:gd name="connsiteY53" fmla="*/ 330011 h 1601150"/>
              <a:gd name="connsiteX54" fmla="*/ 1735718 w 2410719"/>
              <a:gd name="connsiteY54" fmla="*/ 553182 h 1601150"/>
              <a:gd name="connsiteX55" fmla="*/ 1767861 w 2410719"/>
              <a:gd name="connsiteY55" fmla="*/ 800575 h 1601150"/>
              <a:gd name="connsiteX56" fmla="*/ 1800004 w 2410719"/>
              <a:gd name="connsiteY56" fmla="*/ 1047967 h 1601150"/>
              <a:gd name="connsiteX57" fmla="*/ 1832147 w 2410719"/>
              <a:gd name="connsiteY57" fmla="*/ 1271139 h 1601150"/>
              <a:gd name="connsiteX58" fmla="*/ 1864290 w 2410719"/>
              <a:gd name="connsiteY58" fmla="*/ 1448255 h 1601150"/>
              <a:gd name="connsiteX59" fmla="*/ 1896433 w 2410719"/>
              <a:gd name="connsiteY59" fmla="*/ 1561967 h 1601150"/>
              <a:gd name="connsiteX60" fmla="*/ 1928575 w 2410719"/>
              <a:gd name="connsiteY60" fmla="*/ 1601150 h 1601150"/>
              <a:gd name="connsiteX61" fmla="*/ 1960719 w 2410719"/>
              <a:gd name="connsiteY61" fmla="*/ 1561967 h 1601150"/>
              <a:gd name="connsiteX62" fmla="*/ 1992861 w 2410719"/>
              <a:gd name="connsiteY62" fmla="*/ 1448255 h 1601150"/>
              <a:gd name="connsiteX63" fmla="*/ 2025004 w 2410719"/>
              <a:gd name="connsiteY63" fmla="*/ 1271139 h 1601150"/>
              <a:gd name="connsiteX64" fmla="*/ 2057147 w 2410719"/>
              <a:gd name="connsiteY64" fmla="*/ 1047967 h 1601150"/>
              <a:gd name="connsiteX65" fmla="*/ 2089290 w 2410719"/>
              <a:gd name="connsiteY65" fmla="*/ 800575 h 1601150"/>
              <a:gd name="connsiteX66" fmla="*/ 2121433 w 2410719"/>
              <a:gd name="connsiteY66" fmla="*/ 553182 h 1601150"/>
              <a:gd name="connsiteX67" fmla="*/ 2153576 w 2410719"/>
              <a:gd name="connsiteY67" fmla="*/ 330011 h 1601150"/>
              <a:gd name="connsiteX68" fmla="*/ 2185719 w 2410719"/>
              <a:gd name="connsiteY68" fmla="*/ 152895 h 1601150"/>
              <a:gd name="connsiteX69" fmla="*/ 2217862 w 2410719"/>
              <a:gd name="connsiteY69" fmla="*/ 39183 h 1601150"/>
              <a:gd name="connsiteX70" fmla="*/ 2250005 w 2410719"/>
              <a:gd name="connsiteY70" fmla="*/ 0 h 1601150"/>
              <a:gd name="connsiteX71" fmla="*/ 2282148 w 2410719"/>
              <a:gd name="connsiteY71" fmla="*/ 39183 h 1601150"/>
              <a:gd name="connsiteX72" fmla="*/ 2314291 w 2410719"/>
              <a:gd name="connsiteY72" fmla="*/ 152895 h 1601150"/>
              <a:gd name="connsiteX73" fmla="*/ 2346434 w 2410719"/>
              <a:gd name="connsiteY73" fmla="*/ 330011 h 1601150"/>
              <a:gd name="connsiteX74" fmla="*/ 2378577 w 2410719"/>
              <a:gd name="connsiteY74" fmla="*/ 553182 h 1601150"/>
              <a:gd name="connsiteX75" fmla="*/ 2410719 w 2410719"/>
              <a:gd name="connsiteY75" fmla="*/ 800575 h 1601150"/>
              <a:gd name="connsiteX0" fmla="*/ 0 w 2378576"/>
              <a:gd name="connsiteY0" fmla="*/ 1561967 h 1601150"/>
              <a:gd name="connsiteX1" fmla="*/ 32143 w 2378576"/>
              <a:gd name="connsiteY1" fmla="*/ 1448255 h 1601150"/>
              <a:gd name="connsiteX2" fmla="*/ 64286 w 2378576"/>
              <a:gd name="connsiteY2" fmla="*/ 1271139 h 1601150"/>
              <a:gd name="connsiteX3" fmla="*/ 96429 w 2378576"/>
              <a:gd name="connsiteY3" fmla="*/ 1047967 h 1601150"/>
              <a:gd name="connsiteX4" fmla="*/ 128572 w 2378576"/>
              <a:gd name="connsiteY4" fmla="*/ 800575 h 1601150"/>
              <a:gd name="connsiteX5" fmla="*/ 160714 w 2378576"/>
              <a:gd name="connsiteY5" fmla="*/ 553182 h 1601150"/>
              <a:gd name="connsiteX6" fmla="*/ 192858 w 2378576"/>
              <a:gd name="connsiteY6" fmla="*/ 330011 h 1601150"/>
              <a:gd name="connsiteX7" fmla="*/ 225001 w 2378576"/>
              <a:gd name="connsiteY7" fmla="*/ 152895 h 1601150"/>
              <a:gd name="connsiteX8" fmla="*/ 257143 w 2378576"/>
              <a:gd name="connsiteY8" fmla="*/ 39183 h 1601150"/>
              <a:gd name="connsiteX9" fmla="*/ 289286 w 2378576"/>
              <a:gd name="connsiteY9" fmla="*/ 0 h 1601150"/>
              <a:gd name="connsiteX10" fmla="*/ 321429 w 2378576"/>
              <a:gd name="connsiteY10" fmla="*/ 39183 h 1601150"/>
              <a:gd name="connsiteX11" fmla="*/ 353572 w 2378576"/>
              <a:gd name="connsiteY11" fmla="*/ 152895 h 1601150"/>
              <a:gd name="connsiteX12" fmla="*/ 385715 w 2378576"/>
              <a:gd name="connsiteY12" fmla="*/ 330011 h 1601150"/>
              <a:gd name="connsiteX13" fmla="*/ 417858 w 2378576"/>
              <a:gd name="connsiteY13" fmla="*/ 553182 h 1601150"/>
              <a:gd name="connsiteX14" fmla="*/ 450001 w 2378576"/>
              <a:gd name="connsiteY14" fmla="*/ 800575 h 1601150"/>
              <a:gd name="connsiteX15" fmla="*/ 482144 w 2378576"/>
              <a:gd name="connsiteY15" fmla="*/ 1047967 h 1601150"/>
              <a:gd name="connsiteX16" fmla="*/ 514287 w 2378576"/>
              <a:gd name="connsiteY16" fmla="*/ 1271139 h 1601150"/>
              <a:gd name="connsiteX17" fmla="*/ 546430 w 2378576"/>
              <a:gd name="connsiteY17" fmla="*/ 1448255 h 1601150"/>
              <a:gd name="connsiteX18" fmla="*/ 578573 w 2378576"/>
              <a:gd name="connsiteY18" fmla="*/ 1561967 h 1601150"/>
              <a:gd name="connsiteX19" fmla="*/ 610716 w 2378576"/>
              <a:gd name="connsiteY19" fmla="*/ 1601150 h 1601150"/>
              <a:gd name="connsiteX20" fmla="*/ 642859 w 2378576"/>
              <a:gd name="connsiteY20" fmla="*/ 1561967 h 1601150"/>
              <a:gd name="connsiteX21" fmla="*/ 675001 w 2378576"/>
              <a:gd name="connsiteY21" fmla="*/ 1448255 h 1601150"/>
              <a:gd name="connsiteX22" fmla="*/ 707145 w 2378576"/>
              <a:gd name="connsiteY22" fmla="*/ 1271139 h 1601150"/>
              <a:gd name="connsiteX23" fmla="*/ 739287 w 2378576"/>
              <a:gd name="connsiteY23" fmla="*/ 1047967 h 1601150"/>
              <a:gd name="connsiteX24" fmla="*/ 771430 w 2378576"/>
              <a:gd name="connsiteY24" fmla="*/ 800575 h 1601150"/>
              <a:gd name="connsiteX25" fmla="*/ 803573 w 2378576"/>
              <a:gd name="connsiteY25" fmla="*/ 553182 h 1601150"/>
              <a:gd name="connsiteX26" fmla="*/ 835716 w 2378576"/>
              <a:gd name="connsiteY26" fmla="*/ 330011 h 1601150"/>
              <a:gd name="connsiteX27" fmla="*/ 867859 w 2378576"/>
              <a:gd name="connsiteY27" fmla="*/ 152895 h 1601150"/>
              <a:gd name="connsiteX28" fmla="*/ 900002 w 2378576"/>
              <a:gd name="connsiteY28" fmla="*/ 39183 h 1601150"/>
              <a:gd name="connsiteX29" fmla="*/ 932145 w 2378576"/>
              <a:gd name="connsiteY29" fmla="*/ 0 h 1601150"/>
              <a:gd name="connsiteX30" fmla="*/ 964288 w 2378576"/>
              <a:gd name="connsiteY30" fmla="*/ 39183 h 1601150"/>
              <a:gd name="connsiteX31" fmla="*/ 996431 w 2378576"/>
              <a:gd name="connsiteY31" fmla="*/ 152895 h 1601150"/>
              <a:gd name="connsiteX32" fmla="*/ 1028574 w 2378576"/>
              <a:gd name="connsiteY32" fmla="*/ 330011 h 1601150"/>
              <a:gd name="connsiteX33" fmla="*/ 1060716 w 2378576"/>
              <a:gd name="connsiteY33" fmla="*/ 553182 h 1601150"/>
              <a:gd name="connsiteX34" fmla="*/ 1092859 w 2378576"/>
              <a:gd name="connsiteY34" fmla="*/ 800575 h 1601150"/>
              <a:gd name="connsiteX35" fmla="*/ 1125003 w 2378576"/>
              <a:gd name="connsiteY35" fmla="*/ 1047967 h 1601150"/>
              <a:gd name="connsiteX36" fmla="*/ 1157145 w 2378576"/>
              <a:gd name="connsiteY36" fmla="*/ 1271139 h 1601150"/>
              <a:gd name="connsiteX37" fmla="*/ 1189288 w 2378576"/>
              <a:gd name="connsiteY37" fmla="*/ 1448255 h 1601150"/>
              <a:gd name="connsiteX38" fmla="*/ 1221431 w 2378576"/>
              <a:gd name="connsiteY38" fmla="*/ 1561967 h 1601150"/>
              <a:gd name="connsiteX39" fmla="*/ 1253574 w 2378576"/>
              <a:gd name="connsiteY39" fmla="*/ 1601150 h 1601150"/>
              <a:gd name="connsiteX40" fmla="*/ 1285717 w 2378576"/>
              <a:gd name="connsiteY40" fmla="*/ 1561967 h 1601150"/>
              <a:gd name="connsiteX41" fmla="*/ 1317860 w 2378576"/>
              <a:gd name="connsiteY41" fmla="*/ 1448255 h 1601150"/>
              <a:gd name="connsiteX42" fmla="*/ 1350003 w 2378576"/>
              <a:gd name="connsiteY42" fmla="*/ 1271139 h 1601150"/>
              <a:gd name="connsiteX43" fmla="*/ 1382146 w 2378576"/>
              <a:gd name="connsiteY43" fmla="*/ 1047967 h 1601150"/>
              <a:gd name="connsiteX44" fmla="*/ 1414289 w 2378576"/>
              <a:gd name="connsiteY44" fmla="*/ 800575 h 1601150"/>
              <a:gd name="connsiteX45" fmla="*/ 1446432 w 2378576"/>
              <a:gd name="connsiteY45" fmla="*/ 553182 h 1601150"/>
              <a:gd name="connsiteX46" fmla="*/ 1478575 w 2378576"/>
              <a:gd name="connsiteY46" fmla="*/ 330011 h 1601150"/>
              <a:gd name="connsiteX47" fmla="*/ 1510718 w 2378576"/>
              <a:gd name="connsiteY47" fmla="*/ 152895 h 1601150"/>
              <a:gd name="connsiteX48" fmla="*/ 1542861 w 2378576"/>
              <a:gd name="connsiteY48" fmla="*/ 39183 h 1601150"/>
              <a:gd name="connsiteX49" fmla="*/ 1575003 w 2378576"/>
              <a:gd name="connsiteY49" fmla="*/ 0 h 1601150"/>
              <a:gd name="connsiteX50" fmla="*/ 1607146 w 2378576"/>
              <a:gd name="connsiteY50" fmla="*/ 39183 h 1601150"/>
              <a:gd name="connsiteX51" fmla="*/ 1639289 w 2378576"/>
              <a:gd name="connsiteY51" fmla="*/ 152895 h 1601150"/>
              <a:gd name="connsiteX52" fmla="*/ 1671432 w 2378576"/>
              <a:gd name="connsiteY52" fmla="*/ 330011 h 1601150"/>
              <a:gd name="connsiteX53" fmla="*/ 1703575 w 2378576"/>
              <a:gd name="connsiteY53" fmla="*/ 553182 h 1601150"/>
              <a:gd name="connsiteX54" fmla="*/ 1735718 w 2378576"/>
              <a:gd name="connsiteY54" fmla="*/ 800575 h 1601150"/>
              <a:gd name="connsiteX55" fmla="*/ 1767861 w 2378576"/>
              <a:gd name="connsiteY55" fmla="*/ 1047967 h 1601150"/>
              <a:gd name="connsiteX56" fmla="*/ 1800004 w 2378576"/>
              <a:gd name="connsiteY56" fmla="*/ 1271139 h 1601150"/>
              <a:gd name="connsiteX57" fmla="*/ 1832147 w 2378576"/>
              <a:gd name="connsiteY57" fmla="*/ 1448255 h 1601150"/>
              <a:gd name="connsiteX58" fmla="*/ 1864290 w 2378576"/>
              <a:gd name="connsiteY58" fmla="*/ 1561967 h 1601150"/>
              <a:gd name="connsiteX59" fmla="*/ 1896432 w 2378576"/>
              <a:gd name="connsiteY59" fmla="*/ 1601150 h 1601150"/>
              <a:gd name="connsiteX60" fmla="*/ 1928576 w 2378576"/>
              <a:gd name="connsiteY60" fmla="*/ 1561967 h 1601150"/>
              <a:gd name="connsiteX61" fmla="*/ 1960718 w 2378576"/>
              <a:gd name="connsiteY61" fmla="*/ 1448255 h 1601150"/>
              <a:gd name="connsiteX62" fmla="*/ 1992861 w 2378576"/>
              <a:gd name="connsiteY62" fmla="*/ 1271139 h 1601150"/>
              <a:gd name="connsiteX63" fmla="*/ 2025004 w 2378576"/>
              <a:gd name="connsiteY63" fmla="*/ 1047967 h 1601150"/>
              <a:gd name="connsiteX64" fmla="*/ 2057147 w 2378576"/>
              <a:gd name="connsiteY64" fmla="*/ 800575 h 1601150"/>
              <a:gd name="connsiteX65" fmla="*/ 2089290 w 2378576"/>
              <a:gd name="connsiteY65" fmla="*/ 553182 h 1601150"/>
              <a:gd name="connsiteX66" fmla="*/ 2121433 w 2378576"/>
              <a:gd name="connsiteY66" fmla="*/ 330011 h 1601150"/>
              <a:gd name="connsiteX67" fmla="*/ 2153576 w 2378576"/>
              <a:gd name="connsiteY67" fmla="*/ 152895 h 1601150"/>
              <a:gd name="connsiteX68" fmla="*/ 2185719 w 2378576"/>
              <a:gd name="connsiteY68" fmla="*/ 39183 h 1601150"/>
              <a:gd name="connsiteX69" fmla="*/ 2217862 w 2378576"/>
              <a:gd name="connsiteY69" fmla="*/ 0 h 1601150"/>
              <a:gd name="connsiteX70" fmla="*/ 2250005 w 2378576"/>
              <a:gd name="connsiteY70" fmla="*/ 39183 h 1601150"/>
              <a:gd name="connsiteX71" fmla="*/ 2282148 w 2378576"/>
              <a:gd name="connsiteY71" fmla="*/ 152895 h 1601150"/>
              <a:gd name="connsiteX72" fmla="*/ 2314291 w 2378576"/>
              <a:gd name="connsiteY72" fmla="*/ 330011 h 1601150"/>
              <a:gd name="connsiteX73" fmla="*/ 2346434 w 2378576"/>
              <a:gd name="connsiteY73" fmla="*/ 553182 h 1601150"/>
              <a:gd name="connsiteX74" fmla="*/ 2378576 w 2378576"/>
              <a:gd name="connsiteY74" fmla="*/ 800575 h 1601150"/>
              <a:gd name="connsiteX0" fmla="*/ 0 w 2346433"/>
              <a:gd name="connsiteY0" fmla="*/ 1448255 h 1601150"/>
              <a:gd name="connsiteX1" fmla="*/ 32143 w 2346433"/>
              <a:gd name="connsiteY1" fmla="*/ 1271139 h 1601150"/>
              <a:gd name="connsiteX2" fmla="*/ 64286 w 2346433"/>
              <a:gd name="connsiteY2" fmla="*/ 1047967 h 1601150"/>
              <a:gd name="connsiteX3" fmla="*/ 96429 w 2346433"/>
              <a:gd name="connsiteY3" fmla="*/ 800575 h 1601150"/>
              <a:gd name="connsiteX4" fmla="*/ 128571 w 2346433"/>
              <a:gd name="connsiteY4" fmla="*/ 553182 h 1601150"/>
              <a:gd name="connsiteX5" fmla="*/ 160715 w 2346433"/>
              <a:gd name="connsiteY5" fmla="*/ 330011 h 1601150"/>
              <a:gd name="connsiteX6" fmla="*/ 192858 w 2346433"/>
              <a:gd name="connsiteY6" fmla="*/ 152895 h 1601150"/>
              <a:gd name="connsiteX7" fmla="*/ 225000 w 2346433"/>
              <a:gd name="connsiteY7" fmla="*/ 39183 h 1601150"/>
              <a:gd name="connsiteX8" fmla="*/ 257143 w 2346433"/>
              <a:gd name="connsiteY8" fmla="*/ 0 h 1601150"/>
              <a:gd name="connsiteX9" fmla="*/ 289286 w 2346433"/>
              <a:gd name="connsiteY9" fmla="*/ 39183 h 1601150"/>
              <a:gd name="connsiteX10" fmla="*/ 321429 w 2346433"/>
              <a:gd name="connsiteY10" fmla="*/ 152895 h 1601150"/>
              <a:gd name="connsiteX11" fmla="*/ 353572 w 2346433"/>
              <a:gd name="connsiteY11" fmla="*/ 330011 h 1601150"/>
              <a:gd name="connsiteX12" fmla="*/ 385715 w 2346433"/>
              <a:gd name="connsiteY12" fmla="*/ 553182 h 1601150"/>
              <a:gd name="connsiteX13" fmla="*/ 417858 w 2346433"/>
              <a:gd name="connsiteY13" fmla="*/ 800575 h 1601150"/>
              <a:gd name="connsiteX14" fmla="*/ 450001 w 2346433"/>
              <a:gd name="connsiteY14" fmla="*/ 1047967 h 1601150"/>
              <a:gd name="connsiteX15" fmla="*/ 482144 w 2346433"/>
              <a:gd name="connsiteY15" fmla="*/ 1271139 h 1601150"/>
              <a:gd name="connsiteX16" fmla="*/ 514287 w 2346433"/>
              <a:gd name="connsiteY16" fmla="*/ 1448255 h 1601150"/>
              <a:gd name="connsiteX17" fmla="*/ 546430 w 2346433"/>
              <a:gd name="connsiteY17" fmla="*/ 1561967 h 1601150"/>
              <a:gd name="connsiteX18" fmla="*/ 578573 w 2346433"/>
              <a:gd name="connsiteY18" fmla="*/ 1601150 h 1601150"/>
              <a:gd name="connsiteX19" fmla="*/ 610716 w 2346433"/>
              <a:gd name="connsiteY19" fmla="*/ 1561967 h 1601150"/>
              <a:gd name="connsiteX20" fmla="*/ 642858 w 2346433"/>
              <a:gd name="connsiteY20" fmla="*/ 1448255 h 1601150"/>
              <a:gd name="connsiteX21" fmla="*/ 675002 w 2346433"/>
              <a:gd name="connsiteY21" fmla="*/ 1271139 h 1601150"/>
              <a:gd name="connsiteX22" fmla="*/ 707144 w 2346433"/>
              <a:gd name="connsiteY22" fmla="*/ 1047967 h 1601150"/>
              <a:gd name="connsiteX23" fmla="*/ 739287 w 2346433"/>
              <a:gd name="connsiteY23" fmla="*/ 800575 h 1601150"/>
              <a:gd name="connsiteX24" fmla="*/ 771430 w 2346433"/>
              <a:gd name="connsiteY24" fmla="*/ 553182 h 1601150"/>
              <a:gd name="connsiteX25" fmla="*/ 803573 w 2346433"/>
              <a:gd name="connsiteY25" fmla="*/ 330011 h 1601150"/>
              <a:gd name="connsiteX26" fmla="*/ 835716 w 2346433"/>
              <a:gd name="connsiteY26" fmla="*/ 152895 h 1601150"/>
              <a:gd name="connsiteX27" fmla="*/ 867859 w 2346433"/>
              <a:gd name="connsiteY27" fmla="*/ 39183 h 1601150"/>
              <a:gd name="connsiteX28" fmla="*/ 900002 w 2346433"/>
              <a:gd name="connsiteY28" fmla="*/ 0 h 1601150"/>
              <a:gd name="connsiteX29" fmla="*/ 932145 w 2346433"/>
              <a:gd name="connsiteY29" fmla="*/ 39183 h 1601150"/>
              <a:gd name="connsiteX30" fmla="*/ 964288 w 2346433"/>
              <a:gd name="connsiteY30" fmla="*/ 152895 h 1601150"/>
              <a:gd name="connsiteX31" fmla="*/ 996431 w 2346433"/>
              <a:gd name="connsiteY31" fmla="*/ 330011 h 1601150"/>
              <a:gd name="connsiteX32" fmla="*/ 1028573 w 2346433"/>
              <a:gd name="connsiteY32" fmla="*/ 553182 h 1601150"/>
              <a:gd name="connsiteX33" fmla="*/ 1060716 w 2346433"/>
              <a:gd name="connsiteY33" fmla="*/ 800575 h 1601150"/>
              <a:gd name="connsiteX34" fmla="*/ 1092860 w 2346433"/>
              <a:gd name="connsiteY34" fmla="*/ 1047967 h 1601150"/>
              <a:gd name="connsiteX35" fmla="*/ 1125002 w 2346433"/>
              <a:gd name="connsiteY35" fmla="*/ 1271139 h 1601150"/>
              <a:gd name="connsiteX36" fmla="*/ 1157145 w 2346433"/>
              <a:gd name="connsiteY36" fmla="*/ 1448255 h 1601150"/>
              <a:gd name="connsiteX37" fmla="*/ 1189288 w 2346433"/>
              <a:gd name="connsiteY37" fmla="*/ 1561967 h 1601150"/>
              <a:gd name="connsiteX38" fmla="*/ 1221431 w 2346433"/>
              <a:gd name="connsiteY38" fmla="*/ 1601150 h 1601150"/>
              <a:gd name="connsiteX39" fmla="*/ 1253574 w 2346433"/>
              <a:gd name="connsiteY39" fmla="*/ 1561967 h 1601150"/>
              <a:gd name="connsiteX40" fmla="*/ 1285717 w 2346433"/>
              <a:gd name="connsiteY40" fmla="*/ 1448255 h 1601150"/>
              <a:gd name="connsiteX41" fmla="*/ 1317860 w 2346433"/>
              <a:gd name="connsiteY41" fmla="*/ 1271139 h 1601150"/>
              <a:gd name="connsiteX42" fmla="*/ 1350003 w 2346433"/>
              <a:gd name="connsiteY42" fmla="*/ 1047967 h 1601150"/>
              <a:gd name="connsiteX43" fmla="*/ 1382146 w 2346433"/>
              <a:gd name="connsiteY43" fmla="*/ 800575 h 1601150"/>
              <a:gd name="connsiteX44" fmla="*/ 1414289 w 2346433"/>
              <a:gd name="connsiteY44" fmla="*/ 553182 h 1601150"/>
              <a:gd name="connsiteX45" fmla="*/ 1446432 w 2346433"/>
              <a:gd name="connsiteY45" fmla="*/ 330011 h 1601150"/>
              <a:gd name="connsiteX46" fmla="*/ 1478575 w 2346433"/>
              <a:gd name="connsiteY46" fmla="*/ 152895 h 1601150"/>
              <a:gd name="connsiteX47" fmla="*/ 1510718 w 2346433"/>
              <a:gd name="connsiteY47" fmla="*/ 39183 h 1601150"/>
              <a:gd name="connsiteX48" fmla="*/ 1542860 w 2346433"/>
              <a:gd name="connsiteY48" fmla="*/ 0 h 1601150"/>
              <a:gd name="connsiteX49" fmla="*/ 1575003 w 2346433"/>
              <a:gd name="connsiteY49" fmla="*/ 39183 h 1601150"/>
              <a:gd name="connsiteX50" fmla="*/ 1607146 w 2346433"/>
              <a:gd name="connsiteY50" fmla="*/ 152895 h 1601150"/>
              <a:gd name="connsiteX51" fmla="*/ 1639289 w 2346433"/>
              <a:gd name="connsiteY51" fmla="*/ 330011 h 1601150"/>
              <a:gd name="connsiteX52" fmla="*/ 1671432 w 2346433"/>
              <a:gd name="connsiteY52" fmla="*/ 553182 h 1601150"/>
              <a:gd name="connsiteX53" fmla="*/ 1703575 w 2346433"/>
              <a:gd name="connsiteY53" fmla="*/ 800575 h 1601150"/>
              <a:gd name="connsiteX54" fmla="*/ 1735718 w 2346433"/>
              <a:gd name="connsiteY54" fmla="*/ 1047967 h 1601150"/>
              <a:gd name="connsiteX55" fmla="*/ 1767861 w 2346433"/>
              <a:gd name="connsiteY55" fmla="*/ 1271139 h 1601150"/>
              <a:gd name="connsiteX56" fmla="*/ 1800004 w 2346433"/>
              <a:gd name="connsiteY56" fmla="*/ 1448255 h 1601150"/>
              <a:gd name="connsiteX57" fmla="*/ 1832147 w 2346433"/>
              <a:gd name="connsiteY57" fmla="*/ 1561967 h 1601150"/>
              <a:gd name="connsiteX58" fmla="*/ 1864289 w 2346433"/>
              <a:gd name="connsiteY58" fmla="*/ 1601150 h 1601150"/>
              <a:gd name="connsiteX59" fmla="*/ 1896433 w 2346433"/>
              <a:gd name="connsiteY59" fmla="*/ 1561967 h 1601150"/>
              <a:gd name="connsiteX60" fmla="*/ 1928575 w 2346433"/>
              <a:gd name="connsiteY60" fmla="*/ 1448255 h 1601150"/>
              <a:gd name="connsiteX61" fmla="*/ 1960718 w 2346433"/>
              <a:gd name="connsiteY61" fmla="*/ 1271139 h 1601150"/>
              <a:gd name="connsiteX62" fmla="*/ 1992861 w 2346433"/>
              <a:gd name="connsiteY62" fmla="*/ 1047967 h 1601150"/>
              <a:gd name="connsiteX63" fmla="*/ 2025004 w 2346433"/>
              <a:gd name="connsiteY63" fmla="*/ 800575 h 1601150"/>
              <a:gd name="connsiteX64" fmla="*/ 2057147 w 2346433"/>
              <a:gd name="connsiteY64" fmla="*/ 553182 h 1601150"/>
              <a:gd name="connsiteX65" fmla="*/ 2089290 w 2346433"/>
              <a:gd name="connsiteY65" fmla="*/ 330011 h 1601150"/>
              <a:gd name="connsiteX66" fmla="*/ 2121433 w 2346433"/>
              <a:gd name="connsiteY66" fmla="*/ 152895 h 1601150"/>
              <a:gd name="connsiteX67" fmla="*/ 2153576 w 2346433"/>
              <a:gd name="connsiteY67" fmla="*/ 39183 h 1601150"/>
              <a:gd name="connsiteX68" fmla="*/ 2185719 w 2346433"/>
              <a:gd name="connsiteY68" fmla="*/ 0 h 1601150"/>
              <a:gd name="connsiteX69" fmla="*/ 2217862 w 2346433"/>
              <a:gd name="connsiteY69" fmla="*/ 39183 h 1601150"/>
              <a:gd name="connsiteX70" fmla="*/ 2250005 w 2346433"/>
              <a:gd name="connsiteY70" fmla="*/ 152895 h 1601150"/>
              <a:gd name="connsiteX71" fmla="*/ 2282148 w 2346433"/>
              <a:gd name="connsiteY71" fmla="*/ 330011 h 1601150"/>
              <a:gd name="connsiteX72" fmla="*/ 2314291 w 2346433"/>
              <a:gd name="connsiteY72" fmla="*/ 553182 h 1601150"/>
              <a:gd name="connsiteX73" fmla="*/ 2346433 w 2346433"/>
              <a:gd name="connsiteY73" fmla="*/ 800575 h 1601150"/>
              <a:gd name="connsiteX0" fmla="*/ 0 w 2314290"/>
              <a:gd name="connsiteY0" fmla="*/ 1271139 h 1601150"/>
              <a:gd name="connsiteX1" fmla="*/ 32143 w 2314290"/>
              <a:gd name="connsiteY1" fmla="*/ 1047967 h 1601150"/>
              <a:gd name="connsiteX2" fmla="*/ 64286 w 2314290"/>
              <a:gd name="connsiteY2" fmla="*/ 800575 h 1601150"/>
              <a:gd name="connsiteX3" fmla="*/ 96428 w 2314290"/>
              <a:gd name="connsiteY3" fmla="*/ 553182 h 1601150"/>
              <a:gd name="connsiteX4" fmla="*/ 128572 w 2314290"/>
              <a:gd name="connsiteY4" fmla="*/ 330011 h 1601150"/>
              <a:gd name="connsiteX5" fmla="*/ 160715 w 2314290"/>
              <a:gd name="connsiteY5" fmla="*/ 152895 h 1601150"/>
              <a:gd name="connsiteX6" fmla="*/ 192857 w 2314290"/>
              <a:gd name="connsiteY6" fmla="*/ 39183 h 1601150"/>
              <a:gd name="connsiteX7" fmla="*/ 225000 w 2314290"/>
              <a:gd name="connsiteY7" fmla="*/ 0 h 1601150"/>
              <a:gd name="connsiteX8" fmla="*/ 257143 w 2314290"/>
              <a:gd name="connsiteY8" fmla="*/ 39183 h 1601150"/>
              <a:gd name="connsiteX9" fmla="*/ 289286 w 2314290"/>
              <a:gd name="connsiteY9" fmla="*/ 152895 h 1601150"/>
              <a:gd name="connsiteX10" fmla="*/ 321429 w 2314290"/>
              <a:gd name="connsiteY10" fmla="*/ 330011 h 1601150"/>
              <a:gd name="connsiteX11" fmla="*/ 353572 w 2314290"/>
              <a:gd name="connsiteY11" fmla="*/ 553182 h 1601150"/>
              <a:gd name="connsiteX12" fmla="*/ 385715 w 2314290"/>
              <a:gd name="connsiteY12" fmla="*/ 800575 h 1601150"/>
              <a:gd name="connsiteX13" fmla="*/ 417858 w 2314290"/>
              <a:gd name="connsiteY13" fmla="*/ 1047967 h 1601150"/>
              <a:gd name="connsiteX14" fmla="*/ 450001 w 2314290"/>
              <a:gd name="connsiteY14" fmla="*/ 1271139 h 1601150"/>
              <a:gd name="connsiteX15" fmla="*/ 482144 w 2314290"/>
              <a:gd name="connsiteY15" fmla="*/ 1448255 h 1601150"/>
              <a:gd name="connsiteX16" fmla="*/ 514287 w 2314290"/>
              <a:gd name="connsiteY16" fmla="*/ 1561967 h 1601150"/>
              <a:gd name="connsiteX17" fmla="*/ 546430 w 2314290"/>
              <a:gd name="connsiteY17" fmla="*/ 1601150 h 1601150"/>
              <a:gd name="connsiteX18" fmla="*/ 578573 w 2314290"/>
              <a:gd name="connsiteY18" fmla="*/ 1561967 h 1601150"/>
              <a:gd name="connsiteX19" fmla="*/ 610715 w 2314290"/>
              <a:gd name="connsiteY19" fmla="*/ 1448255 h 1601150"/>
              <a:gd name="connsiteX20" fmla="*/ 642859 w 2314290"/>
              <a:gd name="connsiteY20" fmla="*/ 1271139 h 1601150"/>
              <a:gd name="connsiteX21" fmla="*/ 675001 w 2314290"/>
              <a:gd name="connsiteY21" fmla="*/ 1047967 h 1601150"/>
              <a:gd name="connsiteX22" fmla="*/ 707144 w 2314290"/>
              <a:gd name="connsiteY22" fmla="*/ 800575 h 1601150"/>
              <a:gd name="connsiteX23" fmla="*/ 739287 w 2314290"/>
              <a:gd name="connsiteY23" fmla="*/ 553182 h 1601150"/>
              <a:gd name="connsiteX24" fmla="*/ 771430 w 2314290"/>
              <a:gd name="connsiteY24" fmla="*/ 330011 h 1601150"/>
              <a:gd name="connsiteX25" fmla="*/ 803573 w 2314290"/>
              <a:gd name="connsiteY25" fmla="*/ 152895 h 1601150"/>
              <a:gd name="connsiteX26" fmla="*/ 835716 w 2314290"/>
              <a:gd name="connsiteY26" fmla="*/ 39183 h 1601150"/>
              <a:gd name="connsiteX27" fmla="*/ 867859 w 2314290"/>
              <a:gd name="connsiteY27" fmla="*/ 0 h 1601150"/>
              <a:gd name="connsiteX28" fmla="*/ 900002 w 2314290"/>
              <a:gd name="connsiteY28" fmla="*/ 39183 h 1601150"/>
              <a:gd name="connsiteX29" fmla="*/ 932145 w 2314290"/>
              <a:gd name="connsiteY29" fmla="*/ 152895 h 1601150"/>
              <a:gd name="connsiteX30" fmla="*/ 964288 w 2314290"/>
              <a:gd name="connsiteY30" fmla="*/ 330011 h 1601150"/>
              <a:gd name="connsiteX31" fmla="*/ 996430 w 2314290"/>
              <a:gd name="connsiteY31" fmla="*/ 553182 h 1601150"/>
              <a:gd name="connsiteX32" fmla="*/ 1028573 w 2314290"/>
              <a:gd name="connsiteY32" fmla="*/ 800575 h 1601150"/>
              <a:gd name="connsiteX33" fmla="*/ 1060717 w 2314290"/>
              <a:gd name="connsiteY33" fmla="*/ 1047967 h 1601150"/>
              <a:gd name="connsiteX34" fmla="*/ 1092859 w 2314290"/>
              <a:gd name="connsiteY34" fmla="*/ 1271139 h 1601150"/>
              <a:gd name="connsiteX35" fmla="*/ 1125002 w 2314290"/>
              <a:gd name="connsiteY35" fmla="*/ 1448255 h 1601150"/>
              <a:gd name="connsiteX36" fmla="*/ 1157145 w 2314290"/>
              <a:gd name="connsiteY36" fmla="*/ 1561967 h 1601150"/>
              <a:gd name="connsiteX37" fmla="*/ 1189288 w 2314290"/>
              <a:gd name="connsiteY37" fmla="*/ 1601150 h 1601150"/>
              <a:gd name="connsiteX38" fmla="*/ 1221431 w 2314290"/>
              <a:gd name="connsiteY38" fmla="*/ 1561967 h 1601150"/>
              <a:gd name="connsiteX39" fmla="*/ 1253574 w 2314290"/>
              <a:gd name="connsiteY39" fmla="*/ 1448255 h 1601150"/>
              <a:gd name="connsiteX40" fmla="*/ 1285717 w 2314290"/>
              <a:gd name="connsiteY40" fmla="*/ 1271139 h 1601150"/>
              <a:gd name="connsiteX41" fmla="*/ 1317860 w 2314290"/>
              <a:gd name="connsiteY41" fmla="*/ 1047967 h 1601150"/>
              <a:gd name="connsiteX42" fmla="*/ 1350003 w 2314290"/>
              <a:gd name="connsiteY42" fmla="*/ 800575 h 1601150"/>
              <a:gd name="connsiteX43" fmla="*/ 1382146 w 2314290"/>
              <a:gd name="connsiteY43" fmla="*/ 553182 h 1601150"/>
              <a:gd name="connsiteX44" fmla="*/ 1414289 w 2314290"/>
              <a:gd name="connsiteY44" fmla="*/ 330011 h 1601150"/>
              <a:gd name="connsiteX45" fmla="*/ 1446432 w 2314290"/>
              <a:gd name="connsiteY45" fmla="*/ 152895 h 1601150"/>
              <a:gd name="connsiteX46" fmla="*/ 1478575 w 2314290"/>
              <a:gd name="connsiteY46" fmla="*/ 39183 h 1601150"/>
              <a:gd name="connsiteX47" fmla="*/ 1510717 w 2314290"/>
              <a:gd name="connsiteY47" fmla="*/ 0 h 1601150"/>
              <a:gd name="connsiteX48" fmla="*/ 1542860 w 2314290"/>
              <a:gd name="connsiteY48" fmla="*/ 39183 h 1601150"/>
              <a:gd name="connsiteX49" fmla="*/ 1575003 w 2314290"/>
              <a:gd name="connsiteY49" fmla="*/ 152895 h 1601150"/>
              <a:gd name="connsiteX50" fmla="*/ 1607146 w 2314290"/>
              <a:gd name="connsiteY50" fmla="*/ 330011 h 1601150"/>
              <a:gd name="connsiteX51" fmla="*/ 1639289 w 2314290"/>
              <a:gd name="connsiteY51" fmla="*/ 553182 h 1601150"/>
              <a:gd name="connsiteX52" fmla="*/ 1671432 w 2314290"/>
              <a:gd name="connsiteY52" fmla="*/ 800575 h 1601150"/>
              <a:gd name="connsiteX53" fmla="*/ 1703575 w 2314290"/>
              <a:gd name="connsiteY53" fmla="*/ 1047967 h 1601150"/>
              <a:gd name="connsiteX54" fmla="*/ 1735718 w 2314290"/>
              <a:gd name="connsiteY54" fmla="*/ 1271139 h 1601150"/>
              <a:gd name="connsiteX55" fmla="*/ 1767861 w 2314290"/>
              <a:gd name="connsiteY55" fmla="*/ 1448255 h 1601150"/>
              <a:gd name="connsiteX56" fmla="*/ 1800004 w 2314290"/>
              <a:gd name="connsiteY56" fmla="*/ 1561967 h 1601150"/>
              <a:gd name="connsiteX57" fmla="*/ 1832146 w 2314290"/>
              <a:gd name="connsiteY57" fmla="*/ 1601150 h 1601150"/>
              <a:gd name="connsiteX58" fmla="*/ 1864290 w 2314290"/>
              <a:gd name="connsiteY58" fmla="*/ 1561967 h 1601150"/>
              <a:gd name="connsiteX59" fmla="*/ 1896432 w 2314290"/>
              <a:gd name="connsiteY59" fmla="*/ 1448255 h 1601150"/>
              <a:gd name="connsiteX60" fmla="*/ 1928575 w 2314290"/>
              <a:gd name="connsiteY60" fmla="*/ 1271139 h 1601150"/>
              <a:gd name="connsiteX61" fmla="*/ 1960718 w 2314290"/>
              <a:gd name="connsiteY61" fmla="*/ 1047967 h 1601150"/>
              <a:gd name="connsiteX62" fmla="*/ 1992861 w 2314290"/>
              <a:gd name="connsiteY62" fmla="*/ 800575 h 1601150"/>
              <a:gd name="connsiteX63" fmla="*/ 2025004 w 2314290"/>
              <a:gd name="connsiteY63" fmla="*/ 553182 h 1601150"/>
              <a:gd name="connsiteX64" fmla="*/ 2057147 w 2314290"/>
              <a:gd name="connsiteY64" fmla="*/ 330011 h 1601150"/>
              <a:gd name="connsiteX65" fmla="*/ 2089290 w 2314290"/>
              <a:gd name="connsiteY65" fmla="*/ 152895 h 1601150"/>
              <a:gd name="connsiteX66" fmla="*/ 2121433 w 2314290"/>
              <a:gd name="connsiteY66" fmla="*/ 39183 h 1601150"/>
              <a:gd name="connsiteX67" fmla="*/ 2153576 w 2314290"/>
              <a:gd name="connsiteY67" fmla="*/ 0 h 1601150"/>
              <a:gd name="connsiteX68" fmla="*/ 2185719 w 2314290"/>
              <a:gd name="connsiteY68" fmla="*/ 39183 h 1601150"/>
              <a:gd name="connsiteX69" fmla="*/ 2217862 w 2314290"/>
              <a:gd name="connsiteY69" fmla="*/ 152895 h 1601150"/>
              <a:gd name="connsiteX70" fmla="*/ 2250005 w 2314290"/>
              <a:gd name="connsiteY70" fmla="*/ 330011 h 1601150"/>
              <a:gd name="connsiteX71" fmla="*/ 2282148 w 2314290"/>
              <a:gd name="connsiteY71" fmla="*/ 553182 h 1601150"/>
              <a:gd name="connsiteX72" fmla="*/ 2314290 w 2314290"/>
              <a:gd name="connsiteY72" fmla="*/ 800575 h 1601150"/>
              <a:gd name="connsiteX0" fmla="*/ 0 w 2282147"/>
              <a:gd name="connsiteY0" fmla="*/ 1047967 h 1601150"/>
              <a:gd name="connsiteX1" fmla="*/ 32143 w 2282147"/>
              <a:gd name="connsiteY1" fmla="*/ 800575 h 1601150"/>
              <a:gd name="connsiteX2" fmla="*/ 64285 w 2282147"/>
              <a:gd name="connsiteY2" fmla="*/ 553182 h 1601150"/>
              <a:gd name="connsiteX3" fmla="*/ 96429 w 2282147"/>
              <a:gd name="connsiteY3" fmla="*/ 330011 h 1601150"/>
              <a:gd name="connsiteX4" fmla="*/ 128572 w 2282147"/>
              <a:gd name="connsiteY4" fmla="*/ 152895 h 1601150"/>
              <a:gd name="connsiteX5" fmla="*/ 160714 w 2282147"/>
              <a:gd name="connsiteY5" fmla="*/ 39183 h 1601150"/>
              <a:gd name="connsiteX6" fmla="*/ 192857 w 2282147"/>
              <a:gd name="connsiteY6" fmla="*/ 0 h 1601150"/>
              <a:gd name="connsiteX7" fmla="*/ 225000 w 2282147"/>
              <a:gd name="connsiteY7" fmla="*/ 39183 h 1601150"/>
              <a:gd name="connsiteX8" fmla="*/ 257143 w 2282147"/>
              <a:gd name="connsiteY8" fmla="*/ 152895 h 1601150"/>
              <a:gd name="connsiteX9" fmla="*/ 289286 w 2282147"/>
              <a:gd name="connsiteY9" fmla="*/ 330011 h 1601150"/>
              <a:gd name="connsiteX10" fmla="*/ 321429 w 2282147"/>
              <a:gd name="connsiteY10" fmla="*/ 553182 h 1601150"/>
              <a:gd name="connsiteX11" fmla="*/ 353572 w 2282147"/>
              <a:gd name="connsiteY11" fmla="*/ 800575 h 1601150"/>
              <a:gd name="connsiteX12" fmla="*/ 385715 w 2282147"/>
              <a:gd name="connsiteY12" fmla="*/ 1047967 h 1601150"/>
              <a:gd name="connsiteX13" fmla="*/ 417858 w 2282147"/>
              <a:gd name="connsiteY13" fmla="*/ 1271139 h 1601150"/>
              <a:gd name="connsiteX14" fmla="*/ 450001 w 2282147"/>
              <a:gd name="connsiteY14" fmla="*/ 1448255 h 1601150"/>
              <a:gd name="connsiteX15" fmla="*/ 482144 w 2282147"/>
              <a:gd name="connsiteY15" fmla="*/ 1561967 h 1601150"/>
              <a:gd name="connsiteX16" fmla="*/ 514287 w 2282147"/>
              <a:gd name="connsiteY16" fmla="*/ 1601150 h 1601150"/>
              <a:gd name="connsiteX17" fmla="*/ 546430 w 2282147"/>
              <a:gd name="connsiteY17" fmla="*/ 1561967 h 1601150"/>
              <a:gd name="connsiteX18" fmla="*/ 578572 w 2282147"/>
              <a:gd name="connsiteY18" fmla="*/ 1448255 h 1601150"/>
              <a:gd name="connsiteX19" fmla="*/ 610716 w 2282147"/>
              <a:gd name="connsiteY19" fmla="*/ 1271139 h 1601150"/>
              <a:gd name="connsiteX20" fmla="*/ 642858 w 2282147"/>
              <a:gd name="connsiteY20" fmla="*/ 1047967 h 1601150"/>
              <a:gd name="connsiteX21" fmla="*/ 675001 w 2282147"/>
              <a:gd name="connsiteY21" fmla="*/ 800575 h 1601150"/>
              <a:gd name="connsiteX22" fmla="*/ 707144 w 2282147"/>
              <a:gd name="connsiteY22" fmla="*/ 553182 h 1601150"/>
              <a:gd name="connsiteX23" fmla="*/ 739287 w 2282147"/>
              <a:gd name="connsiteY23" fmla="*/ 330011 h 1601150"/>
              <a:gd name="connsiteX24" fmla="*/ 771430 w 2282147"/>
              <a:gd name="connsiteY24" fmla="*/ 152895 h 1601150"/>
              <a:gd name="connsiteX25" fmla="*/ 803573 w 2282147"/>
              <a:gd name="connsiteY25" fmla="*/ 39183 h 1601150"/>
              <a:gd name="connsiteX26" fmla="*/ 835716 w 2282147"/>
              <a:gd name="connsiteY26" fmla="*/ 0 h 1601150"/>
              <a:gd name="connsiteX27" fmla="*/ 867859 w 2282147"/>
              <a:gd name="connsiteY27" fmla="*/ 39183 h 1601150"/>
              <a:gd name="connsiteX28" fmla="*/ 900002 w 2282147"/>
              <a:gd name="connsiteY28" fmla="*/ 152895 h 1601150"/>
              <a:gd name="connsiteX29" fmla="*/ 932145 w 2282147"/>
              <a:gd name="connsiteY29" fmla="*/ 330011 h 1601150"/>
              <a:gd name="connsiteX30" fmla="*/ 964287 w 2282147"/>
              <a:gd name="connsiteY30" fmla="*/ 553182 h 1601150"/>
              <a:gd name="connsiteX31" fmla="*/ 996430 w 2282147"/>
              <a:gd name="connsiteY31" fmla="*/ 800575 h 1601150"/>
              <a:gd name="connsiteX32" fmla="*/ 1028574 w 2282147"/>
              <a:gd name="connsiteY32" fmla="*/ 1047967 h 1601150"/>
              <a:gd name="connsiteX33" fmla="*/ 1060716 w 2282147"/>
              <a:gd name="connsiteY33" fmla="*/ 1271139 h 1601150"/>
              <a:gd name="connsiteX34" fmla="*/ 1092859 w 2282147"/>
              <a:gd name="connsiteY34" fmla="*/ 1448255 h 1601150"/>
              <a:gd name="connsiteX35" fmla="*/ 1125002 w 2282147"/>
              <a:gd name="connsiteY35" fmla="*/ 1561967 h 1601150"/>
              <a:gd name="connsiteX36" fmla="*/ 1157145 w 2282147"/>
              <a:gd name="connsiteY36" fmla="*/ 1601150 h 1601150"/>
              <a:gd name="connsiteX37" fmla="*/ 1189288 w 2282147"/>
              <a:gd name="connsiteY37" fmla="*/ 1561967 h 1601150"/>
              <a:gd name="connsiteX38" fmla="*/ 1221431 w 2282147"/>
              <a:gd name="connsiteY38" fmla="*/ 1448255 h 1601150"/>
              <a:gd name="connsiteX39" fmla="*/ 1253574 w 2282147"/>
              <a:gd name="connsiteY39" fmla="*/ 1271139 h 1601150"/>
              <a:gd name="connsiteX40" fmla="*/ 1285717 w 2282147"/>
              <a:gd name="connsiteY40" fmla="*/ 1047967 h 1601150"/>
              <a:gd name="connsiteX41" fmla="*/ 1317860 w 2282147"/>
              <a:gd name="connsiteY41" fmla="*/ 800575 h 1601150"/>
              <a:gd name="connsiteX42" fmla="*/ 1350003 w 2282147"/>
              <a:gd name="connsiteY42" fmla="*/ 553182 h 1601150"/>
              <a:gd name="connsiteX43" fmla="*/ 1382146 w 2282147"/>
              <a:gd name="connsiteY43" fmla="*/ 330011 h 1601150"/>
              <a:gd name="connsiteX44" fmla="*/ 1414289 w 2282147"/>
              <a:gd name="connsiteY44" fmla="*/ 152895 h 1601150"/>
              <a:gd name="connsiteX45" fmla="*/ 1446432 w 2282147"/>
              <a:gd name="connsiteY45" fmla="*/ 39183 h 1601150"/>
              <a:gd name="connsiteX46" fmla="*/ 1478574 w 2282147"/>
              <a:gd name="connsiteY46" fmla="*/ 0 h 1601150"/>
              <a:gd name="connsiteX47" fmla="*/ 1510717 w 2282147"/>
              <a:gd name="connsiteY47" fmla="*/ 39183 h 1601150"/>
              <a:gd name="connsiteX48" fmla="*/ 1542860 w 2282147"/>
              <a:gd name="connsiteY48" fmla="*/ 152895 h 1601150"/>
              <a:gd name="connsiteX49" fmla="*/ 1575003 w 2282147"/>
              <a:gd name="connsiteY49" fmla="*/ 330011 h 1601150"/>
              <a:gd name="connsiteX50" fmla="*/ 1607146 w 2282147"/>
              <a:gd name="connsiteY50" fmla="*/ 553182 h 1601150"/>
              <a:gd name="connsiteX51" fmla="*/ 1639289 w 2282147"/>
              <a:gd name="connsiteY51" fmla="*/ 800575 h 1601150"/>
              <a:gd name="connsiteX52" fmla="*/ 1671432 w 2282147"/>
              <a:gd name="connsiteY52" fmla="*/ 1047967 h 1601150"/>
              <a:gd name="connsiteX53" fmla="*/ 1703575 w 2282147"/>
              <a:gd name="connsiteY53" fmla="*/ 1271139 h 1601150"/>
              <a:gd name="connsiteX54" fmla="*/ 1735718 w 2282147"/>
              <a:gd name="connsiteY54" fmla="*/ 1448255 h 1601150"/>
              <a:gd name="connsiteX55" fmla="*/ 1767861 w 2282147"/>
              <a:gd name="connsiteY55" fmla="*/ 1561967 h 1601150"/>
              <a:gd name="connsiteX56" fmla="*/ 1800003 w 2282147"/>
              <a:gd name="connsiteY56" fmla="*/ 1601150 h 1601150"/>
              <a:gd name="connsiteX57" fmla="*/ 1832147 w 2282147"/>
              <a:gd name="connsiteY57" fmla="*/ 1561967 h 1601150"/>
              <a:gd name="connsiteX58" fmla="*/ 1864289 w 2282147"/>
              <a:gd name="connsiteY58" fmla="*/ 1448255 h 1601150"/>
              <a:gd name="connsiteX59" fmla="*/ 1896432 w 2282147"/>
              <a:gd name="connsiteY59" fmla="*/ 1271139 h 1601150"/>
              <a:gd name="connsiteX60" fmla="*/ 1928575 w 2282147"/>
              <a:gd name="connsiteY60" fmla="*/ 1047967 h 1601150"/>
              <a:gd name="connsiteX61" fmla="*/ 1960718 w 2282147"/>
              <a:gd name="connsiteY61" fmla="*/ 800575 h 1601150"/>
              <a:gd name="connsiteX62" fmla="*/ 1992861 w 2282147"/>
              <a:gd name="connsiteY62" fmla="*/ 553182 h 1601150"/>
              <a:gd name="connsiteX63" fmla="*/ 2025004 w 2282147"/>
              <a:gd name="connsiteY63" fmla="*/ 330011 h 1601150"/>
              <a:gd name="connsiteX64" fmla="*/ 2057147 w 2282147"/>
              <a:gd name="connsiteY64" fmla="*/ 152895 h 1601150"/>
              <a:gd name="connsiteX65" fmla="*/ 2089290 w 2282147"/>
              <a:gd name="connsiteY65" fmla="*/ 39183 h 1601150"/>
              <a:gd name="connsiteX66" fmla="*/ 2121433 w 2282147"/>
              <a:gd name="connsiteY66" fmla="*/ 0 h 1601150"/>
              <a:gd name="connsiteX67" fmla="*/ 2153576 w 2282147"/>
              <a:gd name="connsiteY67" fmla="*/ 39183 h 1601150"/>
              <a:gd name="connsiteX68" fmla="*/ 2185719 w 2282147"/>
              <a:gd name="connsiteY68" fmla="*/ 152895 h 1601150"/>
              <a:gd name="connsiteX69" fmla="*/ 2217862 w 2282147"/>
              <a:gd name="connsiteY69" fmla="*/ 330011 h 1601150"/>
              <a:gd name="connsiteX70" fmla="*/ 2250005 w 2282147"/>
              <a:gd name="connsiteY70" fmla="*/ 553182 h 1601150"/>
              <a:gd name="connsiteX71" fmla="*/ 2282147 w 2282147"/>
              <a:gd name="connsiteY71" fmla="*/ 800575 h 1601150"/>
              <a:gd name="connsiteX0" fmla="*/ 0 w 2250004"/>
              <a:gd name="connsiteY0" fmla="*/ 800575 h 1601150"/>
              <a:gd name="connsiteX1" fmla="*/ 32142 w 2250004"/>
              <a:gd name="connsiteY1" fmla="*/ 553182 h 1601150"/>
              <a:gd name="connsiteX2" fmla="*/ 64286 w 2250004"/>
              <a:gd name="connsiteY2" fmla="*/ 330011 h 1601150"/>
              <a:gd name="connsiteX3" fmla="*/ 96429 w 2250004"/>
              <a:gd name="connsiteY3" fmla="*/ 152895 h 1601150"/>
              <a:gd name="connsiteX4" fmla="*/ 128571 w 2250004"/>
              <a:gd name="connsiteY4" fmla="*/ 39183 h 1601150"/>
              <a:gd name="connsiteX5" fmla="*/ 160714 w 2250004"/>
              <a:gd name="connsiteY5" fmla="*/ 0 h 1601150"/>
              <a:gd name="connsiteX6" fmla="*/ 192857 w 2250004"/>
              <a:gd name="connsiteY6" fmla="*/ 39183 h 1601150"/>
              <a:gd name="connsiteX7" fmla="*/ 225000 w 2250004"/>
              <a:gd name="connsiteY7" fmla="*/ 152895 h 1601150"/>
              <a:gd name="connsiteX8" fmla="*/ 257143 w 2250004"/>
              <a:gd name="connsiteY8" fmla="*/ 330011 h 1601150"/>
              <a:gd name="connsiteX9" fmla="*/ 289286 w 2250004"/>
              <a:gd name="connsiteY9" fmla="*/ 553182 h 1601150"/>
              <a:gd name="connsiteX10" fmla="*/ 321429 w 2250004"/>
              <a:gd name="connsiteY10" fmla="*/ 800575 h 1601150"/>
              <a:gd name="connsiteX11" fmla="*/ 353572 w 2250004"/>
              <a:gd name="connsiteY11" fmla="*/ 1047967 h 1601150"/>
              <a:gd name="connsiteX12" fmla="*/ 385715 w 2250004"/>
              <a:gd name="connsiteY12" fmla="*/ 1271139 h 1601150"/>
              <a:gd name="connsiteX13" fmla="*/ 417858 w 2250004"/>
              <a:gd name="connsiteY13" fmla="*/ 1448255 h 1601150"/>
              <a:gd name="connsiteX14" fmla="*/ 450001 w 2250004"/>
              <a:gd name="connsiteY14" fmla="*/ 1561967 h 1601150"/>
              <a:gd name="connsiteX15" fmla="*/ 482144 w 2250004"/>
              <a:gd name="connsiteY15" fmla="*/ 1601150 h 1601150"/>
              <a:gd name="connsiteX16" fmla="*/ 514287 w 2250004"/>
              <a:gd name="connsiteY16" fmla="*/ 1561967 h 1601150"/>
              <a:gd name="connsiteX17" fmla="*/ 546429 w 2250004"/>
              <a:gd name="connsiteY17" fmla="*/ 1448255 h 1601150"/>
              <a:gd name="connsiteX18" fmla="*/ 578573 w 2250004"/>
              <a:gd name="connsiteY18" fmla="*/ 1271139 h 1601150"/>
              <a:gd name="connsiteX19" fmla="*/ 610715 w 2250004"/>
              <a:gd name="connsiteY19" fmla="*/ 1047967 h 1601150"/>
              <a:gd name="connsiteX20" fmla="*/ 642858 w 2250004"/>
              <a:gd name="connsiteY20" fmla="*/ 800575 h 1601150"/>
              <a:gd name="connsiteX21" fmla="*/ 675001 w 2250004"/>
              <a:gd name="connsiteY21" fmla="*/ 553182 h 1601150"/>
              <a:gd name="connsiteX22" fmla="*/ 707144 w 2250004"/>
              <a:gd name="connsiteY22" fmla="*/ 330011 h 1601150"/>
              <a:gd name="connsiteX23" fmla="*/ 739287 w 2250004"/>
              <a:gd name="connsiteY23" fmla="*/ 152895 h 1601150"/>
              <a:gd name="connsiteX24" fmla="*/ 771430 w 2250004"/>
              <a:gd name="connsiteY24" fmla="*/ 39183 h 1601150"/>
              <a:gd name="connsiteX25" fmla="*/ 803573 w 2250004"/>
              <a:gd name="connsiteY25" fmla="*/ 0 h 1601150"/>
              <a:gd name="connsiteX26" fmla="*/ 835716 w 2250004"/>
              <a:gd name="connsiteY26" fmla="*/ 39183 h 1601150"/>
              <a:gd name="connsiteX27" fmla="*/ 867859 w 2250004"/>
              <a:gd name="connsiteY27" fmla="*/ 152895 h 1601150"/>
              <a:gd name="connsiteX28" fmla="*/ 900002 w 2250004"/>
              <a:gd name="connsiteY28" fmla="*/ 330011 h 1601150"/>
              <a:gd name="connsiteX29" fmla="*/ 932144 w 2250004"/>
              <a:gd name="connsiteY29" fmla="*/ 553182 h 1601150"/>
              <a:gd name="connsiteX30" fmla="*/ 964287 w 2250004"/>
              <a:gd name="connsiteY30" fmla="*/ 800575 h 1601150"/>
              <a:gd name="connsiteX31" fmla="*/ 996431 w 2250004"/>
              <a:gd name="connsiteY31" fmla="*/ 1047967 h 1601150"/>
              <a:gd name="connsiteX32" fmla="*/ 1028573 w 2250004"/>
              <a:gd name="connsiteY32" fmla="*/ 1271139 h 1601150"/>
              <a:gd name="connsiteX33" fmla="*/ 1060716 w 2250004"/>
              <a:gd name="connsiteY33" fmla="*/ 1448255 h 1601150"/>
              <a:gd name="connsiteX34" fmla="*/ 1092859 w 2250004"/>
              <a:gd name="connsiteY34" fmla="*/ 1561967 h 1601150"/>
              <a:gd name="connsiteX35" fmla="*/ 1125002 w 2250004"/>
              <a:gd name="connsiteY35" fmla="*/ 1601150 h 1601150"/>
              <a:gd name="connsiteX36" fmla="*/ 1157145 w 2250004"/>
              <a:gd name="connsiteY36" fmla="*/ 1561967 h 1601150"/>
              <a:gd name="connsiteX37" fmla="*/ 1189288 w 2250004"/>
              <a:gd name="connsiteY37" fmla="*/ 1448255 h 1601150"/>
              <a:gd name="connsiteX38" fmla="*/ 1221431 w 2250004"/>
              <a:gd name="connsiteY38" fmla="*/ 1271139 h 1601150"/>
              <a:gd name="connsiteX39" fmla="*/ 1253574 w 2250004"/>
              <a:gd name="connsiteY39" fmla="*/ 1047967 h 1601150"/>
              <a:gd name="connsiteX40" fmla="*/ 1285717 w 2250004"/>
              <a:gd name="connsiteY40" fmla="*/ 800575 h 1601150"/>
              <a:gd name="connsiteX41" fmla="*/ 1317860 w 2250004"/>
              <a:gd name="connsiteY41" fmla="*/ 553182 h 1601150"/>
              <a:gd name="connsiteX42" fmla="*/ 1350003 w 2250004"/>
              <a:gd name="connsiteY42" fmla="*/ 330011 h 1601150"/>
              <a:gd name="connsiteX43" fmla="*/ 1382146 w 2250004"/>
              <a:gd name="connsiteY43" fmla="*/ 152895 h 1601150"/>
              <a:gd name="connsiteX44" fmla="*/ 1414289 w 2250004"/>
              <a:gd name="connsiteY44" fmla="*/ 39183 h 1601150"/>
              <a:gd name="connsiteX45" fmla="*/ 1446431 w 2250004"/>
              <a:gd name="connsiteY45" fmla="*/ 0 h 1601150"/>
              <a:gd name="connsiteX46" fmla="*/ 1478574 w 2250004"/>
              <a:gd name="connsiteY46" fmla="*/ 39183 h 1601150"/>
              <a:gd name="connsiteX47" fmla="*/ 1510717 w 2250004"/>
              <a:gd name="connsiteY47" fmla="*/ 152895 h 1601150"/>
              <a:gd name="connsiteX48" fmla="*/ 1542860 w 2250004"/>
              <a:gd name="connsiteY48" fmla="*/ 330011 h 1601150"/>
              <a:gd name="connsiteX49" fmla="*/ 1575003 w 2250004"/>
              <a:gd name="connsiteY49" fmla="*/ 553182 h 1601150"/>
              <a:gd name="connsiteX50" fmla="*/ 1607146 w 2250004"/>
              <a:gd name="connsiteY50" fmla="*/ 800575 h 1601150"/>
              <a:gd name="connsiteX51" fmla="*/ 1639289 w 2250004"/>
              <a:gd name="connsiteY51" fmla="*/ 1047967 h 1601150"/>
              <a:gd name="connsiteX52" fmla="*/ 1671432 w 2250004"/>
              <a:gd name="connsiteY52" fmla="*/ 1271139 h 1601150"/>
              <a:gd name="connsiteX53" fmla="*/ 1703575 w 2250004"/>
              <a:gd name="connsiteY53" fmla="*/ 1448255 h 1601150"/>
              <a:gd name="connsiteX54" fmla="*/ 1735718 w 2250004"/>
              <a:gd name="connsiteY54" fmla="*/ 1561967 h 1601150"/>
              <a:gd name="connsiteX55" fmla="*/ 1767860 w 2250004"/>
              <a:gd name="connsiteY55" fmla="*/ 1601150 h 1601150"/>
              <a:gd name="connsiteX56" fmla="*/ 1800004 w 2250004"/>
              <a:gd name="connsiteY56" fmla="*/ 1561967 h 1601150"/>
              <a:gd name="connsiteX57" fmla="*/ 1832146 w 2250004"/>
              <a:gd name="connsiteY57" fmla="*/ 1448255 h 1601150"/>
              <a:gd name="connsiteX58" fmla="*/ 1864289 w 2250004"/>
              <a:gd name="connsiteY58" fmla="*/ 1271139 h 1601150"/>
              <a:gd name="connsiteX59" fmla="*/ 1896432 w 2250004"/>
              <a:gd name="connsiteY59" fmla="*/ 1047967 h 1601150"/>
              <a:gd name="connsiteX60" fmla="*/ 1928575 w 2250004"/>
              <a:gd name="connsiteY60" fmla="*/ 800575 h 1601150"/>
              <a:gd name="connsiteX61" fmla="*/ 1960718 w 2250004"/>
              <a:gd name="connsiteY61" fmla="*/ 553182 h 1601150"/>
              <a:gd name="connsiteX62" fmla="*/ 1992861 w 2250004"/>
              <a:gd name="connsiteY62" fmla="*/ 330011 h 1601150"/>
              <a:gd name="connsiteX63" fmla="*/ 2025004 w 2250004"/>
              <a:gd name="connsiteY63" fmla="*/ 152895 h 1601150"/>
              <a:gd name="connsiteX64" fmla="*/ 2057147 w 2250004"/>
              <a:gd name="connsiteY64" fmla="*/ 39183 h 1601150"/>
              <a:gd name="connsiteX65" fmla="*/ 2089290 w 2250004"/>
              <a:gd name="connsiteY65" fmla="*/ 0 h 1601150"/>
              <a:gd name="connsiteX66" fmla="*/ 2121433 w 2250004"/>
              <a:gd name="connsiteY66" fmla="*/ 39183 h 1601150"/>
              <a:gd name="connsiteX67" fmla="*/ 2153576 w 2250004"/>
              <a:gd name="connsiteY67" fmla="*/ 152895 h 1601150"/>
              <a:gd name="connsiteX68" fmla="*/ 2185719 w 2250004"/>
              <a:gd name="connsiteY68" fmla="*/ 330011 h 1601150"/>
              <a:gd name="connsiteX69" fmla="*/ 2217862 w 2250004"/>
              <a:gd name="connsiteY69" fmla="*/ 553182 h 1601150"/>
              <a:gd name="connsiteX70" fmla="*/ 2250004 w 2250004"/>
              <a:gd name="connsiteY70" fmla="*/ 800575 h 1601150"/>
              <a:gd name="connsiteX0" fmla="*/ 0 w 2217862"/>
              <a:gd name="connsiteY0" fmla="*/ 553182 h 1601150"/>
              <a:gd name="connsiteX1" fmla="*/ 32144 w 2217862"/>
              <a:gd name="connsiteY1" fmla="*/ 330011 h 1601150"/>
              <a:gd name="connsiteX2" fmla="*/ 64287 w 2217862"/>
              <a:gd name="connsiteY2" fmla="*/ 152895 h 1601150"/>
              <a:gd name="connsiteX3" fmla="*/ 96429 w 2217862"/>
              <a:gd name="connsiteY3" fmla="*/ 39183 h 1601150"/>
              <a:gd name="connsiteX4" fmla="*/ 128572 w 2217862"/>
              <a:gd name="connsiteY4" fmla="*/ 0 h 1601150"/>
              <a:gd name="connsiteX5" fmla="*/ 160715 w 2217862"/>
              <a:gd name="connsiteY5" fmla="*/ 39183 h 1601150"/>
              <a:gd name="connsiteX6" fmla="*/ 192858 w 2217862"/>
              <a:gd name="connsiteY6" fmla="*/ 152895 h 1601150"/>
              <a:gd name="connsiteX7" fmla="*/ 225001 w 2217862"/>
              <a:gd name="connsiteY7" fmla="*/ 330011 h 1601150"/>
              <a:gd name="connsiteX8" fmla="*/ 257144 w 2217862"/>
              <a:gd name="connsiteY8" fmla="*/ 553182 h 1601150"/>
              <a:gd name="connsiteX9" fmla="*/ 289287 w 2217862"/>
              <a:gd name="connsiteY9" fmla="*/ 800575 h 1601150"/>
              <a:gd name="connsiteX10" fmla="*/ 321430 w 2217862"/>
              <a:gd name="connsiteY10" fmla="*/ 1047967 h 1601150"/>
              <a:gd name="connsiteX11" fmla="*/ 353573 w 2217862"/>
              <a:gd name="connsiteY11" fmla="*/ 1271139 h 1601150"/>
              <a:gd name="connsiteX12" fmla="*/ 385716 w 2217862"/>
              <a:gd name="connsiteY12" fmla="*/ 1448255 h 1601150"/>
              <a:gd name="connsiteX13" fmla="*/ 417859 w 2217862"/>
              <a:gd name="connsiteY13" fmla="*/ 1561967 h 1601150"/>
              <a:gd name="connsiteX14" fmla="*/ 450002 w 2217862"/>
              <a:gd name="connsiteY14" fmla="*/ 1601150 h 1601150"/>
              <a:gd name="connsiteX15" fmla="*/ 482145 w 2217862"/>
              <a:gd name="connsiteY15" fmla="*/ 1561967 h 1601150"/>
              <a:gd name="connsiteX16" fmla="*/ 514287 w 2217862"/>
              <a:gd name="connsiteY16" fmla="*/ 1448255 h 1601150"/>
              <a:gd name="connsiteX17" fmla="*/ 546431 w 2217862"/>
              <a:gd name="connsiteY17" fmla="*/ 1271139 h 1601150"/>
              <a:gd name="connsiteX18" fmla="*/ 578573 w 2217862"/>
              <a:gd name="connsiteY18" fmla="*/ 1047967 h 1601150"/>
              <a:gd name="connsiteX19" fmla="*/ 610716 w 2217862"/>
              <a:gd name="connsiteY19" fmla="*/ 800575 h 1601150"/>
              <a:gd name="connsiteX20" fmla="*/ 642859 w 2217862"/>
              <a:gd name="connsiteY20" fmla="*/ 553182 h 1601150"/>
              <a:gd name="connsiteX21" fmla="*/ 675002 w 2217862"/>
              <a:gd name="connsiteY21" fmla="*/ 330011 h 1601150"/>
              <a:gd name="connsiteX22" fmla="*/ 707145 w 2217862"/>
              <a:gd name="connsiteY22" fmla="*/ 152895 h 1601150"/>
              <a:gd name="connsiteX23" fmla="*/ 739288 w 2217862"/>
              <a:gd name="connsiteY23" fmla="*/ 39183 h 1601150"/>
              <a:gd name="connsiteX24" fmla="*/ 771431 w 2217862"/>
              <a:gd name="connsiteY24" fmla="*/ 0 h 1601150"/>
              <a:gd name="connsiteX25" fmla="*/ 803574 w 2217862"/>
              <a:gd name="connsiteY25" fmla="*/ 39183 h 1601150"/>
              <a:gd name="connsiteX26" fmla="*/ 835717 w 2217862"/>
              <a:gd name="connsiteY26" fmla="*/ 152895 h 1601150"/>
              <a:gd name="connsiteX27" fmla="*/ 867860 w 2217862"/>
              <a:gd name="connsiteY27" fmla="*/ 330011 h 1601150"/>
              <a:gd name="connsiteX28" fmla="*/ 900002 w 2217862"/>
              <a:gd name="connsiteY28" fmla="*/ 553182 h 1601150"/>
              <a:gd name="connsiteX29" fmla="*/ 932145 w 2217862"/>
              <a:gd name="connsiteY29" fmla="*/ 800575 h 1601150"/>
              <a:gd name="connsiteX30" fmla="*/ 964289 w 2217862"/>
              <a:gd name="connsiteY30" fmla="*/ 1047967 h 1601150"/>
              <a:gd name="connsiteX31" fmla="*/ 996431 w 2217862"/>
              <a:gd name="connsiteY31" fmla="*/ 1271139 h 1601150"/>
              <a:gd name="connsiteX32" fmla="*/ 1028574 w 2217862"/>
              <a:gd name="connsiteY32" fmla="*/ 1448255 h 1601150"/>
              <a:gd name="connsiteX33" fmla="*/ 1060717 w 2217862"/>
              <a:gd name="connsiteY33" fmla="*/ 1561967 h 1601150"/>
              <a:gd name="connsiteX34" fmla="*/ 1092860 w 2217862"/>
              <a:gd name="connsiteY34" fmla="*/ 1601150 h 1601150"/>
              <a:gd name="connsiteX35" fmla="*/ 1125003 w 2217862"/>
              <a:gd name="connsiteY35" fmla="*/ 1561967 h 1601150"/>
              <a:gd name="connsiteX36" fmla="*/ 1157146 w 2217862"/>
              <a:gd name="connsiteY36" fmla="*/ 1448255 h 1601150"/>
              <a:gd name="connsiteX37" fmla="*/ 1189289 w 2217862"/>
              <a:gd name="connsiteY37" fmla="*/ 1271139 h 1601150"/>
              <a:gd name="connsiteX38" fmla="*/ 1221432 w 2217862"/>
              <a:gd name="connsiteY38" fmla="*/ 1047967 h 1601150"/>
              <a:gd name="connsiteX39" fmla="*/ 1253575 w 2217862"/>
              <a:gd name="connsiteY39" fmla="*/ 800575 h 1601150"/>
              <a:gd name="connsiteX40" fmla="*/ 1285718 w 2217862"/>
              <a:gd name="connsiteY40" fmla="*/ 553182 h 1601150"/>
              <a:gd name="connsiteX41" fmla="*/ 1317861 w 2217862"/>
              <a:gd name="connsiteY41" fmla="*/ 330011 h 1601150"/>
              <a:gd name="connsiteX42" fmla="*/ 1350004 w 2217862"/>
              <a:gd name="connsiteY42" fmla="*/ 152895 h 1601150"/>
              <a:gd name="connsiteX43" fmla="*/ 1382147 w 2217862"/>
              <a:gd name="connsiteY43" fmla="*/ 39183 h 1601150"/>
              <a:gd name="connsiteX44" fmla="*/ 1414289 w 2217862"/>
              <a:gd name="connsiteY44" fmla="*/ 0 h 1601150"/>
              <a:gd name="connsiteX45" fmla="*/ 1446432 w 2217862"/>
              <a:gd name="connsiteY45" fmla="*/ 39183 h 1601150"/>
              <a:gd name="connsiteX46" fmla="*/ 1478575 w 2217862"/>
              <a:gd name="connsiteY46" fmla="*/ 152895 h 1601150"/>
              <a:gd name="connsiteX47" fmla="*/ 1510718 w 2217862"/>
              <a:gd name="connsiteY47" fmla="*/ 330011 h 1601150"/>
              <a:gd name="connsiteX48" fmla="*/ 1542861 w 2217862"/>
              <a:gd name="connsiteY48" fmla="*/ 553182 h 1601150"/>
              <a:gd name="connsiteX49" fmla="*/ 1575004 w 2217862"/>
              <a:gd name="connsiteY49" fmla="*/ 800575 h 1601150"/>
              <a:gd name="connsiteX50" fmla="*/ 1607147 w 2217862"/>
              <a:gd name="connsiteY50" fmla="*/ 1047967 h 1601150"/>
              <a:gd name="connsiteX51" fmla="*/ 1639290 w 2217862"/>
              <a:gd name="connsiteY51" fmla="*/ 1271139 h 1601150"/>
              <a:gd name="connsiteX52" fmla="*/ 1671433 w 2217862"/>
              <a:gd name="connsiteY52" fmla="*/ 1448255 h 1601150"/>
              <a:gd name="connsiteX53" fmla="*/ 1703576 w 2217862"/>
              <a:gd name="connsiteY53" fmla="*/ 1561967 h 1601150"/>
              <a:gd name="connsiteX54" fmla="*/ 1735718 w 2217862"/>
              <a:gd name="connsiteY54" fmla="*/ 1601150 h 1601150"/>
              <a:gd name="connsiteX55" fmla="*/ 1767862 w 2217862"/>
              <a:gd name="connsiteY55" fmla="*/ 1561967 h 1601150"/>
              <a:gd name="connsiteX56" fmla="*/ 1800004 w 2217862"/>
              <a:gd name="connsiteY56" fmla="*/ 1448255 h 1601150"/>
              <a:gd name="connsiteX57" fmla="*/ 1832147 w 2217862"/>
              <a:gd name="connsiteY57" fmla="*/ 1271139 h 1601150"/>
              <a:gd name="connsiteX58" fmla="*/ 1864290 w 2217862"/>
              <a:gd name="connsiteY58" fmla="*/ 1047967 h 1601150"/>
              <a:gd name="connsiteX59" fmla="*/ 1896433 w 2217862"/>
              <a:gd name="connsiteY59" fmla="*/ 800575 h 1601150"/>
              <a:gd name="connsiteX60" fmla="*/ 1928576 w 2217862"/>
              <a:gd name="connsiteY60" fmla="*/ 553182 h 1601150"/>
              <a:gd name="connsiteX61" fmla="*/ 1960719 w 2217862"/>
              <a:gd name="connsiteY61" fmla="*/ 330011 h 1601150"/>
              <a:gd name="connsiteX62" fmla="*/ 1992862 w 2217862"/>
              <a:gd name="connsiteY62" fmla="*/ 152895 h 1601150"/>
              <a:gd name="connsiteX63" fmla="*/ 2025005 w 2217862"/>
              <a:gd name="connsiteY63" fmla="*/ 39183 h 1601150"/>
              <a:gd name="connsiteX64" fmla="*/ 2057148 w 2217862"/>
              <a:gd name="connsiteY64" fmla="*/ 0 h 1601150"/>
              <a:gd name="connsiteX65" fmla="*/ 2089291 w 2217862"/>
              <a:gd name="connsiteY65" fmla="*/ 39183 h 1601150"/>
              <a:gd name="connsiteX66" fmla="*/ 2121434 w 2217862"/>
              <a:gd name="connsiteY66" fmla="*/ 152895 h 1601150"/>
              <a:gd name="connsiteX67" fmla="*/ 2153577 w 2217862"/>
              <a:gd name="connsiteY67" fmla="*/ 330011 h 1601150"/>
              <a:gd name="connsiteX68" fmla="*/ 2185720 w 2217862"/>
              <a:gd name="connsiteY68" fmla="*/ 553182 h 1601150"/>
              <a:gd name="connsiteX69" fmla="*/ 2217862 w 2217862"/>
              <a:gd name="connsiteY69" fmla="*/ 800575 h 1601150"/>
              <a:gd name="connsiteX0" fmla="*/ 0 w 2185718"/>
              <a:gd name="connsiteY0" fmla="*/ 330011 h 1601150"/>
              <a:gd name="connsiteX1" fmla="*/ 32143 w 2185718"/>
              <a:gd name="connsiteY1" fmla="*/ 152895 h 1601150"/>
              <a:gd name="connsiteX2" fmla="*/ 64285 w 2185718"/>
              <a:gd name="connsiteY2" fmla="*/ 39183 h 1601150"/>
              <a:gd name="connsiteX3" fmla="*/ 96428 w 2185718"/>
              <a:gd name="connsiteY3" fmla="*/ 0 h 1601150"/>
              <a:gd name="connsiteX4" fmla="*/ 128571 w 2185718"/>
              <a:gd name="connsiteY4" fmla="*/ 39183 h 1601150"/>
              <a:gd name="connsiteX5" fmla="*/ 160714 w 2185718"/>
              <a:gd name="connsiteY5" fmla="*/ 152895 h 1601150"/>
              <a:gd name="connsiteX6" fmla="*/ 192857 w 2185718"/>
              <a:gd name="connsiteY6" fmla="*/ 330011 h 1601150"/>
              <a:gd name="connsiteX7" fmla="*/ 225000 w 2185718"/>
              <a:gd name="connsiteY7" fmla="*/ 553182 h 1601150"/>
              <a:gd name="connsiteX8" fmla="*/ 257143 w 2185718"/>
              <a:gd name="connsiteY8" fmla="*/ 800575 h 1601150"/>
              <a:gd name="connsiteX9" fmla="*/ 289286 w 2185718"/>
              <a:gd name="connsiteY9" fmla="*/ 1047967 h 1601150"/>
              <a:gd name="connsiteX10" fmla="*/ 321429 w 2185718"/>
              <a:gd name="connsiteY10" fmla="*/ 1271139 h 1601150"/>
              <a:gd name="connsiteX11" fmla="*/ 353572 w 2185718"/>
              <a:gd name="connsiteY11" fmla="*/ 1448255 h 1601150"/>
              <a:gd name="connsiteX12" fmla="*/ 385715 w 2185718"/>
              <a:gd name="connsiteY12" fmla="*/ 1561967 h 1601150"/>
              <a:gd name="connsiteX13" fmla="*/ 417858 w 2185718"/>
              <a:gd name="connsiteY13" fmla="*/ 1601150 h 1601150"/>
              <a:gd name="connsiteX14" fmla="*/ 450001 w 2185718"/>
              <a:gd name="connsiteY14" fmla="*/ 1561967 h 1601150"/>
              <a:gd name="connsiteX15" fmla="*/ 482143 w 2185718"/>
              <a:gd name="connsiteY15" fmla="*/ 1448255 h 1601150"/>
              <a:gd name="connsiteX16" fmla="*/ 514287 w 2185718"/>
              <a:gd name="connsiteY16" fmla="*/ 1271139 h 1601150"/>
              <a:gd name="connsiteX17" fmla="*/ 546429 w 2185718"/>
              <a:gd name="connsiteY17" fmla="*/ 1047967 h 1601150"/>
              <a:gd name="connsiteX18" fmla="*/ 578572 w 2185718"/>
              <a:gd name="connsiteY18" fmla="*/ 800575 h 1601150"/>
              <a:gd name="connsiteX19" fmla="*/ 610715 w 2185718"/>
              <a:gd name="connsiteY19" fmla="*/ 553182 h 1601150"/>
              <a:gd name="connsiteX20" fmla="*/ 642858 w 2185718"/>
              <a:gd name="connsiteY20" fmla="*/ 330011 h 1601150"/>
              <a:gd name="connsiteX21" fmla="*/ 675001 w 2185718"/>
              <a:gd name="connsiteY21" fmla="*/ 152895 h 1601150"/>
              <a:gd name="connsiteX22" fmla="*/ 707144 w 2185718"/>
              <a:gd name="connsiteY22" fmla="*/ 39183 h 1601150"/>
              <a:gd name="connsiteX23" fmla="*/ 739287 w 2185718"/>
              <a:gd name="connsiteY23" fmla="*/ 0 h 1601150"/>
              <a:gd name="connsiteX24" fmla="*/ 771430 w 2185718"/>
              <a:gd name="connsiteY24" fmla="*/ 39183 h 1601150"/>
              <a:gd name="connsiteX25" fmla="*/ 803573 w 2185718"/>
              <a:gd name="connsiteY25" fmla="*/ 152895 h 1601150"/>
              <a:gd name="connsiteX26" fmla="*/ 835716 w 2185718"/>
              <a:gd name="connsiteY26" fmla="*/ 330011 h 1601150"/>
              <a:gd name="connsiteX27" fmla="*/ 867858 w 2185718"/>
              <a:gd name="connsiteY27" fmla="*/ 553182 h 1601150"/>
              <a:gd name="connsiteX28" fmla="*/ 900001 w 2185718"/>
              <a:gd name="connsiteY28" fmla="*/ 800575 h 1601150"/>
              <a:gd name="connsiteX29" fmla="*/ 932145 w 2185718"/>
              <a:gd name="connsiteY29" fmla="*/ 1047967 h 1601150"/>
              <a:gd name="connsiteX30" fmla="*/ 964287 w 2185718"/>
              <a:gd name="connsiteY30" fmla="*/ 1271139 h 1601150"/>
              <a:gd name="connsiteX31" fmla="*/ 996430 w 2185718"/>
              <a:gd name="connsiteY31" fmla="*/ 1448255 h 1601150"/>
              <a:gd name="connsiteX32" fmla="*/ 1028573 w 2185718"/>
              <a:gd name="connsiteY32" fmla="*/ 1561967 h 1601150"/>
              <a:gd name="connsiteX33" fmla="*/ 1060716 w 2185718"/>
              <a:gd name="connsiteY33" fmla="*/ 1601150 h 1601150"/>
              <a:gd name="connsiteX34" fmla="*/ 1092859 w 2185718"/>
              <a:gd name="connsiteY34" fmla="*/ 1561967 h 1601150"/>
              <a:gd name="connsiteX35" fmla="*/ 1125002 w 2185718"/>
              <a:gd name="connsiteY35" fmla="*/ 1448255 h 1601150"/>
              <a:gd name="connsiteX36" fmla="*/ 1157145 w 2185718"/>
              <a:gd name="connsiteY36" fmla="*/ 1271139 h 1601150"/>
              <a:gd name="connsiteX37" fmla="*/ 1189288 w 2185718"/>
              <a:gd name="connsiteY37" fmla="*/ 1047967 h 1601150"/>
              <a:gd name="connsiteX38" fmla="*/ 1221431 w 2185718"/>
              <a:gd name="connsiteY38" fmla="*/ 800575 h 1601150"/>
              <a:gd name="connsiteX39" fmla="*/ 1253574 w 2185718"/>
              <a:gd name="connsiteY39" fmla="*/ 553182 h 1601150"/>
              <a:gd name="connsiteX40" fmla="*/ 1285717 w 2185718"/>
              <a:gd name="connsiteY40" fmla="*/ 330011 h 1601150"/>
              <a:gd name="connsiteX41" fmla="*/ 1317860 w 2185718"/>
              <a:gd name="connsiteY41" fmla="*/ 152895 h 1601150"/>
              <a:gd name="connsiteX42" fmla="*/ 1350003 w 2185718"/>
              <a:gd name="connsiteY42" fmla="*/ 39183 h 1601150"/>
              <a:gd name="connsiteX43" fmla="*/ 1382145 w 2185718"/>
              <a:gd name="connsiteY43" fmla="*/ 0 h 1601150"/>
              <a:gd name="connsiteX44" fmla="*/ 1414288 w 2185718"/>
              <a:gd name="connsiteY44" fmla="*/ 39183 h 1601150"/>
              <a:gd name="connsiteX45" fmla="*/ 1446431 w 2185718"/>
              <a:gd name="connsiteY45" fmla="*/ 152895 h 1601150"/>
              <a:gd name="connsiteX46" fmla="*/ 1478574 w 2185718"/>
              <a:gd name="connsiteY46" fmla="*/ 330011 h 1601150"/>
              <a:gd name="connsiteX47" fmla="*/ 1510717 w 2185718"/>
              <a:gd name="connsiteY47" fmla="*/ 553182 h 1601150"/>
              <a:gd name="connsiteX48" fmla="*/ 1542860 w 2185718"/>
              <a:gd name="connsiteY48" fmla="*/ 800575 h 1601150"/>
              <a:gd name="connsiteX49" fmla="*/ 1575003 w 2185718"/>
              <a:gd name="connsiteY49" fmla="*/ 1047967 h 1601150"/>
              <a:gd name="connsiteX50" fmla="*/ 1607146 w 2185718"/>
              <a:gd name="connsiteY50" fmla="*/ 1271139 h 1601150"/>
              <a:gd name="connsiteX51" fmla="*/ 1639289 w 2185718"/>
              <a:gd name="connsiteY51" fmla="*/ 1448255 h 1601150"/>
              <a:gd name="connsiteX52" fmla="*/ 1671432 w 2185718"/>
              <a:gd name="connsiteY52" fmla="*/ 1561967 h 1601150"/>
              <a:gd name="connsiteX53" fmla="*/ 1703574 w 2185718"/>
              <a:gd name="connsiteY53" fmla="*/ 1601150 h 1601150"/>
              <a:gd name="connsiteX54" fmla="*/ 1735718 w 2185718"/>
              <a:gd name="connsiteY54" fmla="*/ 1561967 h 1601150"/>
              <a:gd name="connsiteX55" fmla="*/ 1767860 w 2185718"/>
              <a:gd name="connsiteY55" fmla="*/ 1448255 h 1601150"/>
              <a:gd name="connsiteX56" fmla="*/ 1800003 w 2185718"/>
              <a:gd name="connsiteY56" fmla="*/ 1271139 h 1601150"/>
              <a:gd name="connsiteX57" fmla="*/ 1832146 w 2185718"/>
              <a:gd name="connsiteY57" fmla="*/ 1047967 h 1601150"/>
              <a:gd name="connsiteX58" fmla="*/ 1864289 w 2185718"/>
              <a:gd name="connsiteY58" fmla="*/ 800575 h 1601150"/>
              <a:gd name="connsiteX59" fmla="*/ 1896432 w 2185718"/>
              <a:gd name="connsiteY59" fmla="*/ 553182 h 1601150"/>
              <a:gd name="connsiteX60" fmla="*/ 1928575 w 2185718"/>
              <a:gd name="connsiteY60" fmla="*/ 330011 h 1601150"/>
              <a:gd name="connsiteX61" fmla="*/ 1960718 w 2185718"/>
              <a:gd name="connsiteY61" fmla="*/ 152895 h 1601150"/>
              <a:gd name="connsiteX62" fmla="*/ 1992861 w 2185718"/>
              <a:gd name="connsiteY62" fmla="*/ 39183 h 1601150"/>
              <a:gd name="connsiteX63" fmla="*/ 2025004 w 2185718"/>
              <a:gd name="connsiteY63" fmla="*/ 0 h 1601150"/>
              <a:gd name="connsiteX64" fmla="*/ 2057147 w 2185718"/>
              <a:gd name="connsiteY64" fmla="*/ 39183 h 1601150"/>
              <a:gd name="connsiteX65" fmla="*/ 2089290 w 2185718"/>
              <a:gd name="connsiteY65" fmla="*/ 152895 h 1601150"/>
              <a:gd name="connsiteX66" fmla="*/ 2121433 w 2185718"/>
              <a:gd name="connsiteY66" fmla="*/ 330011 h 1601150"/>
              <a:gd name="connsiteX67" fmla="*/ 2153576 w 2185718"/>
              <a:gd name="connsiteY67" fmla="*/ 553182 h 1601150"/>
              <a:gd name="connsiteX68" fmla="*/ 2185718 w 2185718"/>
              <a:gd name="connsiteY68" fmla="*/ 800575 h 1601150"/>
              <a:gd name="connsiteX0" fmla="*/ 0 w 2153575"/>
              <a:gd name="connsiteY0" fmla="*/ 152895 h 1601150"/>
              <a:gd name="connsiteX1" fmla="*/ 32142 w 2153575"/>
              <a:gd name="connsiteY1" fmla="*/ 39183 h 1601150"/>
              <a:gd name="connsiteX2" fmla="*/ 64285 w 2153575"/>
              <a:gd name="connsiteY2" fmla="*/ 0 h 1601150"/>
              <a:gd name="connsiteX3" fmla="*/ 96428 w 2153575"/>
              <a:gd name="connsiteY3" fmla="*/ 39183 h 1601150"/>
              <a:gd name="connsiteX4" fmla="*/ 128571 w 2153575"/>
              <a:gd name="connsiteY4" fmla="*/ 152895 h 1601150"/>
              <a:gd name="connsiteX5" fmla="*/ 160714 w 2153575"/>
              <a:gd name="connsiteY5" fmla="*/ 330011 h 1601150"/>
              <a:gd name="connsiteX6" fmla="*/ 192857 w 2153575"/>
              <a:gd name="connsiteY6" fmla="*/ 553182 h 1601150"/>
              <a:gd name="connsiteX7" fmla="*/ 225000 w 2153575"/>
              <a:gd name="connsiteY7" fmla="*/ 800575 h 1601150"/>
              <a:gd name="connsiteX8" fmla="*/ 257143 w 2153575"/>
              <a:gd name="connsiteY8" fmla="*/ 1047967 h 1601150"/>
              <a:gd name="connsiteX9" fmla="*/ 289286 w 2153575"/>
              <a:gd name="connsiteY9" fmla="*/ 1271139 h 1601150"/>
              <a:gd name="connsiteX10" fmla="*/ 321429 w 2153575"/>
              <a:gd name="connsiteY10" fmla="*/ 1448255 h 1601150"/>
              <a:gd name="connsiteX11" fmla="*/ 353572 w 2153575"/>
              <a:gd name="connsiteY11" fmla="*/ 1561967 h 1601150"/>
              <a:gd name="connsiteX12" fmla="*/ 385715 w 2153575"/>
              <a:gd name="connsiteY12" fmla="*/ 1601150 h 1601150"/>
              <a:gd name="connsiteX13" fmla="*/ 417858 w 2153575"/>
              <a:gd name="connsiteY13" fmla="*/ 1561967 h 1601150"/>
              <a:gd name="connsiteX14" fmla="*/ 450000 w 2153575"/>
              <a:gd name="connsiteY14" fmla="*/ 1448255 h 1601150"/>
              <a:gd name="connsiteX15" fmla="*/ 482144 w 2153575"/>
              <a:gd name="connsiteY15" fmla="*/ 1271139 h 1601150"/>
              <a:gd name="connsiteX16" fmla="*/ 514286 w 2153575"/>
              <a:gd name="connsiteY16" fmla="*/ 1047967 h 1601150"/>
              <a:gd name="connsiteX17" fmla="*/ 546429 w 2153575"/>
              <a:gd name="connsiteY17" fmla="*/ 800575 h 1601150"/>
              <a:gd name="connsiteX18" fmla="*/ 578572 w 2153575"/>
              <a:gd name="connsiteY18" fmla="*/ 553182 h 1601150"/>
              <a:gd name="connsiteX19" fmla="*/ 610715 w 2153575"/>
              <a:gd name="connsiteY19" fmla="*/ 330011 h 1601150"/>
              <a:gd name="connsiteX20" fmla="*/ 642858 w 2153575"/>
              <a:gd name="connsiteY20" fmla="*/ 152895 h 1601150"/>
              <a:gd name="connsiteX21" fmla="*/ 675001 w 2153575"/>
              <a:gd name="connsiteY21" fmla="*/ 39183 h 1601150"/>
              <a:gd name="connsiteX22" fmla="*/ 707144 w 2153575"/>
              <a:gd name="connsiteY22" fmla="*/ 0 h 1601150"/>
              <a:gd name="connsiteX23" fmla="*/ 739287 w 2153575"/>
              <a:gd name="connsiteY23" fmla="*/ 39183 h 1601150"/>
              <a:gd name="connsiteX24" fmla="*/ 771430 w 2153575"/>
              <a:gd name="connsiteY24" fmla="*/ 152895 h 1601150"/>
              <a:gd name="connsiteX25" fmla="*/ 803573 w 2153575"/>
              <a:gd name="connsiteY25" fmla="*/ 330011 h 1601150"/>
              <a:gd name="connsiteX26" fmla="*/ 835715 w 2153575"/>
              <a:gd name="connsiteY26" fmla="*/ 553182 h 1601150"/>
              <a:gd name="connsiteX27" fmla="*/ 867858 w 2153575"/>
              <a:gd name="connsiteY27" fmla="*/ 800575 h 1601150"/>
              <a:gd name="connsiteX28" fmla="*/ 900002 w 2153575"/>
              <a:gd name="connsiteY28" fmla="*/ 1047967 h 1601150"/>
              <a:gd name="connsiteX29" fmla="*/ 932144 w 2153575"/>
              <a:gd name="connsiteY29" fmla="*/ 1271139 h 1601150"/>
              <a:gd name="connsiteX30" fmla="*/ 964287 w 2153575"/>
              <a:gd name="connsiteY30" fmla="*/ 1448255 h 1601150"/>
              <a:gd name="connsiteX31" fmla="*/ 996430 w 2153575"/>
              <a:gd name="connsiteY31" fmla="*/ 1561967 h 1601150"/>
              <a:gd name="connsiteX32" fmla="*/ 1028573 w 2153575"/>
              <a:gd name="connsiteY32" fmla="*/ 1601150 h 1601150"/>
              <a:gd name="connsiteX33" fmla="*/ 1060716 w 2153575"/>
              <a:gd name="connsiteY33" fmla="*/ 1561967 h 1601150"/>
              <a:gd name="connsiteX34" fmla="*/ 1092859 w 2153575"/>
              <a:gd name="connsiteY34" fmla="*/ 1448255 h 1601150"/>
              <a:gd name="connsiteX35" fmla="*/ 1125002 w 2153575"/>
              <a:gd name="connsiteY35" fmla="*/ 1271139 h 1601150"/>
              <a:gd name="connsiteX36" fmla="*/ 1157145 w 2153575"/>
              <a:gd name="connsiteY36" fmla="*/ 1047967 h 1601150"/>
              <a:gd name="connsiteX37" fmla="*/ 1189288 w 2153575"/>
              <a:gd name="connsiteY37" fmla="*/ 800575 h 1601150"/>
              <a:gd name="connsiteX38" fmla="*/ 1221431 w 2153575"/>
              <a:gd name="connsiteY38" fmla="*/ 553182 h 1601150"/>
              <a:gd name="connsiteX39" fmla="*/ 1253574 w 2153575"/>
              <a:gd name="connsiteY39" fmla="*/ 330011 h 1601150"/>
              <a:gd name="connsiteX40" fmla="*/ 1285717 w 2153575"/>
              <a:gd name="connsiteY40" fmla="*/ 152895 h 1601150"/>
              <a:gd name="connsiteX41" fmla="*/ 1317860 w 2153575"/>
              <a:gd name="connsiteY41" fmla="*/ 39183 h 1601150"/>
              <a:gd name="connsiteX42" fmla="*/ 1350002 w 2153575"/>
              <a:gd name="connsiteY42" fmla="*/ 0 h 1601150"/>
              <a:gd name="connsiteX43" fmla="*/ 1382145 w 2153575"/>
              <a:gd name="connsiteY43" fmla="*/ 39183 h 1601150"/>
              <a:gd name="connsiteX44" fmla="*/ 1414288 w 2153575"/>
              <a:gd name="connsiteY44" fmla="*/ 152895 h 1601150"/>
              <a:gd name="connsiteX45" fmla="*/ 1446431 w 2153575"/>
              <a:gd name="connsiteY45" fmla="*/ 330011 h 1601150"/>
              <a:gd name="connsiteX46" fmla="*/ 1478574 w 2153575"/>
              <a:gd name="connsiteY46" fmla="*/ 553182 h 1601150"/>
              <a:gd name="connsiteX47" fmla="*/ 1510717 w 2153575"/>
              <a:gd name="connsiteY47" fmla="*/ 800575 h 1601150"/>
              <a:gd name="connsiteX48" fmla="*/ 1542860 w 2153575"/>
              <a:gd name="connsiteY48" fmla="*/ 1047967 h 1601150"/>
              <a:gd name="connsiteX49" fmla="*/ 1575003 w 2153575"/>
              <a:gd name="connsiteY49" fmla="*/ 1271139 h 1601150"/>
              <a:gd name="connsiteX50" fmla="*/ 1607146 w 2153575"/>
              <a:gd name="connsiteY50" fmla="*/ 1448255 h 1601150"/>
              <a:gd name="connsiteX51" fmla="*/ 1639289 w 2153575"/>
              <a:gd name="connsiteY51" fmla="*/ 1561967 h 1601150"/>
              <a:gd name="connsiteX52" fmla="*/ 1671431 w 2153575"/>
              <a:gd name="connsiteY52" fmla="*/ 1601150 h 1601150"/>
              <a:gd name="connsiteX53" fmla="*/ 1703575 w 2153575"/>
              <a:gd name="connsiteY53" fmla="*/ 1561967 h 1601150"/>
              <a:gd name="connsiteX54" fmla="*/ 1735717 w 2153575"/>
              <a:gd name="connsiteY54" fmla="*/ 1448255 h 1601150"/>
              <a:gd name="connsiteX55" fmla="*/ 1767860 w 2153575"/>
              <a:gd name="connsiteY55" fmla="*/ 1271139 h 1601150"/>
              <a:gd name="connsiteX56" fmla="*/ 1800003 w 2153575"/>
              <a:gd name="connsiteY56" fmla="*/ 1047967 h 1601150"/>
              <a:gd name="connsiteX57" fmla="*/ 1832146 w 2153575"/>
              <a:gd name="connsiteY57" fmla="*/ 800575 h 1601150"/>
              <a:gd name="connsiteX58" fmla="*/ 1864289 w 2153575"/>
              <a:gd name="connsiteY58" fmla="*/ 553182 h 1601150"/>
              <a:gd name="connsiteX59" fmla="*/ 1896432 w 2153575"/>
              <a:gd name="connsiteY59" fmla="*/ 330011 h 1601150"/>
              <a:gd name="connsiteX60" fmla="*/ 1928575 w 2153575"/>
              <a:gd name="connsiteY60" fmla="*/ 152895 h 1601150"/>
              <a:gd name="connsiteX61" fmla="*/ 1960718 w 2153575"/>
              <a:gd name="connsiteY61" fmla="*/ 39183 h 1601150"/>
              <a:gd name="connsiteX62" fmla="*/ 1992861 w 2153575"/>
              <a:gd name="connsiteY62" fmla="*/ 0 h 1601150"/>
              <a:gd name="connsiteX63" fmla="*/ 2025004 w 2153575"/>
              <a:gd name="connsiteY63" fmla="*/ 39183 h 1601150"/>
              <a:gd name="connsiteX64" fmla="*/ 2057147 w 2153575"/>
              <a:gd name="connsiteY64" fmla="*/ 152895 h 1601150"/>
              <a:gd name="connsiteX65" fmla="*/ 2089290 w 2153575"/>
              <a:gd name="connsiteY65" fmla="*/ 330011 h 1601150"/>
              <a:gd name="connsiteX66" fmla="*/ 2121433 w 2153575"/>
              <a:gd name="connsiteY66" fmla="*/ 553182 h 1601150"/>
              <a:gd name="connsiteX67" fmla="*/ 2153575 w 2153575"/>
              <a:gd name="connsiteY67" fmla="*/ 800575 h 1601150"/>
              <a:gd name="connsiteX0" fmla="*/ 0 w 2121433"/>
              <a:gd name="connsiteY0" fmla="*/ 39183 h 1601150"/>
              <a:gd name="connsiteX1" fmla="*/ 32143 w 2121433"/>
              <a:gd name="connsiteY1" fmla="*/ 0 h 1601150"/>
              <a:gd name="connsiteX2" fmla="*/ 64286 w 2121433"/>
              <a:gd name="connsiteY2" fmla="*/ 39183 h 1601150"/>
              <a:gd name="connsiteX3" fmla="*/ 96429 w 2121433"/>
              <a:gd name="connsiteY3" fmla="*/ 152895 h 1601150"/>
              <a:gd name="connsiteX4" fmla="*/ 128572 w 2121433"/>
              <a:gd name="connsiteY4" fmla="*/ 330011 h 1601150"/>
              <a:gd name="connsiteX5" fmla="*/ 160715 w 2121433"/>
              <a:gd name="connsiteY5" fmla="*/ 553182 h 1601150"/>
              <a:gd name="connsiteX6" fmla="*/ 192858 w 2121433"/>
              <a:gd name="connsiteY6" fmla="*/ 800575 h 1601150"/>
              <a:gd name="connsiteX7" fmla="*/ 225001 w 2121433"/>
              <a:gd name="connsiteY7" fmla="*/ 1047967 h 1601150"/>
              <a:gd name="connsiteX8" fmla="*/ 257144 w 2121433"/>
              <a:gd name="connsiteY8" fmla="*/ 1271139 h 1601150"/>
              <a:gd name="connsiteX9" fmla="*/ 289287 w 2121433"/>
              <a:gd name="connsiteY9" fmla="*/ 1448255 h 1601150"/>
              <a:gd name="connsiteX10" fmla="*/ 321430 w 2121433"/>
              <a:gd name="connsiteY10" fmla="*/ 1561967 h 1601150"/>
              <a:gd name="connsiteX11" fmla="*/ 353573 w 2121433"/>
              <a:gd name="connsiteY11" fmla="*/ 1601150 h 1601150"/>
              <a:gd name="connsiteX12" fmla="*/ 385716 w 2121433"/>
              <a:gd name="connsiteY12" fmla="*/ 1561967 h 1601150"/>
              <a:gd name="connsiteX13" fmla="*/ 417858 w 2121433"/>
              <a:gd name="connsiteY13" fmla="*/ 1448255 h 1601150"/>
              <a:gd name="connsiteX14" fmla="*/ 450002 w 2121433"/>
              <a:gd name="connsiteY14" fmla="*/ 1271139 h 1601150"/>
              <a:gd name="connsiteX15" fmla="*/ 482144 w 2121433"/>
              <a:gd name="connsiteY15" fmla="*/ 1047967 h 1601150"/>
              <a:gd name="connsiteX16" fmla="*/ 514287 w 2121433"/>
              <a:gd name="connsiteY16" fmla="*/ 800575 h 1601150"/>
              <a:gd name="connsiteX17" fmla="*/ 546430 w 2121433"/>
              <a:gd name="connsiteY17" fmla="*/ 553182 h 1601150"/>
              <a:gd name="connsiteX18" fmla="*/ 578573 w 2121433"/>
              <a:gd name="connsiteY18" fmla="*/ 330011 h 1601150"/>
              <a:gd name="connsiteX19" fmla="*/ 610716 w 2121433"/>
              <a:gd name="connsiteY19" fmla="*/ 152895 h 1601150"/>
              <a:gd name="connsiteX20" fmla="*/ 642859 w 2121433"/>
              <a:gd name="connsiteY20" fmla="*/ 39183 h 1601150"/>
              <a:gd name="connsiteX21" fmla="*/ 675002 w 2121433"/>
              <a:gd name="connsiteY21" fmla="*/ 0 h 1601150"/>
              <a:gd name="connsiteX22" fmla="*/ 707145 w 2121433"/>
              <a:gd name="connsiteY22" fmla="*/ 39183 h 1601150"/>
              <a:gd name="connsiteX23" fmla="*/ 739288 w 2121433"/>
              <a:gd name="connsiteY23" fmla="*/ 152895 h 1601150"/>
              <a:gd name="connsiteX24" fmla="*/ 771431 w 2121433"/>
              <a:gd name="connsiteY24" fmla="*/ 330011 h 1601150"/>
              <a:gd name="connsiteX25" fmla="*/ 803573 w 2121433"/>
              <a:gd name="connsiteY25" fmla="*/ 553182 h 1601150"/>
              <a:gd name="connsiteX26" fmla="*/ 835716 w 2121433"/>
              <a:gd name="connsiteY26" fmla="*/ 800575 h 1601150"/>
              <a:gd name="connsiteX27" fmla="*/ 867860 w 2121433"/>
              <a:gd name="connsiteY27" fmla="*/ 1047967 h 1601150"/>
              <a:gd name="connsiteX28" fmla="*/ 900002 w 2121433"/>
              <a:gd name="connsiteY28" fmla="*/ 1271139 h 1601150"/>
              <a:gd name="connsiteX29" fmla="*/ 932145 w 2121433"/>
              <a:gd name="connsiteY29" fmla="*/ 1448255 h 1601150"/>
              <a:gd name="connsiteX30" fmla="*/ 964288 w 2121433"/>
              <a:gd name="connsiteY30" fmla="*/ 1561967 h 1601150"/>
              <a:gd name="connsiteX31" fmla="*/ 996431 w 2121433"/>
              <a:gd name="connsiteY31" fmla="*/ 1601150 h 1601150"/>
              <a:gd name="connsiteX32" fmla="*/ 1028574 w 2121433"/>
              <a:gd name="connsiteY32" fmla="*/ 1561967 h 1601150"/>
              <a:gd name="connsiteX33" fmla="*/ 1060717 w 2121433"/>
              <a:gd name="connsiteY33" fmla="*/ 1448255 h 1601150"/>
              <a:gd name="connsiteX34" fmla="*/ 1092860 w 2121433"/>
              <a:gd name="connsiteY34" fmla="*/ 1271139 h 1601150"/>
              <a:gd name="connsiteX35" fmla="*/ 1125003 w 2121433"/>
              <a:gd name="connsiteY35" fmla="*/ 1047967 h 1601150"/>
              <a:gd name="connsiteX36" fmla="*/ 1157146 w 2121433"/>
              <a:gd name="connsiteY36" fmla="*/ 800575 h 1601150"/>
              <a:gd name="connsiteX37" fmla="*/ 1189289 w 2121433"/>
              <a:gd name="connsiteY37" fmla="*/ 553182 h 1601150"/>
              <a:gd name="connsiteX38" fmla="*/ 1221432 w 2121433"/>
              <a:gd name="connsiteY38" fmla="*/ 330011 h 1601150"/>
              <a:gd name="connsiteX39" fmla="*/ 1253575 w 2121433"/>
              <a:gd name="connsiteY39" fmla="*/ 152895 h 1601150"/>
              <a:gd name="connsiteX40" fmla="*/ 1285718 w 2121433"/>
              <a:gd name="connsiteY40" fmla="*/ 39183 h 1601150"/>
              <a:gd name="connsiteX41" fmla="*/ 1317860 w 2121433"/>
              <a:gd name="connsiteY41" fmla="*/ 0 h 1601150"/>
              <a:gd name="connsiteX42" fmla="*/ 1350003 w 2121433"/>
              <a:gd name="connsiteY42" fmla="*/ 39183 h 1601150"/>
              <a:gd name="connsiteX43" fmla="*/ 1382146 w 2121433"/>
              <a:gd name="connsiteY43" fmla="*/ 152895 h 1601150"/>
              <a:gd name="connsiteX44" fmla="*/ 1414289 w 2121433"/>
              <a:gd name="connsiteY44" fmla="*/ 330011 h 1601150"/>
              <a:gd name="connsiteX45" fmla="*/ 1446432 w 2121433"/>
              <a:gd name="connsiteY45" fmla="*/ 553182 h 1601150"/>
              <a:gd name="connsiteX46" fmla="*/ 1478575 w 2121433"/>
              <a:gd name="connsiteY46" fmla="*/ 800575 h 1601150"/>
              <a:gd name="connsiteX47" fmla="*/ 1510718 w 2121433"/>
              <a:gd name="connsiteY47" fmla="*/ 1047967 h 1601150"/>
              <a:gd name="connsiteX48" fmla="*/ 1542861 w 2121433"/>
              <a:gd name="connsiteY48" fmla="*/ 1271139 h 1601150"/>
              <a:gd name="connsiteX49" fmla="*/ 1575004 w 2121433"/>
              <a:gd name="connsiteY49" fmla="*/ 1448255 h 1601150"/>
              <a:gd name="connsiteX50" fmla="*/ 1607147 w 2121433"/>
              <a:gd name="connsiteY50" fmla="*/ 1561967 h 1601150"/>
              <a:gd name="connsiteX51" fmla="*/ 1639289 w 2121433"/>
              <a:gd name="connsiteY51" fmla="*/ 1601150 h 1601150"/>
              <a:gd name="connsiteX52" fmla="*/ 1671433 w 2121433"/>
              <a:gd name="connsiteY52" fmla="*/ 1561967 h 1601150"/>
              <a:gd name="connsiteX53" fmla="*/ 1703575 w 2121433"/>
              <a:gd name="connsiteY53" fmla="*/ 1448255 h 1601150"/>
              <a:gd name="connsiteX54" fmla="*/ 1735718 w 2121433"/>
              <a:gd name="connsiteY54" fmla="*/ 1271139 h 1601150"/>
              <a:gd name="connsiteX55" fmla="*/ 1767861 w 2121433"/>
              <a:gd name="connsiteY55" fmla="*/ 1047967 h 1601150"/>
              <a:gd name="connsiteX56" fmla="*/ 1800004 w 2121433"/>
              <a:gd name="connsiteY56" fmla="*/ 800575 h 1601150"/>
              <a:gd name="connsiteX57" fmla="*/ 1832147 w 2121433"/>
              <a:gd name="connsiteY57" fmla="*/ 553182 h 1601150"/>
              <a:gd name="connsiteX58" fmla="*/ 1864290 w 2121433"/>
              <a:gd name="connsiteY58" fmla="*/ 330011 h 1601150"/>
              <a:gd name="connsiteX59" fmla="*/ 1896433 w 2121433"/>
              <a:gd name="connsiteY59" fmla="*/ 152895 h 1601150"/>
              <a:gd name="connsiteX60" fmla="*/ 1928576 w 2121433"/>
              <a:gd name="connsiteY60" fmla="*/ 39183 h 1601150"/>
              <a:gd name="connsiteX61" fmla="*/ 1960719 w 2121433"/>
              <a:gd name="connsiteY61" fmla="*/ 0 h 1601150"/>
              <a:gd name="connsiteX62" fmla="*/ 1992862 w 2121433"/>
              <a:gd name="connsiteY62" fmla="*/ 39183 h 1601150"/>
              <a:gd name="connsiteX63" fmla="*/ 2025005 w 2121433"/>
              <a:gd name="connsiteY63" fmla="*/ 152895 h 1601150"/>
              <a:gd name="connsiteX64" fmla="*/ 2057148 w 2121433"/>
              <a:gd name="connsiteY64" fmla="*/ 330011 h 1601150"/>
              <a:gd name="connsiteX65" fmla="*/ 2089291 w 2121433"/>
              <a:gd name="connsiteY65" fmla="*/ 553182 h 1601150"/>
              <a:gd name="connsiteX66" fmla="*/ 2121433 w 2121433"/>
              <a:gd name="connsiteY66" fmla="*/ 800575 h 1601150"/>
              <a:gd name="connsiteX0" fmla="*/ 0 w 2089290"/>
              <a:gd name="connsiteY0" fmla="*/ 0 h 1601150"/>
              <a:gd name="connsiteX1" fmla="*/ 32143 w 2089290"/>
              <a:gd name="connsiteY1" fmla="*/ 39183 h 1601150"/>
              <a:gd name="connsiteX2" fmla="*/ 64286 w 2089290"/>
              <a:gd name="connsiteY2" fmla="*/ 152895 h 1601150"/>
              <a:gd name="connsiteX3" fmla="*/ 96429 w 2089290"/>
              <a:gd name="connsiteY3" fmla="*/ 330011 h 1601150"/>
              <a:gd name="connsiteX4" fmla="*/ 128572 w 2089290"/>
              <a:gd name="connsiteY4" fmla="*/ 553182 h 1601150"/>
              <a:gd name="connsiteX5" fmla="*/ 160715 w 2089290"/>
              <a:gd name="connsiteY5" fmla="*/ 800575 h 1601150"/>
              <a:gd name="connsiteX6" fmla="*/ 192858 w 2089290"/>
              <a:gd name="connsiteY6" fmla="*/ 1047967 h 1601150"/>
              <a:gd name="connsiteX7" fmla="*/ 225001 w 2089290"/>
              <a:gd name="connsiteY7" fmla="*/ 1271139 h 1601150"/>
              <a:gd name="connsiteX8" fmla="*/ 257144 w 2089290"/>
              <a:gd name="connsiteY8" fmla="*/ 1448255 h 1601150"/>
              <a:gd name="connsiteX9" fmla="*/ 289287 w 2089290"/>
              <a:gd name="connsiteY9" fmla="*/ 1561967 h 1601150"/>
              <a:gd name="connsiteX10" fmla="*/ 321430 w 2089290"/>
              <a:gd name="connsiteY10" fmla="*/ 1601150 h 1601150"/>
              <a:gd name="connsiteX11" fmla="*/ 353573 w 2089290"/>
              <a:gd name="connsiteY11" fmla="*/ 1561967 h 1601150"/>
              <a:gd name="connsiteX12" fmla="*/ 385715 w 2089290"/>
              <a:gd name="connsiteY12" fmla="*/ 1448255 h 1601150"/>
              <a:gd name="connsiteX13" fmla="*/ 417859 w 2089290"/>
              <a:gd name="connsiteY13" fmla="*/ 1271139 h 1601150"/>
              <a:gd name="connsiteX14" fmla="*/ 450001 w 2089290"/>
              <a:gd name="connsiteY14" fmla="*/ 1047967 h 1601150"/>
              <a:gd name="connsiteX15" fmla="*/ 482144 w 2089290"/>
              <a:gd name="connsiteY15" fmla="*/ 800575 h 1601150"/>
              <a:gd name="connsiteX16" fmla="*/ 514287 w 2089290"/>
              <a:gd name="connsiteY16" fmla="*/ 553182 h 1601150"/>
              <a:gd name="connsiteX17" fmla="*/ 546430 w 2089290"/>
              <a:gd name="connsiteY17" fmla="*/ 330011 h 1601150"/>
              <a:gd name="connsiteX18" fmla="*/ 578573 w 2089290"/>
              <a:gd name="connsiteY18" fmla="*/ 152895 h 1601150"/>
              <a:gd name="connsiteX19" fmla="*/ 610716 w 2089290"/>
              <a:gd name="connsiteY19" fmla="*/ 39183 h 1601150"/>
              <a:gd name="connsiteX20" fmla="*/ 642859 w 2089290"/>
              <a:gd name="connsiteY20" fmla="*/ 0 h 1601150"/>
              <a:gd name="connsiteX21" fmla="*/ 675002 w 2089290"/>
              <a:gd name="connsiteY21" fmla="*/ 39183 h 1601150"/>
              <a:gd name="connsiteX22" fmla="*/ 707145 w 2089290"/>
              <a:gd name="connsiteY22" fmla="*/ 152895 h 1601150"/>
              <a:gd name="connsiteX23" fmla="*/ 739288 w 2089290"/>
              <a:gd name="connsiteY23" fmla="*/ 330011 h 1601150"/>
              <a:gd name="connsiteX24" fmla="*/ 771430 w 2089290"/>
              <a:gd name="connsiteY24" fmla="*/ 553182 h 1601150"/>
              <a:gd name="connsiteX25" fmla="*/ 803573 w 2089290"/>
              <a:gd name="connsiteY25" fmla="*/ 800575 h 1601150"/>
              <a:gd name="connsiteX26" fmla="*/ 835717 w 2089290"/>
              <a:gd name="connsiteY26" fmla="*/ 1047967 h 1601150"/>
              <a:gd name="connsiteX27" fmla="*/ 867859 w 2089290"/>
              <a:gd name="connsiteY27" fmla="*/ 1271139 h 1601150"/>
              <a:gd name="connsiteX28" fmla="*/ 900002 w 2089290"/>
              <a:gd name="connsiteY28" fmla="*/ 1448255 h 1601150"/>
              <a:gd name="connsiteX29" fmla="*/ 932145 w 2089290"/>
              <a:gd name="connsiteY29" fmla="*/ 1561967 h 1601150"/>
              <a:gd name="connsiteX30" fmla="*/ 964288 w 2089290"/>
              <a:gd name="connsiteY30" fmla="*/ 1601150 h 1601150"/>
              <a:gd name="connsiteX31" fmla="*/ 996431 w 2089290"/>
              <a:gd name="connsiteY31" fmla="*/ 1561967 h 1601150"/>
              <a:gd name="connsiteX32" fmla="*/ 1028574 w 2089290"/>
              <a:gd name="connsiteY32" fmla="*/ 1448255 h 1601150"/>
              <a:gd name="connsiteX33" fmla="*/ 1060717 w 2089290"/>
              <a:gd name="connsiteY33" fmla="*/ 1271139 h 1601150"/>
              <a:gd name="connsiteX34" fmla="*/ 1092860 w 2089290"/>
              <a:gd name="connsiteY34" fmla="*/ 1047967 h 1601150"/>
              <a:gd name="connsiteX35" fmla="*/ 1125003 w 2089290"/>
              <a:gd name="connsiteY35" fmla="*/ 800575 h 1601150"/>
              <a:gd name="connsiteX36" fmla="*/ 1157146 w 2089290"/>
              <a:gd name="connsiteY36" fmla="*/ 553182 h 1601150"/>
              <a:gd name="connsiteX37" fmla="*/ 1189289 w 2089290"/>
              <a:gd name="connsiteY37" fmla="*/ 330011 h 1601150"/>
              <a:gd name="connsiteX38" fmla="*/ 1221432 w 2089290"/>
              <a:gd name="connsiteY38" fmla="*/ 152895 h 1601150"/>
              <a:gd name="connsiteX39" fmla="*/ 1253575 w 2089290"/>
              <a:gd name="connsiteY39" fmla="*/ 39183 h 1601150"/>
              <a:gd name="connsiteX40" fmla="*/ 1285717 w 2089290"/>
              <a:gd name="connsiteY40" fmla="*/ 0 h 1601150"/>
              <a:gd name="connsiteX41" fmla="*/ 1317860 w 2089290"/>
              <a:gd name="connsiteY41" fmla="*/ 39183 h 1601150"/>
              <a:gd name="connsiteX42" fmla="*/ 1350003 w 2089290"/>
              <a:gd name="connsiteY42" fmla="*/ 152895 h 1601150"/>
              <a:gd name="connsiteX43" fmla="*/ 1382146 w 2089290"/>
              <a:gd name="connsiteY43" fmla="*/ 330011 h 1601150"/>
              <a:gd name="connsiteX44" fmla="*/ 1414289 w 2089290"/>
              <a:gd name="connsiteY44" fmla="*/ 553182 h 1601150"/>
              <a:gd name="connsiteX45" fmla="*/ 1446432 w 2089290"/>
              <a:gd name="connsiteY45" fmla="*/ 800575 h 1601150"/>
              <a:gd name="connsiteX46" fmla="*/ 1478575 w 2089290"/>
              <a:gd name="connsiteY46" fmla="*/ 1047967 h 1601150"/>
              <a:gd name="connsiteX47" fmla="*/ 1510718 w 2089290"/>
              <a:gd name="connsiteY47" fmla="*/ 1271139 h 1601150"/>
              <a:gd name="connsiteX48" fmla="*/ 1542861 w 2089290"/>
              <a:gd name="connsiteY48" fmla="*/ 1448255 h 1601150"/>
              <a:gd name="connsiteX49" fmla="*/ 1575004 w 2089290"/>
              <a:gd name="connsiteY49" fmla="*/ 1561967 h 1601150"/>
              <a:gd name="connsiteX50" fmla="*/ 1607146 w 2089290"/>
              <a:gd name="connsiteY50" fmla="*/ 1601150 h 1601150"/>
              <a:gd name="connsiteX51" fmla="*/ 1639290 w 2089290"/>
              <a:gd name="connsiteY51" fmla="*/ 1561967 h 1601150"/>
              <a:gd name="connsiteX52" fmla="*/ 1671432 w 2089290"/>
              <a:gd name="connsiteY52" fmla="*/ 1448255 h 1601150"/>
              <a:gd name="connsiteX53" fmla="*/ 1703575 w 2089290"/>
              <a:gd name="connsiteY53" fmla="*/ 1271139 h 1601150"/>
              <a:gd name="connsiteX54" fmla="*/ 1735718 w 2089290"/>
              <a:gd name="connsiteY54" fmla="*/ 1047967 h 1601150"/>
              <a:gd name="connsiteX55" fmla="*/ 1767861 w 2089290"/>
              <a:gd name="connsiteY55" fmla="*/ 800575 h 1601150"/>
              <a:gd name="connsiteX56" fmla="*/ 1800004 w 2089290"/>
              <a:gd name="connsiteY56" fmla="*/ 553182 h 1601150"/>
              <a:gd name="connsiteX57" fmla="*/ 1832147 w 2089290"/>
              <a:gd name="connsiteY57" fmla="*/ 330011 h 1601150"/>
              <a:gd name="connsiteX58" fmla="*/ 1864290 w 2089290"/>
              <a:gd name="connsiteY58" fmla="*/ 152895 h 1601150"/>
              <a:gd name="connsiteX59" fmla="*/ 1896433 w 2089290"/>
              <a:gd name="connsiteY59" fmla="*/ 39183 h 1601150"/>
              <a:gd name="connsiteX60" fmla="*/ 1928576 w 2089290"/>
              <a:gd name="connsiteY60" fmla="*/ 0 h 1601150"/>
              <a:gd name="connsiteX61" fmla="*/ 1960719 w 2089290"/>
              <a:gd name="connsiteY61" fmla="*/ 39183 h 1601150"/>
              <a:gd name="connsiteX62" fmla="*/ 1992862 w 2089290"/>
              <a:gd name="connsiteY62" fmla="*/ 152895 h 1601150"/>
              <a:gd name="connsiteX63" fmla="*/ 2025005 w 2089290"/>
              <a:gd name="connsiteY63" fmla="*/ 330011 h 1601150"/>
              <a:gd name="connsiteX64" fmla="*/ 2057148 w 2089290"/>
              <a:gd name="connsiteY64" fmla="*/ 553182 h 1601150"/>
              <a:gd name="connsiteX65" fmla="*/ 2089290 w 2089290"/>
              <a:gd name="connsiteY65" fmla="*/ 800575 h 1601150"/>
              <a:gd name="connsiteX0" fmla="*/ 0 w 2057147"/>
              <a:gd name="connsiteY0" fmla="*/ 39183 h 1601150"/>
              <a:gd name="connsiteX1" fmla="*/ 32143 w 2057147"/>
              <a:gd name="connsiteY1" fmla="*/ 152895 h 1601150"/>
              <a:gd name="connsiteX2" fmla="*/ 64286 w 2057147"/>
              <a:gd name="connsiteY2" fmla="*/ 330011 h 1601150"/>
              <a:gd name="connsiteX3" fmla="*/ 96429 w 2057147"/>
              <a:gd name="connsiteY3" fmla="*/ 553182 h 1601150"/>
              <a:gd name="connsiteX4" fmla="*/ 128572 w 2057147"/>
              <a:gd name="connsiteY4" fmla="*/ 800575 h 1601150"/>
              <a:gd name="connsiteX5" fmla="*/ 160715 w 2057147"/>
              <a:gd name="connsiteY5" fmla="*/ 1047967 h 1601150"/>
              <a:gd name="connsiteX6" fmla="*/ 192858 w 2057147"/>
              <a:gd name="connsiteY6" fmla="*/ 1271139 h 1601150"/>
              <a:gd name="connsiteX7" fmla="*/ 225001 w 2057147"/>
              <a:gd name="connsiteY7" fmla="*/ 1448255 h 1601150"/>
              <a:gd name="connsiteX8" fmla="*/ 257144 w 2057147"/>
              <a:gd name="connsiteY8" fmla="*/ 1561967 h 1601150"/>
              <a:gd name="connsiteX9" fmla="*/ 289287 w 2057147"/>
              <a:gd name="connsiteY9" fmla="*/ 1601150 h 1601150"/>
              <a:gd name="connsiteX10" fmla="*/ 321430 w 2057147"/>
              <a:gd name="connsiteY10" fmla="*/ 1561967 h 1601150"/>
              <a:gd name="connsiteX11" fmla="*/ 353572 w 2057147"/>
              <a:gd name="connsiteY11" fmla="*/ 1448255 h 1601150"/>
              <a:gd name="connsiteX12" fmla="*/ 385716 w 2057147"/>
              <a:gd name="connsiteY12" fmla="*/ 1271139 h 1601150"/>
              <a:gd name="connsiteX13" fmla="*/ 417858 w 2057147"/>
              <a:gd name="connsiteY13" fmla="*/ 1047967 h 1601150"/>
              <a:gd name="connsiteX14" fmla="*/ 450001 w 2057147"/>
              <a:gd name="connsiteY14" fmla="*/ 800575 h 1601150"/>
              <a:gd name="connsiteX15" fmla="*/ 482144 w 2057147"/>
              <a:gd name="connsiteY15" fmla="*/ 553182 h 1601150"/>
              <a:gd name="connsiteX16" fmla="*/ 514287 w 2057147"/>
              <a:gd name="connsiteY16" fmla="*/ 330011 h 1601150"/>
              <a:gd name="connsiteX17" fmla="*/ 546430 w 2057147"/>
              <a:gd name="connsiteY17" fmla="*/ 152895 h 1601150"/>
              <a:gd name="connsiteX18" fmla="*/ 578573 w 2057147"/>
              <a:gd name="connsiteY18" fmla="*/ 39183 h 1601150"/>
              <a:gd name="connsiteX19" fmla="*/ 610716 w 2057147"/>
              <a:gd name="connsiteY19" fmla="*/ 0 h 1601150"/>
              <a:gd name="connsiteX20" fmla="*/ 642859 w 2057147"/>
              <a:gd name="connsiteY20" fmla="*/ 39183 h 1601150"/>
              <a:gd name="connsiteX21" fmla="*/ 675002 w 2057147"/>
              <a:gd name="connsiteY21" fmla="*/ 152895 h 1601150"/>
              <a:gd name="connsiteX22" fmla="*/ 707145 w 2057147"/>
              <a:gd name="connsiteY22" fmla="*/ 330011 h 1601150"/>
              <a:gd name="connsiteX23" fmla="*/ 739287 w 2057147"/>
              <a:gd name="connsiteY23" fmla="*/ 553182 h 1601150"/>
              <a:gd name="connsiteX24" fmla="*/ 771430 w 2057147"/>
              <a:gd name="connsiteY24" fmla="*/ 800575 h 1601150"/>
              <a:gd name="connsiteX25" fmla="*/ 803574 w 2057147"/>
              <a:gd name="connsiteY25" fmla="*/ 1047967 h 1601150"/>
              <a:gd name="connsiteX26" fmla="*/ 835716 w 2057147"/>
              <a:gd name="connsiteY26" fmla="*/ 1271139 h 1601150"/>
              <a:gd name="connsiteX27" fmla="*/ 867859 w 2057147"/>
              <a:gd name="connsiteY27" fmla="*/ 1448255 h 1601150"/>
              <a:gd name="connsiteX28" fmla="*/ 900002 w 2057147"/>
              <a:gd name="connsiteY28" fmla="*/ 1561967 h 1601150"/>
              <a:gd name="connsiteX29" fmla="*/ 932145 w 2057147"/>
              <a:gd name="connsiteY29" fmla="*/ 1601150 h 1601150"/>
              <a:gd name="connsiteX30" fmla="*/ 964288 w 2057147"/>
              <a:gd name="connsiteY30" fmla="*/ 1561967 h 1601150"/>
              <a:gd name="connsiteX31" fmla="*/ 996431 w 2057147"/>
              <a:gd name="connsiteY31" fmla="*/ 1448255 h 1601150"/>
              <a:gd name="connsiteX32" fmla="*/ 1028574 w 2057147"/>
              <a:gd name="connsiteY32" fmla="*/ 1271139 h 1601150"/>
              <a:gd name="connsiteX33" fmla="*/ 1060717 w 2057147"/>
              <a:gd name="connsiteY33" fmla="*/ 1047967 h 1601150"/>
              <a:gd name="connsiteX34" fmla="*/ 1092860 w 2057147"/>
              <a:gd name="connsiteY34" fmla="*/ 800575 h 1601150"/>
              <a:gd name="connsiteX35" fmla="*/ 1125003 w 2057147"/>
              <a:gd name="connsiteY35" fmla="*/ 553182 h 1601150"/>
              <a:gd name="connsiteX36" fmla="*/ 1157146 w 2057147"/>
              <a:gd name="connsiteY36" fmla="*/ 330011 h 1601150"/>
              <a:gd name="connsiteX37" fmla="*/ 1189289 w 2057147"/>
              <a:gd name="connsiteY37" fmla="*/ 152895 h 1601150"/>
              <a:gd name="connsiteX38" fmla="*/ 1221432 w 2057147"/>
              <a:gd name="connsiteY38" fmla="*/ 39183 h 1601150"/>
              <a:gd name="connsiteX39" fmla="*/ 1253574 w 2057147"/>
              <a:gd name="connsiteY39" fmla="*/ 0 h 1601150"/>
              <a:gd name="connsiteX40" fmla="*/ 1285717 w 2057147"/>
              <a:gd name="connsiteY40" fmla="*/ 39183 h 1601150"/>
              <a:gd name="connsiteX41" fmla="*/ 1317860 w 2057147"/>
              <a:gd name="connsiteY41" fmla="*/ 152895 h 1601150"/>
              <a:gd name="connsiteX42" fmla="*/ 1350003 w 2057147"/>
              <a:gd name="connsiteY42" fmla="*/ 330011 h 1601150"/>
              <a:gd name="connsiteX43" fmla="*/ 1382146 w 2057147"/>
              <a:gd name="connsiteY43" fmla="*/ 553182 h 1601150"/>
              <a:gd name="connsiteX44" fmla="*/ 1414289 w 2057147"/>
              <a:gd name="connsiteY44" fmla="*/ 800575 h 1601150"/>
              <a:gd name="connsiteX45" fmla="*/ 1446432 w 2057147"/>
              <a:gd name="connsiteY45" fmla="*/ 1047967 h 1601150"/>
              <a:gd name="connsiteX46" fmla="*/ 1478575 w 2057147"/>
              <a:gd name="connsiteY46" fmla="*/ 1271139 h 1601150"/>
              <a:gd name="connsiteX47" fmla="*/ 1510718 w 2057147"/>
              <a:gd name="connsiteY47" fmla="*/ 1448255 h 1601150"/>
              <a:gd name="connsiteX48" fmla="*/ 1542861 w 2057147"/>
              <a:gd name="connsiteY48" fmla="*/ 1561967 h 1601150"/>
              <a:gd name="connsiteX49" fmla="*/ 1575003 w 2057147"/>
              <a:gd name="connsiteY49" fmla="*/ 1601150 h 1601150"/>
              <a:gd name="connsiteX50" fmla="*/ 1607147 w 2057147"/>
              <a:gd name="connsiteY50" fmla="*/ 1561967 h 1601150"/>
              <a:gd name="connsiteX51" fmla="*/ 1639289 w 2057147"/>
              <a:gd name="connsiteY51" fmla="*/ 1448255 h 1601150"/>
              <a:gd name="connsiteX52" fmla="*/ 1671432 w 2057147"/>
              <a:gd name="connsiteY52" fmla="*/ 1271139 h 1601150"/>
              <a:gd name="connsiteX53" fmla="*/ 1703575 w 2057147"/>
              <a:gd name="connsiteY53" fmla="*/ 1047967 h 1601150"/>
              <a:gd name="connsiteX54" fmla="*/ 1735718 w 2057147"/>
              <a:gd name="connsiteY54" fmla="*/ 800575 h 1601150"/>
              <a:gd name="connsiteX55" fmla="*/ 1767861 w 2057147"/>
              <a:gd name="connsiteY55" fmla="*/ 553182 h 1601150"/>
              <a:gd name="connsiteX56" fmla="*/ 1800004 w 2057147"/>
              <a:gd name="connsiteY56" fmla="*/ 330011 h 1601150"/>
              <a:gd name="connsiteX57" fmla="*/ 1832147 w 2057147"/>
              <a:gd name="connsiteY57" fmla="*/ 152895 h 1601150"/>
              <a:gd name="connsiteX58" fmla="*/ 1864290 w 2057147"/>
              <a:gd name="connsiteY58" fmla="*/ 39183 h 1601150"/>
              <a:gd name="connsiteX59" fmla="*/ 1896433 w 2057147"/>
              <a:gd name="connsiteY59" fmla="*/ 0 h 1601150"/>
              <a:gd name="connsiteX60" fmla="*/ 1928576 w 2057147"/>
              <a:gd name="connsiteY60" fmla="*/ 39183 h 1601150"/>
              <a:gd name="connsiteX61" fmla="*/ 1960719 w 2057147"/>
              <a:gd name="connsiteY61" fmla="*/ 152895 h 1601150"/>
              <a:gd name="connsiteX62" fmla="*/ 1992862 w 2057147"/>
              <a:gd name="connsiteY62" fmla="*/ 330011 h 1601150"/>
              <a:gd name="connsiteX63" fmla="*/ 2025005 w 2057147"/>
              <a:gd name="connsiteY63" fmla="*/ 553182 h 1601150"/>
              <a:gd name="connsiteX64" fmla="*/ 2057147 w 2057147"/>
              <a:gd name="connsiteY64" fmla="*/ 800575 h 1601150"/>
              <a:gd name="connsiteX0" fmla="*/ 0 w 2025004"/>
              <a:gd name="connsiteY0" fmla="*/ 152895 h 1601150"/>
              <a:gd name="connsiteX1" fmla="*/ 32143 w 2025004"/>
              <a:gd name="connsiteY1" fmla="*/ 330011 h 1601150"/>
              <a:gd name="connsiteX2" fmla="*/ 64286 w 2025004"/>
              <a:gd name="connsiteY2" fmla="*/ 553182 h 1601150"/>
              <a:gd name="connsiteX3" fmla="*/ 96429 w 2025004"/>
              <a:gd name="connsiteY3" fmla="*/ 800575 h 1601150"/>
              <a:gd name="connsiteX4" fmla="*/ 128572 w 2025004"/>
              <a:gd name="connsiteY4" fmla="*/ 1047967 h 1601150"/>
              <a:gd name="connsiteX5" fmla="*/ 160715 w 2025004"/>
              <a:gd name="connsiteY5" fmla="*/ 1271139 h 1601150"/>
              <a:gd name="connsiteX6" fmla="*/ 192858 w 2025004"/>
              <a:gd name="connsiteY6" fmla="*/ 1448255 h 1601150"/>
              <a:gd name="connsiteX7" fmla="*/ 225001 w 2025004"/>
              <a:gd name="connsiteY7" fmla="*/ 1561967 h 1601150"/>
              <a:gd name="connsiteX8" fmla="*/ 257144 w 2025004"/>
              <a:gd name="connsiteY8" fmla="*/ 1601150 h 1601150"/>
              <a:gd name="connsiteX9" fmla="*/ 289287 w 2025004"/>
              <a:gd name="connsiteY9" fmla="*/ 1561967 h 1601150"/>
              <a:gd name="connsiteX10" fmla="*/ 321429 w 2025004"/>
              <a:gd name="connsiteY10" fmla="*/ 1448255 h 1601150"/>
              <a:gd name="connsiteX11" fmla="*/ 353573 w 2025004"/>
              <a:gd name="connsiteY11" fmla="*/ 1271139 h 1601150"/>
              <a:gd name="connsiteX12" fmla="*/ 385715 w 2025004"/>
              <a:gd name="connsiteY12" fmla="*/ 1047967 h 1601150"/>
              <a:gd name="connsiteX13" fmla="*/ 417858 w 2025004"/>
              <a:gd name="connsiteY13" fmla="*/ 800575 h 1601150"/>
              <a:gd name="connsiteX14" fmla="*/ 450001 w 2025004"/>
              <a:gd name="connsiteY14" fmla="*/ 553182 h 1601150"/>
              <a:gd name="connsiteX15" fmla="*/ 482144 w 2025004"/>
              <a:gd name="connsiteY15" fmla="*/ 330011 h 1601150"/>
              <a:gd name="connsiteX16" fmla="*/ 514287 w 2025004"/>
              <a:gd name="connsiteY16" fmla="*/ 152895 h 1601150"/>
              <a:gd name="connsiteX17" fmla="*/ 546430 w 2025004"/>
              <a:gd name="connsiteY17" fmla="*/ 39183 h 1601150"/>
              <a:gd name="connsiteX18" fmla="*/ 578573 w 2025004"/>
              <a:gd name="connsiteY18" fmla="*/ 0 h 1601150"/>
              <a:gd name="connsiteX19" fmla="*/ 610716 w 2025004"/>
              <a:gd name="connsiteY19" fmla="*/ 39183 h 1601150"/>
              <a:gd name="connsiteX20" fmla="*/ 642859 w 2025004"/>
              <a:gd name="connsiteY20" fmla="*/ 152895 h 1601150"/>
              <a:gd name="connsiteX21" fmla="*/ 675002 w 2025004"/>
              <a:gd name="connsiteY21" fmla="*/ 330011 h 1601150"/>
              <a:gd name="connsiteX22" fmla="*/ 707144 w 2025004"/>
              <a:gd name="connsiteY22" fmla="*/ 553182 h 1601150"/>
              <a:gd name="connsiteX23" fmla="*/ 739287 w 2025004"/>
              <a:gd name="connsiteY23" fmla="*/ 800575 h 1601150"/>
              <a:gd name="connsiteX24" fmla="*/ 771431 w 2025004"/>
              <a:gd name="connsiteY24" fmla="*/ 1047967 h 1601150"/>
              <a:gd name="connsiteX25" fmla="*/ 803573 w 2025004"/>
              <a:gd name="connsiteY25" fmla="*/ 1271139 h 1601150"/>
              <a:gd name="connsiteX26" fmla="*/ 835716 w 2025004"/>
              <a:gd name="connsiteY26" fmla="*/ 1448255 h 1601150"/>
              <a:gd name="connsiteX27" fmla="*/ 867859 w 2025004"/>
              <a:gd name="connsiteY27" fmla="*/ 1561967 h 1601150"/>
              <a:gd name="connsiteX28" fmla="*/ 900002 w 2025004"/>
              <a:gd name="connsiteY28" fmla="*/ 1601150 h 1601150"/>
              <a:gd name="connsiteX29" fmla="*/ 932145 w 2025004"/>
              <a:gd name="connsiteY29" fmla="*/ 1561967 h 1601150"/>
              <a:gd name="connsiteX30" fmla="*/ 964288 w 2025004"/>
              <a:gd name="connsiteY30" fmla="*/ 1448255 h 1601150"/>
              <a:gd name="connsiteX31" fmla="*/ 996431 w 2025004"/>
              <a:gd name="connsiteY31" fmla="*/ 1271139 h 1601150"/>
              <a:gd name="connsiteX32" fmla="*/ 1028574 w 2025004"/>
              <a:gd name="connsiteY32" fmla="*/ 1047967 h 1601150"/>
              <a:gd name="connsiteX33" fmla="*/ 1060717 w 2025004"/>
              <a:gd name="connsiteY33" fmla="*/ 800575 h 1601150"/>
              <a:gd name="connsiteX34" fmla="*/ 1092860 w 2025004"/>
              <a:gd name="connsiteY34" fmla="*/ 553182 h 1601150"/>
              <a:gd name="connsiteX35" fmla="*/ 1125003 w 2025004"/>
              <a:gd name="connsiteY35" fmla="*/ 330011 h 1601150"/>
              <a:gd name="connsiteX36" fmla="*/ 1157146 w 2025004"/>
              <a:gd name="connsiteY36" fmla="*/ 152895 h 1601150"/>
              <a:gd name="connsiteX37" fmla="*/ 1189289 w 2025004"/>
              <a:gd name="connsiteY37" fmla="*/ 39183 h 1601150"/>
              <a:gd name="connsiteX38" fmla="*/ 1221431 w 2025004"/>
              <a:gd name="connsiteY38" fmla="*/ 0 h 1601150"/>
              <a:gd name="connsiteX39" fmla="*/ 1253574 w 2025004"/>
              <a:gd name="connsiteY39" fmla="*/ 39183 h 1601150"/>
              <a:gd name="connsiteX40" fmla="*/ 1285717 w 2025004"/>
              <a:gd name="connsiteY40" fmla="*/ 152895 h 1601150"/>
              <a:gd name="connsiteX41" fmla="*/ 1317860 w 2025004"/>
              <a:gd name="connsiteY41" fmla="*/ 330011 h 1601150"/>
              <a:gd name="connsiteX42" fmla="*/ 1350003 w 2025004"/>
              <a:gd name="connsiteY42" fmla="*/ 553182 h 1601150"/>
              <a:gd name="connsiteX43" fmla="*/ 1382146 w 2025004"/>
              <a:gd name="connsiteY43" fmla="*/ 800575 h 1601150"/>
              <a:gd name="connsiteX44" fmla="*/ 1414289 w 2025004"/>
              <a:gd name="connsiteY44" fmla="*/ 1047967 h 1601150"/>
              <a:gd name="connsiteX45" fmla="*/ 1446432 w 2025004"/>
              <a:gd name="connsiteY45" fmla="*/ 1271139 h 1601150"/>
              <a:gd name="connsiteX46" fmla="*/ 1478575 w 2025004"/>
              <a:gd name="connsiteY46" fmla="*/ 1448255 h 1601150"/>
              <a:gd name="connsiteX47" fmla="*/ 1510718 w 2025004"/>
              <a:gd name="connsiteY47" fmla="*/ 1561967 h 1601150"/>
              <a:gd name="connsiteX48" fmla="*/ 1542860 w 2025004"/>
              <a:gd name="connsiteY48" fmla="*/ 1601150 h 1601150"/>
              <a:gd name="connsiteX49" fmla="*/ 1575004 w 2025004"/>
              <a:gd name="connsiteY49" fmla="*/ 1561967 h 1601150"/>
              <a:gd name="connsiteX50" fmla="*/ 1607146 w 2025004"/>
              <a:gd name="connsiteY50" fmla="*/ 1448255 h 1601150"/>
              <a:gd name="connsiteX51" fmla="*/ 1639289 w 2025004"/>
              <a:gd name="connsiteY51" fmla="*/ 1271139 h 1601150"/>
              <a:gd name="connsiteX52" fmla="*/ 1671432 w 2025004"/>
              <a:gd name="connsiteY52" fmla="*/ 1047967 h 1601150"/>
              <a:gd name="connsiteX53" fmla="*/ 1703575 w 2025004"/>
              <a:gd name="connsiteY53" fmla="*/ 800575 h 1601150"/>
              <a:gd name="connsiteX54" fmla="*/ 1735718 w 2025004"/>
              <a:gd name="connsiteY54" fmla="*/ 553182 h 1601150"/>
              <a:gd name="connsiteX55" fmla="*/ 1767861 w 2025004"/>
              <a:gd name="connsiteY55" fmla="*/ 330011 h 1601150"/>
              <a:gd name="connsiteX56" fmla="*/ 1800004 w 2025004"/>
              <a:gd name="connsiteY56" fmla="*/ 152895 h 1601150"/>
              <a:gd name="connsiteX57" fmla="*/ 1832147 w 2025004"/>
              <a:gd name="connsiteY57" fmla="*/ 39183 h 1601150"/>
              <a:gd name="connsiteX58" fmla="*/ 1864290 w 2025004"/>
              <a:gd name="connsiteY58" fmla="*/ 0 h 1601150"/>
              <a:gd name="connsiteX59" fmla="*/ 1896433 w 2025004"/>
              <a:gd name="connsiteY59" fmla="*/ 39183 h 1601150"/>
              <a:gd name="connsiteX60" fmla="*/ 1928576 w 2025004"/>
              <a:gd name="connsiteY60" fmla="*/ 152895 h 1601150"/>
              <a:gd name="connsiteX61" fmla="*/ 1960719 w 2025004"/>
              <a:gd name="connsiteY61" fmla="*/ 330011 h 1601150"/>
              <a:gd name="connsiteX62" fmla="*/ 1992862 w 2025004"/>
              <a:gd name="connsiteY62" fmla="*/ 553182 h 1601150"/>
              <a:gd name="connsiteX63" fmla="*/ 2025004 w 2025004"/>
              <a:gd name="connsiteY63" fmla="*/ 800575 h 1601150"/>
              <a:gd name="connsiteX0" fmla="*/ 0 w 1992861"/>
              <a:gd name="connsiteY0" fmla="*/ 330011 h 1601150"/>
              <a:gd name="connsiteX1" fmla="*/ 32143 w 1992861"/>
              <a:gd name="connsiteY1" fmla="*/ 553182 h 1601150"/>
              <a:gd name="connsiteX2" fmla="*/ 64286 w 1992861"/>
              <a:gd name="connsiteY2" fmla="*/ 800575 h 1601150"/>
              <a:gd name="connsiteX3" fmla="*/ 96429 w 1992861"/>
              <a:gd name="connsiteY3" fmla="*/ 1047967 h 1601150"/>
              <a:gd name="connsiteX4" fmla="*/ 128572 w 1992861"/>
              <a:gd name="connsiteY4" fmla="*/ 1271139 h 1601150"/>
              <a:gd name="connsiteX5" fmla="*/ 160715 w 1992861"/>
              <a:gd name="connsiteY5" fmla="*/ 1448255 h 1601150"/>
              <a:gd name="connsiteX6" fmla="*/ 192858 w 1992861"/>
              <a:gd name="connsiteY6" fmla="*/ 1561967 h 1601150"/>
              <a:gd name="connsiteX7" fmla="*/ 225001 w 1992861"/>
              <a:gd name="connsiteY7" fmla="*/ 1601150 h 1601150"/>
              <a:gd name="connsiteX8" fmla="*/ 257144 w 1992861"/>
              <a:gd name="connsiteY8" fmla="*/ 1561967 h 1601150"/>
              <a:gd name="connsiteX9" fmla="*/ 289286 w 1992861"/>
              <a:gd name="connsiteY9" fmla="*/ 1448255 h 1601150"/>
              <a:gd name="connsiteX10" fmla="*/ 321430 w 1992861"/>
              <a:gd name="connsiteY10" fmla="*/ 1271139 h 1601150"/>
              <a:gd name="connsiteX11" fmla="*/ 353572 w 1992861"/>
              <a:gd name="connsiteY11" fmla="*/ 1047967 h 1601150"/>
              <a:gd name="connsiteX12" fmla="*/ 385715 w 1992861"/>
              <a:gd name="connsiteY12" fmla="*/ 800575 h 1601150"/>
              <a:gd name="connsiteX13" fmla="*/ 417858 w 1992861"/>
              <a:gd name="connsiteY13" fmla="*/ 553182 h 1601150"/>
              <a:gd name="connsiteX14" fmla="*/ 450001 w 1992861"/>
              <a:gd name="connsiteY14" fmla="*/ 330011 h 1601150"/>
              <a:gd name="connsiteX15" fmla="*/ 482144 w 1992861"/>
              <a:gd name="connsiteY15" fmla="*/ 152895 h 1601150"/>
              <a:gd name="connsiteX16" fmla="*/ 514287 w 1992861"/>
              <a:gd name="connsiteY16" fmla="*/ 39183 h 1601150"/>
              <a:gd name="connsiteX17" fmla="*/ 546430 w 1992861"/>
              <a:gd name="connsiteY17" fmla="*/ 0 h 1601150"/>
              <a:gd name="connsiteX18" fmla="*/ 578573 w 1992861"/>
              <a:gd name="connsiteY18" fmla="*/ 39183 h 1601150"/>
              <a:gd name="connsiteX19" fmla="*/ 610716 w 1992861"/>
              <a:gd name="connsiteY19" fmla="*/ 152895 h 1601150"/>
              <a:gd name="connsiteX20" fmla="*/ 642859 w 1992861"/>
              <a:gd name="connsiteY20" fmla="*/ 330011 h 1601150"/>
              <a:gd name="connsiteX21" fmla="*/ 675001 w 1992861"/>
              <a:gd name="connsiteY21" fmla="*/ 553182 h 1601150"/>
              <a:gd name="connsiteX22" fmla="*/ 707144 w 1992861"/>
              <a:gd name="connsiteY22" fmla="*/ 800575 h 1601150"/>
              <a:gd name="connsiteX23" fmla="*/ 739288 w 1992861"/>
              <a:gd name="connsiteY23" fmla="*/ 1047967 h 1601150"/>
              <a:gd name="connsiteX24" fmla="*/ 771430 w 1992861"/>
              <a:gd name="connsiteY24" fmla="*/ 1271139 h 1601150"/>
              <a:gd name="connsiteX25" fmla="*/ 803573 w 1992861"/>
              <a:gd name="connsiteY25" fmla="*/ 1448255 h 1601150"/>
              <a:gd name="connsiteX26" fmla="*/ 835716 w 1992861"/>
              <a:gd name="connsiteY26" fmla="*/ 1561967 h 1601150"/>
              <a:gd name="connsiteX27" fmla="*/ 867859 w 1992861"/>
              <a:gd name="connsiteY27" fmla="*/ 1601150 h 1601150"/>
              <a:gd name="connsiteX28" fmla="*/ 900002 w 1992861"/>
              <a:gd name="connsiteY28" fmla="*/ 1561967 h 1601150"/>
              <a:gd name="connsiteX29" fmla="*/ 932145 w 1992861"/>
              <a:gd name="connsiteY29" fmla="*/ 1448255 h 1601150"/>
              <a:gd name="connsiteX30" fmla="*/ 964288 w 1992861"/>
              <a:gd name="connsiteY30" fmla="*/ 1271139 h 1601150"/>
              <a:gd name="connsiteX31" fmla="*/ 996431 w 1992861"/>
              <a:gd name="connsiteY31" fmla="*/ 1047967 h 1601150"/>
              <a:gd name="connsiteX32" fmla="*/ 1028574 w 1992861"/>
              <a:gd name="connsiteY32" fmla="*/ 800575 h 1601150"/>
              <a:gd name="connsiteX33" fmla="*/ 1060717 w 1992861"/>
              <a:gd name="connsiteY33" fmla="*/ 553182 h 1601150"/>
              <a:gd name="connsiteX34" fmla="*/ 1092860 w 1992861"/>
              <a:gd name="connsiteY34" fmla="*/ 330011 h 1601150"/>
              <a:gd name="connsiteX35" fmla="*/ 1125003 w 1992861"/>
              <a:gd name="connsiteY35" fmla="*/ 152895 h 1601150"/>
              <a:gd name="connsiteX36" fmla="*/ 1157146 w 1992861"/>
              <a:gd name="connsiteY36" fmla="*/ 39183 h 1601150"/>
              <a:gd name="connsiteX37" fmla="*/ 1189288 w 1992861"/>
              <a:gd name="connsiteY37" fmla="*/ 0 h 1601150"/>
              <a:gd name="connsiteX38" fmla="*/ 1221431 w 1992861"/>
              <a:gd name="connsiteY38" fmla="*/ 39183 h 1601150"/>
              <a:gd name="connsiteX39" fmla="*/ 1253574 w 1992861"/>
              <a:gd name="connsiteY39" fmla="*/ 152895 h 1601150"/>
              <a:gd name="connsiteX40" fmla="*/ 1285717 w 1992861"/>
              <a:gd name="connsiteY40" fmla="*/ 330011 h 1601150"/>
              <a:gd name="connsiteX41" fmla="*/ 1317860 w 1992861"/>
              <a:gd name="connsiteY41" fmla="*/ 553182 h 1601150"/>
              <a:gd name="connsiteX42" fmla="*/ 1350003 w 1992861"/>
              <a:gd name="connsiteY42" fmla="*/ 800575 h 1601150"/>
              <a:gd name="connsiteX43" fmla="*/ 1382146 w 1992861"/>
              <a:gd name="connsiteY43" fmla="*/ 1047967 h 1601150"/>
              <a:gd name="connsiteX44" fmla="*/ 1414289 w 1992861"/>
              <a:gd name="connsiteY44" fmla="*/ 1271139 h 1601150"/>
              <a:gd name="connsiteX45" fmla="*/ 1446432 w 1992861"/>
              <a:gd name="connsiteY45" fmla="*/ 1448255 h 1601150"/>
              <a:gd name="connsiteX46" fmla="*/ 1478575 w 1992861"/>
              <a:gd name="connsiteY46" fmla="*/ 1561967 h 1601150"/>
              <a:gd name="connsiteX47" fmla="*/ 1510717 w 1992861"/>
              <a:gd name="connsiteY47" fmla="*/ 1601150 h 1601150"/>
              <a:gd name="connsiteX48" fmla="*/ 1542861 w 1992861"/>
              <a:gd name="connsiteY48" fmla="*/ 1561967 h 1601150"/>
              <a:gd name="connsiteX49" fmla="*/ 1575003 w 1992861"/>
              <a:gd name="connsiteY49" fmla="*/ 1448255 h 1601150"/>
              <a:gd name="connsiteX50" fmla="*/ 1607146 w 1992861"/>
              <a:gd name="connsiteY50" fmla="*/ 1271139 h 1601150"/>
              <a:gd name="connsiteX51" fmla="*/ 1639289 w 1992861"/>
              <a:gd name="connsiteY51" fmla="*/ 1047967 h 1601150"/>
              <a:gd name="connsiteX52" fmla="*/ 1671432 w 1992861"/>
              <a:gd name="connsiteY52" fmla="*/ 800575 h 1601150"/>
              <a:gd name="connsiteX53" fmla="*/ 1703575 w 1992861"/>
              <a:gd name="connsiteY53" fmla="*/ 553182 h 1601150"/>
              <a:gd name="connsiteX54" fmla="*/ 1735718 w 1992861"/>
              <a:gd name="connsiteY54" fmla="*/ 330011 h 1601150"/>
              <a:gd name="connsiteX55" fmla="*/ 1767861 w 1992861"/>
              <a:gd name="connsiteY55" fmla="*/ 152895 h 1601150"/>
              <a:gd name="connsiteX56" fmla="*/ 1800004 w 1992861"/>
              <a:gd name="connsiteY56" fmla="*/ 39183 h 1601150"/>
              <a:gd name="connsiteX57" fmla="*/ 1832147 w 1992861"/>
              <a:gd name="connsiteY57" fmla="*/ 0 h 1601150"/>
              <a:gd name="connsiteX58" fmla="*/ 1864290 w 1992861"/>
              <a:gd name="connsiteY58" fmla="*/ 39183 h 1601150"/>
              <a:gd name="connsiteX59" fmla="*/ 1896433 w 1992861"/>
              <a:gd name="connsiteY59" fmla="*/ 152895 h 1601150"/>
              <a:gd name="connsiteX60" fmla="*/ 1928576 w 1992861"/>
              <a:gd name="connsiteY60" fmla="*/ 330011 h 1601150"/>
              <a:gd name="connsiteX61" fmla="*/ 1960719 w 1992861"/>
              <a:gd name="connsiteY61" fmla="*/ 553182 h 1601150"/>
              <a:gd name="connsiteX62" fmla="*/ 1992861 w 1992861"/>
              <a:gd name="connsiteY62" fmla="*/ 800575 h 1601150"/>
              <a:gd name="connsiteX0" fmla="*/ 0 w 1960718"/>
              <a:gd name="connsiteY0" fmla="*/ 553182 h 1601150"/>
              <a:gd name="connsiteX1" fmla="*/ 32143 w 1960718"/>
              <a:gd name="connsiteY1" fmla="*/ 800575 h 1601150"/>
              <a:gd name="connsiteX2" fmla="*/ 64286 w 1960718"/>
              <a:gd name="connsiteY2" fmla="*/ 1047967 h 1601150"/>
              <a:gd name="connsiteX3" fmla="*/ 96429 w 1960718"/>
              <a:gd name="connsiteY3" fmla="*/ 1271139 h 1601150"/>
              <a:gd name="connsiteX4" fmla="*/ 128572 w 1960718"/>
              <a:gd name="connsiteY4" fmla="*/ 1448255 h 1601150"/>
              <a:gd name="connsiteX5" fmla="*/ 160715 w 1960718"/>
              <a:gd name="connsiteY5" fmla="*/ 1561967 h 1601150"/>
              <a:gd name="connsiteX6" fmla="*/ 192858 w 1960718"/>
              <a:gd name="connsiteY6" fmla="*/ 1601150 h 1601150"/>
              <a:gd name="connsiteX7" fmla="*/ 225001 w 1960718"/>
              <a:gd name="connsiteY7" fmla="*/ 1561967 h 1601150"/>
              <a:gd name="connsiteX8" fmla="*/ 257143 w 1960718"/>
              <a:gd name="connsiteY8" fmla="*/ 1448255 h 1601150"/>
              <a:gd name="connsiteX9" fmla="*/ 289287 w 1960718"/>
              <a:gd name="connsiteY9" fmla="*/ 1271139 h 1601150"/>
              <a:gd name="connsiteX10" fmla="*/ 321429 w 1960718"/>
              <a:gd name="connsiteY10" fmla="*/ 1047967 h 1601150"/>
              <a:gd name="connsiteX11" fmla="*/ 353572 w 1960718"/>
              <a:gd name="connsiteY11" fmla="*/ 800575 h 1601150"/>
              <a:gd name="connsiteX12" fmla="*/ 385715 w 1960718"/>
              <a:gd name="connsiteY12" fmla="*/ 553182 h 1601150"/>
              <a:gd name="connsiteX13" fmla="*/ 417858 w 1960718"/>
              <a:gd name="connsiteY13" fmla="*/ 330011 h 1601150"/>
              <a:gd name="connsiteX14" fmla="*/ 450001 w 1960718"/>
              <a:gd name="connsiteY14" fmla="*/ 152895 h 1601150"/>
              <a:gd name="connsiteX15" fmla="*/ 482144 w 1960718"/>
              <a:gd name="connsiteY15" fmla="*/ 39183 h 1601150"/>
              <a:gd name="connsiteX16" fmla="*/ 514287 w 1960718"/>
              <a:gd name="connsiteY16" fmla="*/ 0 h 1601150"/>
              <a:gd name="connsiteX17" fmla="*/ 546430 w 1960718"/>
              <a:gd name="connsiteY17" fmla="*/ 39183 h 1601150"/>
              <a:gd name="connsiteX18" fmla="*/ 578573 w 1960718"/>
              <a:gd name="connsiteY18" fmla="*/ 152895 h 1601150"/>
              <a:gd name="connsiteX19" fmla="*/ 610716 w 1960718"/>
              <a:gd name="connsiteY19" fmla="*/ 330011 h 1601150"/>
              <a:gd name="connsiteX20" fmla="*/ 642858 w 1960718"/>
              <a:gd name="connsiteY20" fmla="*/ 553182 h 1601150"/>
              <a:gd name="connsiteX21" fmla="*/ 675001 w 1960718"/>
              <a:gd name="connsiteY21" fmla="*/ 800575 h 1601150"/>
              <a:gd name="connsiteX22" fmla="*/ 707145 w 1960718"/>
              <a:gd name="connsiteY22" fmla="*/ 1047967 h 1601150"/>
              <a:gd name="connsiteX23" fmla="*/ 739287 w 1960718"/>
              <a:gd name="connsiteY23" fmla="*/ 1271139 h 1601150"/>
              <a:gd name="connsiteX24" fmla="*/ 771430 w 1960718"/>
              <a:gd name="connsiteY24" fmla="*/ 1448255 h 1601150"/>
              <a:gd name="connsiteX25" fmla="*/ 803573 w 1960718"/>
              <a:gd name="connsiteY25" fmla="*/ 1561967 h 1601150"/>
              <a:gd name="connsiteX26" fmla="*/ 835716 w 1960718"/>
              <a:gd name="connsiteY26" fmla="*/ 1601150 h 1601150"/>
              <a:gd name="connsiteX27" fmla="*/ 867859 w 1960718"/>
              <a:gd name="connsiteY27" fmla="*/ 1561967 h 1601150"/>
              <a:gd name="connsiteX28" fmla="*/ 900002 w 1960718"/>
              <a:gd name="connsiteY28" fmla="*/ 1448255 h 1601150"/>
              <a:gd name="connsiteX29" fmla="*/ 932145 w 1960718"/>
              <a:gd name="connsiteY29" fmla="*/ 1271139 h 1601150"/>
              <a:gd name="connsiteX30" fmla="*/ 964288 w 1960718"/>
              <a:gd name="connsiteY30" fmla="*/ 1047967 h 1601150"/>
              <a:gd name="connsiteX31" fmla="*/ 996431 w 1960718"/>
              <a:gd name="connsiteY31" fmla="*/ 800575 h 1601150"/>
              <a:gd name="connsiteX32" fmla="*/ 1028574 w 1960718"/>
              <a:gd name="connsiteY32" fmla="*/ 553182 h 1601150"/>
              <a:gd name="connsiteX33" fmla="*/ 1060717 w 1960718"/>
              <a:gd name="connsiteY33" fmla="*/ 330011 h 1601150"/>
              <a:gd name="connsiteX34" fmla="*/ 1092860 w 1960718"/>
              <a:gd name="connsiteY34" fmla="*/ 152895 h 1601150"/>
              <a:gd name="connsiteX35" fmla="*/ 1125003 w 1960718"/>
              <a:gd name="connsiteY35" fmla="*/ 39183 h 1601150"/>
              <a:gd name="connsiteX36" fmla="*/ 1157145 w 1960718"/>
              <a:gd name="connsiteY36" fmla="*/ 0 h 1601150"/>
              <a:gd name="connsiteX37" fmla="*/ 1189288 w 1960718"/>
              <a:gd name="connsiteY37" fmla="*/ 39183 h 1601150"/>
              <a:gd name="connsiteX38" fmla="*/ 1221431 w 1960718"/>
              <a:gd name="connsiteY38" fmla="*/ 152895 h 1601150"/>
              <a:gd name="connsiteX39" fmla="*/ 1253574 w 1960718"/>
              <a:gd name="connsiteY39" fmla="*/ 330011 h 1601150"/>
              <a:gd name="connsiteX40" fmla="*/ 1285717 w 1960718"/>
              <a:gd name="connsiteY40" fmla="*/ 553182 h 1601150"/>
              <a:gd name="connsiteX41" fmla="*/ 1317860 w 1960718"/>
              <a:gd name="connsiteY41" fmla="*/ 800575 h 1601150"/>
              <a:gd name="connsiteX42" fmla="*/ 1350003 w 1960718"/>
              <a:gd name="connsiteY42" fmla="*/ 1047967 h 1601150"/>
              <a:gd name="connsiteX43" fmla="*/ 1382146 w 1960718"/>
              <a:gd name="connsiteY43" fmla="*/ 1271139 h 1601150"/>
              <a:gd name="connsiteX44" fmla="*/ 1414289 w 1960718"/>
              <a:gd name="connsiteY44" fmla="*/ 1448255 h 1601150"/>
              <a:gd name="connsiteX45" fmla="*/ 1446432 w 1960718"/>
              <a:gd name="connsiteY45" fmla="*/ 1561967 h 1601150"/>
              <a:gd name="connsiteX46" fmla="*/ 1478574 w 1960718"/>
              <a:gd name="connsiteY46" fmla="*/ 1601150 h 1601150"/>
              <a:gd name="connsiteX47" fmla="*/ 1510718 w 1960718"/>
              <a:gd name="connsiteY47" fmla="*/ 1561967 h 1601150"/>
              <a:gd name="connsiteX48" fmla="*/ 1542860 w 1960718"/>
              <a:gd name="connsiteY48" fmla="*/ 1448255 h 1601150"/>
              <a:gd name="connsiteX49" fmla="*/ 1575003 w 1960718"/>
              <a:gd name="connsiteY49" fmla="*/ 1271139 h 1601150"/>
              <a:gd name="connsiteX50" fmla="*/ 1607146 w 1960718"/>
              <a:gd name="connsiteY50" fmla="*/ 1047967 h 1601150"/>
              <a:gd name="connsiteX51" fmla="*/ 1639289 w 1960718"/>
              <a:gd name="connsiteY51" fmla="*/ 800575 h 1601150"/>
              <a:gd name="connsiteX52" fmla="*/ 1671432 w 1960718"/>
              <a:gd name="connsiteY52" fmla="*/ 553182 h 1601150"/>
              <a:gd name="connsiteX53" fmla="*/ 1703575 w 1960718"/>
              <a:gd name="connsiteY53" fmla="*/ 330011 h 1601150"/>
              <a:gd name="connsiteX54" fmla="*/ 1735718 w 1960718"/>
              <a:gd name="connsiteY54" fmla="*/ 152895 h 1601150"/>
              <a:gd name="connsiteX55" fmla="*/ 1767861 w 1960718"/>
              <a:gd name="connsiteY55" fmla="*/ 39183 h 1601150"/>
              <a:gd name="connsiteX56" fmla="*/ 1800004 w 1960718"/>
              <a:gd name="connsiteY56" fmla="*/ 0 h 1601150"/>
              <a:gd name="connsiteX57" fmla="*/ 1832147 w 1960718"/>
              <a:gd name="connsiteY57" fmla="*/ 39183 h 1601150"/>
              <a:gd name="connsiteX58" fmla="*/ 1864290 w 1960718"/>
              <a:gd name="connsiteY58" fmla="*/ 152895 h 1601150"/>
              <a:gd name="connsiteX59" fmla="*/ 1896433 w 1960718"/>
              <a:gd name="connsiteY59" fmla="*/ 330011 h 1601150"/>
              <a:gd name="connsiteX60" fmla="*/ 1928576 w 1960718"/>
              <a:gd name="connsiteY60" fmla="*/ 553182 h 1601150"/>
              <a:gd name="connsiteX61" fmla="*/ 1960718 w 1960718"/>
              <a:gd name="connsiteY61" fmla="*/ 800575 h 1601150"/>
              <a:gd name="connsiteX0" fmla="*/ 0 w 1928575"/>
              <a:gd name="connsiteY0" fmla="*/ 800575 h 1601150"/>
              <a:gd name="connsiteX1" fmla="*/ 32143 w 1928575"/>
              <a:gd name="connsiteY1" fmla="*/ 1047967 h 1601150"/>
              <a:gd name="connsiteX2" fmla="*/ 64286 w 1928575"/>
              <a:gd name="connsiteY2" fmla="*/ 1271139 h 1601150"/>
              <a:gd name="connsiteX3" fmla="*/ 96429 w 1928575"/>
              <a:gd name="connsiteY3" fmla="*/ 1448255 h 1601150"/>
              <a:gd name="connsiteX4" fmla="*/ 128572 w 1928575"/>
              <a:gd name="connsiteY4" fmla="*/ 1561967 h 1601150"/>
              <a:gd name="connsiteX5" fmla="*/ 160715 w 1928575"/>
              <a:gd name="connsiteY5" fmla="*/ 1601150 h 1601150"/>
              <a:gd name="connsiteX6" fmla="*/ 192858 w 1928575"/>
              <a:gd name="connsiteY6" fmla="*/ 1561967 h 1601150"/>
              <a:gd name="connsiteX7" fmla="*/ 225000 w 1928575"/>
              <a:gd name="connsiteY7" fmla="*/ 1448255 h 1601150"/>
              <a:gd name="connsiteX8" fmla="*/ 257144 w 1928575"/>
              <a:gd name="connsiteY8" fmla="*/ 1271139 h 1601150"/>
              <a:gd name="connsiteX9" fmla="*/ 289286 w 1928575"/>
              <a:gd name="connsiteY9" fmla="*/ 1047967 h 1601150"/>
              <a:gd name="connsiteX10" fmla="*/ 321429 w 1928575"/>
              <a:gd name="connsiteY10" fmla="*/ 800575 h 1601150"/>
              <a:gd name="connsiteX11" fmla="*/ 353572 w 1928575"/>
              <a:gd name="connsiteY11" fmla="*/ 553182 h 1601150"/>
              <a:gd name="connsiteX12" fmla="*/ 385715 w 1928575"/>
              <a:gd name="connsiteY12" fmla="*/ 330011 h 1601150"/>
              <a:gd name="connsiteX13" fmla="*/ 417858 w 1928575"/>
              <a:gd name="connsiteY13" fmla="*/ 152895 h 1601150"/>
              <a:gd name="connsiteX14" fmla="*/ 450001 w 1928575"/>
              <a:gd name="connsiteY14" fmla="*/ 39183 h 1601150"/>
              <a:gd name="connsiteX15" fmla="*/ 482144 w 1928575"/>
              <a:gd name="connsiteY15" fmla="*/ 0 h 1601150"/>
              <a:gd name="connsiteX16" fmla="*/ 514287 w 1928575"/>
              <a:gd name="connsiteY16" fmla="*/ 39183 h 1601150"/>
              <a:gd name="connsiteX17" fmla="*/ 546430 w 1928575"/>
              <a:gd name="connsiteY17" fmla="*/ 152895 h 1601150"/>
              <a:gd name="connsiteX18" fmla="*/ 578573 w 1928575"/>
              <a:gd name="connsiteY18" fmla="*/ 330011 h 1601150"/>
              <a:gd name="connsiteX19" fmla="*/ 610715 w 1928575"/>
              <a:gd name="connsiteY19" fmla="*/ 553182 h 1601150"/>
              <a:gd name="connsiteX20" fmla="*/ 642858 w 1928575"/>
              <a:gd name="connsiteY20" fmla="*/ 800575 h 1601150"/>
              <a:gd name="connsiteX21" fmla="*/ 675002 w 1928575"/>
              <a:gd name="connsiteY21" fmla="*/ 1047967 h 1601150"/>
              <a:gd name="connsiteX22" fmla="*/ 707144 w 1928575"/>
              <a:gd name="connsiteY22" fmla="*/ 1271139 h 1601150"/>
              <a:gd name="connsiteX23" fmla="*/ 739287 w 1928575"/>
              <a:gd name="connsiteY23" fmla="*/ 1448255 h 1601150"/>
              <a:gd name="connsiteX24" fmla="*/ 771430 w 1928575"/>
              <a:gd name="connsiteY24" fmla="*/ 1561967 h 1601150"/>
              <a:gd name="connsiteX25" fmla="*/ 803573 w 1928575"/>
              <a:gd name="connsiteY25" fmla="*/ 1601150 h 1601150"/>
              <a:gd name="connsiteX26" fmla="*/ 835716 w 1928575"/>
              <a:gd name="connsiteY26" fmla="*/ 1561967 h 1601150"/>
              <a:gd name="connsiteX27" fmla="*/ 867859 w 1928575"/>
              <a:gd name="connsiteY27" fmla="*/ 1448255 h 1601150"/>
              <a:gd name="connsiteX28" fmla="*/ 900002 w 1928575"/>
              <a:gd name="connsiteY28" fmla="*/ 1271139 h 1601150"/>
              <a:gd name="connsiteX29" fmla="*/ 932145 w 1928575"/>
              <a:gd name="connsiteY29" fmla="*/ 1047967 h 1601150"/>
              <a:gd name="connsiteX30" fmla="*/ 964288 w 1928575"/>
              <a:gd name="connsiteY30" fmla="*/ 800575 h 1601150"/>
              <a:gd name="connsiteX31" fmla="*/ 996431 w 1928575"/>
              <a:gd name="connsiteY31" fmla="*/ 553182 h 1601150"/>
              <a:gd name="connsiteX32" fmla="*/ 1028574 w 1928575"/>
              <a:gd name="connsiteY32" fmla="*/ 330011 h 1601150"/>
              <a:gd name="connsiteX33" fmla="*/ 1060717 w 1928575"/>
              <a:gd name="connsiteY33" fmla="*/ 152895 h 1601150"/>
              <a:gd name="connsiteX34" fmla="*/ 1092860 w 1928575"/>
              <a:gd name="connsiteY34" fmla="*/ 39183 h 1601150"/>
              <a:gd name="connsiteX35" fmla="*/ 1125002 w 1928575"/>
              <a:gd name="connsiteY35" fmla="*/ 0 h 1601150"/>
              <a:gd name="connsiteX36" fmla="*/ 1157145 w 1928575"/>
              <a:gd name="connsiteY36" fmla="*/ 39183 h 1601150"/>
              <a:gd name="connsiteX37" fmla="*/ 1189288 w 1928575"/>
              <a:gd name="connsiteY37" fmla="*/ 152895 h 1601150"/>
              <a:gd name="connsiteX38" fmla="*/ 1221431 w 1928575"/>
              <a:gd name="connsiteY38" fmla="*/ 330011 h 1601150"/>
              <a:gd name="connsiteX39" fmla="*/ 1253574 w 1928575"/>
              <a:gd name="connsiteY39" fmla="*/ 553182 h 1601150"/>
              <a:gd name="connsiteX40" fmla="*/ 1285717 w 1928575"/>
              <a:gd name="connsiteY40" fmla="*/ 800575 h 1601150"/>
              <a:gd name="connsiteX41" fmla="*/ 1317860 w 1928575"/>
              <a:gd name="connsiteY41" fmla="*/ 1047967 h 1601150"/>
              <a:gd name="connsiteX42" fmla="*/ 1350003 w 1928575"/>
              <a:gd name="connsiteY42" fmla="*/ 1271139 h 1601150"/>
              <a:gd name="connsiteX43" fmla="*/ 1382146 w 1928575"/>
              <a:gd name="connsiteY43" fmla="*/ 1448255 h 1601150"/>
              <a:gd name="connsiteX44" fmla="*/ 1414289 w 1928575"/>
              <a:gd name="connsiteY44" fmla="*/ 1561967 h 1601150"/>
              <a:gd name="connsiteX45" fmla="*/ 1446431 w 1928575"/>
              <a:gd name="connsiteY45" fmla="*/ 1601150 h 1601150"/>
              <a:gd name="connsiteX46" fmla="*/ 1478575 w 1928575"/>
              <a:gd name="connsiteY46" fmla="*/ 1561967 h 1601150"/>
              <a:gd name="connsiteX47" fmla="*/ 1510717 w 1928575"/>
              <a:gd name="connsiteY47" fmla="*/ 1448255 h 1601150"/>
              <a:gd name="connsiteX48" fmla="*/ 1542860 w 1928575"/>
              <a:gd name="connsiteY48" fmla="*/ 1271139 h 1601150"/>
              <a:gd name="connsiteX49" fmla="*/ 1575003 w 1928575"/>
              <a:gd name="connsiteY49" fmla="*/ 1047967 h 1601150"/>
              <a:gd name="connsiteX50" fmla="*/ 1607146 w 1928575"/>
              <a:gd name="connsiteY50" fmla="*/ 800575 h 1601150"/>
              <a:gd name="connsiteX51" fmla="*/ 1639289 w 1928575"/>
              <a:gd name="connsiteY51" fmla="*/ 553182 h 1601150"/>
              <a:gd name="connsiteX52" fmla="*/ 1671432 w 1928575"/>
              <a:gd name="connsiteY52" fmla="*/ 330011 h 1601150"/>
              <a:gd name="connsiteX53" fmla="*/ 1703575 w 1928575"/>
              <a:gd name="connsiteY53" fmla="*/ 152895 h 1601150"/>
              <a:gd name="connsiteX54" fmla="*/ 1735718 w 1928575"/>
              <a:gd name="connsiteY54" fmla="*/ 39183 h 1601150"/>
              <a:gd name="connsiteX55" fmla="*/ 1767861 w 1928575"/>
              <a:gd name="connsiteY55" fmla="*/ 0 h 1601150"/>
              <a:gd name="connsiteX56" fmla="*/ 1800004 w 1928575"/>
              <a:gd name="connsiteY56" fmla="*/ 39183 h 1601150"/>
              <a:gd name="connsiteX57" fmla="*/ 1832147 w 1928575"/>
              <a:gd name="connsiteY57" fmla="*/ 152895 h 1601150"/>
              <a:gd name="connsiteX58" fmla="*/ 1864290 w 1928575"/>
              <a:gd name="connsiteY58" fmla="*/ 330011 h 1601150"/>
              <a:gd name="connsiteX59" fmla="*/ 1896433 w 1928575"/>
              <a:gd name="connsiteY59" fmla="*/ 553182 h 1601150"/>
              <a:gd name="connsiteX60" fmla="*/ 1928575 w 1928575"/>
              <a:gd name="connsiteY60" fmla="*/ 800575 h 1601150"/>
              <a:gd name="connsiteX0" fmla="*/ 0 w 1896432"/>
              <a:gd name="connsiteY0" fmla="*/ 1047967 h 1601150"/>
              <a:gd name="connsiteX1" fmla="*/ 32143 w 1896432"/>
              <a:gd name="connsiteY1" fmla="*/ 1271139 h 1601150"/>
              <a:gd name="connsiteX2" fmla="*/ 64286 w 1896432"/>
              <a:gd name="connsiteY2" fmla="*/ 1448255 h 1601150"/>
              <a:gd name="connsiteX3" fmla="*/ 96429 w 1896432"/>
              <a:gd name="connsiteY3" fmla="*/ 1561967 h 1601150"/>
              <a:gd name="connsiteX4" fmla="*/ 128572 w 1896432"/>
              <a:gd name="connsiteY4" fmla="*/ 1601150 h 1601150"/>
              <a:gd name="connsiteX5" fmla="*/ 160715 w 1896432"/>
              <a:gd name="connsiteY5" fmla="*/ 1561967 h 1601150"/>
              <a:gd name="connsiteX6" fmla="*/ 192857 w 1896432"/>
              <a:gd name="connsiteY6" fmla="*/ 1448255 h 1601150"/>
              <a:gd name="connsiteX7" fmla="*/ 225001 w 1896432"/>
              <a:gd name="connsiteY7" fmla="*/ 1271139 h 1601150"/>
              <a:gd name="connsiteX8" fmla="*/ 257143 w 1896432"/>
              <a:gd name="connsiteY8" fmla="*/ 1047967 h 1601150"/>
              <a:gd name="connsiteX9" fmla="*/ 289286 w 1896432"/>
              <a:gd name="connsiteY9" fmla="*/ 800575 h 1601150"/>
              <a:gd name="connsiteX10" fmla="*/ 321429 w 1896432"/>
              <a:gd name="connsiteY10" fmla="*/ 553182 h 1601150"/>
              <a:gd name="connsiteX11" fmla="*/ 353572 w 1896432"/>
              <a:gd name="connsiteY11" fmla="*/ 330011 h 1601150"/>
              <a:gd name="connsiteX12" fmla="*/ 385715 w 1896432"/>
              <a:gd name="connsiteY12" fmla="*/ 152895 h 1601150"/>
              <a:gd name="connsiteX13" fmla="*/ 417858 w 1896432"/>
              <a:gd name="connsiteY13" fmla="*/ 39183 h 1601150"/>
              <a:gd name="connsiteX14" fmla="*/ 450001 w 1896432"/>
              <a:gd name="connsiteY14" fmla="*/ 0 h 1601150"/>
              <a:gd name="connsiteX15" fmla="*/ 482144 w 1896432"/>
              <a:gd name="connsiteY15" fmla="*/ 39183 h 1601150"/>
              <a:gd name="connsiteX16" fmla="*/ 514287 w 1896432"/>
              <a:gd name="connsiteY16" fmla="*/ 152895 h 1601150"/>
              <a:gd name="connsiteX17" fmla="*/ 546430 w 1896432"/>
              <a:gd name="connsiteY17" fmla="*/ 330011 h 1601150"/>
              <a:gd name="connsiteX18" fmla="*/ 578572 w 1896432"/>
              <a:gd name="connsiteY18" fmla="*/ 553182 h 1601150"/>
              <a:gd name="connsiteX19" fmla="*/ 610715 w 1896432"/>
              <a:gd name="connsiteY19" fmla="*/ 800575 h 1601150"/>
              <a:gd name="connsiteX20" fmla="*/ 642859 w 1896432"/>
              <a:gd name="connsiteY20" fmla="*/ 1047967 h 1601150"/>
              <a:gd name="connsiteX21" fmla="*/ 675001 w 1896432"/>
              <a:gd name="connsiteY21" fmla="*/ 1271139 h 1601150"/>
              <a:gd name="connsiteX22" fmla="*/ 707144 w 1896432"/>
              <a:gd name="connsiteY22" fmla="*/ 1448255 h 1601150"/>
              <a:gd name="connsiteX23" fmla="*/ 739287 w 1896432"/>
              <a:gd name="connsiteY23" fmla="*/ 1561967 h 1601150"/>
              <a:gd name="connsiteX24" fmla="*/ 771430 w 1896432"/>
              <a:gd name="connsiteY24" fmla="*/ 1601150 h 1601150"/>
              <a:gd name="connsiteX25" fmla="*/ 803573 w 1896432"/>
              <a:gd name="connsiteY25" fmla="*/ 1561967 h 1601150"/>
              <a:gd name="connsiteX26" fmla="*/ 835716 w 1896432"/>
              <a:gd name="connsiteY26" fmla="*/ 1448255 h 1601150"/>
              <a:gd name="connsiteX27" fmla="*/ 867859 w 1896432"/>
              <a:gd name="connsiteY27" fmla="*/ 1271139 h 1601150"/>
              <a:gd name="connsiteX28" fmla="*/ 900002 w 1896432"/>
              <a:gd name="connsiteY28" fmla="*/ 1047967 h 1601150"/>
              <a:gd name="connsiteX29" fmla="*/ 932145 w 1896432"/>
              <a:gd name="connsiteY29" fmla="*/ 800575 h 1601150"/>
              <a:gd name="connsiteX30" fmla="*/ 964288 w 1896432"/>
              <a:gd name="connsiteY30" fmla="*/ 553182 h 1601150"/>
              <a:gd name="connsiteX31" fmla="*/ 996431 w 1896432"/>
              <a:gd name="connsiteY31" fmla="*/ 330011 h 1601150"/>
              <a:gd name="connsiteX32" fmla="*/ 1028574 w 1896432"/>
              <a:gd name="connsiteY32" fmla="*/ 152895 h 1601150"/>
              <a:gd name="connsiteX33" fmla="*/ 1060717 w 1896432"/>
              <a:gd name="connsiteY33" fmla="*/ 39183 h 1601150"/>
              <a:gd name="connsiteX34" fmla="*/ 1092859 w 1896432"/>
              <a:gd name="connsiteY34" fmla="*/ 0 h 1601150"/>
              <a:gd name="connsiteX35" fmla="*/ 1125002 w 1896432"/>
              <a:gd name="connsiteY35" fmla="*/ 39183 h 1601150"/>
              <a:gd name="connsiteX36" fmla="*/ 1157145 w 1896432"/>
              <a:gd name="connsiteY36" fmla="*/ 152895 h 1601150"/>
              <a:gd name="connsiteX37" fmla="*/ 1189288 w 1896432"/>
              <a:gd name="connsiteY37" fmla="*/ 330011 h 1601150"/>
              <a:gd name="connsiteX38" fmla="*/ 1221431 w 1896432"/>
              <a:gd name="connsiteY38" fmla="*/ 553182 h 1601150"/>
              <a:gd name="connsiteX39" fmla="*/ 1253574 w 1896432"/>
              <a:gd name="connsiteY39" fmla="*/ 800575 h 1601150"/>
              <a:gd name="connsiteX40" fmla="*/ 1285717 w 1896432"/>
              <a:gd name="connsiteY40" fmla="*/ 1047967 h 1601150"/>
              <a:gd name="connsiteX41" fmla="*/ 1317860 w 1896432"/>
              <a:gd name="connsiteY41" fmla="*/ 1271139 h 1601150"/>
              <a:gd name="connsiteX42" fmla="*/ 1350003 w 1896432"/>
              <a:gd name="connsiteY42" fmla="*/ 1448255 h 1601150"/>
              <a:gd name="connsiteX43" fmla="*/ 1382146 w 1896432"/>
              <a:gd name="connsiteY43" fmla="*/ 1561967 h 1601150"/>
              <a:gd name="connsiteX44" fmla="*/ 1414288 w 1896432"/>
              <a:gd name="connsiteY44" fmla="*/ 1601150 h 1601150"/>
              <a:gd name="connsiteX45" fmla="*/ 1446432 w 1896432"/>
              <a:gd name="connsiteY45" fmla="*/ 1561967 h 1601150"/>
              <a:gd name="connsiteX46" fmla="*/ 1478574 w 1896432"/>
              <a:gd name="connsiteY46" fmla="*/ 1448255 h 1601150"/>
              <a:gd name="connsiteX47" fmla="*/ 1510717 w 1896432"/>
              <a:gd name="connsiteY47" fmla="*/ 1271139 h 1601150"/>
              <a:gd name="connsiteX48" fmla="*/ 1542860 w 1896432"/>
              <a:gd name="connsiteY48" fmla="*/ 1047967 h 1601150"/>
              <a:gd name="connsiteX49" fmla="*/ 1575003 w 1896432"/>
              <a:gd name="connsiteY49" fmla="*/ 800575 h 1601150"/>
              <a:gd name="connsiteX50" fmla="*/ 1607146 w 1896432"/>
              <a:gd name="connsiteY50" fmla="*/ 553182 h 1601150"/>
              <a:gd name="connsiteX51" fmla="*/ 1639289 w 1896432"/>
              <a:gd name="connsiteY51" fmla="*/ 330011 h 1601150"/>
              <a:gd name="connsiteX52" fmla="*/ 1671432 w 1896432"/>
              <a:gd name="connsiteY52" fmla="*/ 152895 h 1601150"/>
              <a:gd name="connsiteX53" fmla="*/ 1703575 w 1896432"/>
              <a:gd name="connsiteY53" fmla="*/ 39183 h 1601150"/>
              <a:gd name="connsiteX54" fmla="*/ 1735718 w 1896432"/>
              <a:gd name="connsiteY54" fmla="*/ 0 h 1601150"/>
              <a:gd name="connsiteX55" fmla="*/ 1767861 w 1896432"/>
              <a:gd name="connsiteY55" fmla="*/ 39183 h 1601150"/>
              <a:gd name="connsiteX56" fmla="*/ 1800004 w 1896432"/>
              <a:gd name="connsiteY56" fmla="*/ 152895 h 1601150"/>
              <a:gd name="connsiteX57" fmla="*/ 1832147 w 1896432"/>
              <a:gd name="connsiteY57" fmla="*/ 330011 h 1601150"/>
              <a:gd name="connsiteX58" fmla="*/ 1864290 w 1896432"/>
              <a:gd name="connsiteY58" fmla="*/ 553182 h 1601150"/>
              <a:gd name="connsiteX59" fmla="*/ 1896432 w 1896432"/>
              <a:gd name="connsiteY59" fmla="*/ 800575 h 1601150"/>
              <a:gd name="connsiteX0" fmla="*/ 0 w 1864289"/>
              <a:gd name="connsiteY0" fmla="*/ 1271139 h 1601150"/>
              <a:gd name="connsiteX1" fmla="*/ 32143 w 1864289"/>
              <a:gd name="connsiteY1" fmla="*/ 1448255 h 1601150"/>
              <a:gd name="connsiteX2" fmla="*/ 64286 w 1864289"/>
              <a:gd name="connsiteY2" fmla="*/ 1561967 h 1601150"/>
              <a:gd name="connsiteX3" fmla="*/ 96429 w 1864289"/>
              <a:gd name="connsiteY3" fmla="*/ 1601150 h 1601150"/>
              <a:gd name="connsiteX4" fmla="*/ 128572 w 1864289"/>
              <a:gd name="connsiteY4" fmla="*/ 1561967 h 1601150"/>
              <a:gd name="connsiteX5" fmla="*/ 160714 w 1864289"/>
              <a:gd name="connsiteY5" fmla="*/ 1448255 h 1601150"/>
              <a:gd name="connsiteX6" fmla="*/ 192858 w 1864289"/>
              <a:gd name="connsiteY6" fmla="*/ 1271139 h 1601150"/>
              <a:gd name="connsiteX7" fmla="*/ 225000 w 1864289"/>
              <a:gd name="connsiteY7" fmla="*/ 1047967 h 1601150"/>
              <a:gd name="connsiteX8" fmla="*/ 257143 w 1864289"/>
              <a:gd name="connsiteY8" fmla="*/ 800575 h 1601150"/>
              <a:gd name="connsiteX9" fmla="*/ 289286 w 1864289"/>
              <a:gd name="connsiteY9" fmla="*/ 553182 h 1601150"/>
              <a:gd name="connsiteX10" fmla="*/ 321429 w 1864289"/>
              <a:gd name="connsiteY10" fmla="*/ 330011 h 1601150"/>
              <a:gd name="connsiteX11" fmla="*/ 353572 w 1864289"/>
              <a:gd name="connsiteY11" fmla="*/ 152895 h 1601150"/>
              <a:gd name="connsiteX12" fmla="*/ 385715 w 1864289"/>
              <a:gd name="connsiteY12" fmla="*/ 39183 h 1601150"/>
              <a:gd name="connsiteX13" fmla="*/ 417858 w 1864289"/>
              <a:gd name="connsiteY13" fmla="*/ 0 h 1601150"/>
              <a:gd name="connsiteX14" fmla="*/ 450001 w 1864289"/>
              <a:gd name="connsiteY14" fmla="*/ 39183 h 1601150"/>
              <a:gd name="connsiteX15" fmla="*/ 482144 w 1864289"/>
              <a:gd name="connsiteY15" fmla="*/ 152895 h 1601150"/>
              <a:gd name="connsiteX16" fmla="*/ 514287 w 1864289"/>
              <a:gd name="connsiteY16" fmla="*/ 330011 h 1601150"/>
              <a:gd name="connsiteX17" fmla="*/ 546429 w 1864289"/>
              <a:gd name="connsiteY17" fmla="*/ 553182 h 1601150"/>
              <a:gd name="connsiteX18" fmla="*/ 578572 w 1864289"/>
              <a:gd name="connsiteY18" fmla="*/ 800575 h 1601150"/>
              <a:gd name="connsiteX19" fmla="*/ 610716 w 1864289"/>
              <a:gd name="connsiteY19" fmla="*/ 1047967 h 1601150"/>
              <a:gd name="connsiteX20" fmla="*/ 642858 w 1864289"/>
              <a:gd name="connsiteY20" fmla="*/ 1271139 h 1601150"/>
              <a:gd name="connsiteX21" fmla="*/ 675001 w 1864289"/>
              <a:gd name="connsiteY21" fmla="*/ 1448255 h 1601150"/>
              <a:gd name="connsiteX22" fmla="*/ 707144 w 1864289"/>
              <a:gd name="connsiteY22" fmla="*/ 1561967 h 1601150"/>
              <a:gd name="connsiteX23" fmla="*/ 739287 w 1864289"/>
              <a:gd name="connsiteY23" fmla="*/ 1601150 h 1601150"/>
              <a:gd name="connsiteX24" fmla="*/ 771430 w 1864289"/>
              <a:gd name="connsiteY24" fmla="*/ 1561967 h 1601150"/>
              <a:gd name="connsiteX25" fmla="*/ 803573 w 1864289"/>
              <a:gd name="connsiteY25" fmla="*/ 1448255 h 1601150"/>
              <a:gd name="connsiteX26" fmla="*/ 835716 w 1864289"/>
              <a:gd name="connsiteY26" fmla="*/ 1271139 h 1601150"/>
              <a:gd name="connsiteX27" fmla="*/ 867859 w 1864289"/>
              <a:gd name="connsiteY27" fmla="*/ 1047967 h 1601150"/>
              <a:gd name="connsiteX28" fmla="*/ 900002 w 1864289"/>
              <a:gd name="connsiteY28" fmla="*/ 800575 h 1601150"/>
              <a:gd name="connsiteX29" fmla="*/ 932145 w 1864289"/>
              <a:gd name="connsiteY29" fmla="*/ 553182 h 1601150"/>
              <a:gd name="connsiteX30" fmla="*/ 964288 w 1864289"/>
              <a:gd name="connsiteY30" fmla="*/ 330011 h 1601150"/>
              <a:gd name="connsiteX31" fmla="*/ 996431 w 1864289"/>
              <a:gd name="connsiteY31" fmla="*/ 152895 h 1601150"/>
              <a:gd name="connsiteX32" fmla="*/ 1028574 w 1864289"/>
              <a:gd name="connsiteY32" fmla="*/ 39183 h 1601150"/>
              <a:gd name="connsiteX33" fmla="*/ 1060716 w 1864289"/>
              <a:gd name="connsiteY33" fmla="*/ 0 h 1601150"/>
              <a:gd name="connsiteX34" fmla="*/ 1092859 w 1864289"/>
              <a:gd name="connsiteY34" fmla="*/ 39183 h 1601150"/>
              <a:gd name="connsiteX35" fmla="*/ 1125002 w 1864289"/>
              <a:gd name="connsiteY35" fmla="*/ 152895 h 1601150"/>
              <a:gd name="connsiteX36" fmla="*/ 1157145 w 1864289"/>
              <a:gd name="connsiteY36" fmla="*/ 330011 h 1601150"/>
              <a:gd name="connsiteX37" fmla="*/ 1189288 w 1864289"/>
              <a:gd name="connsiteY37" fmla="*/ 553182 h 1601150"/>
              <a:gd name="connsiteX38" fmla="*/ 1221431 w 1864289"/>
              <a:gd name="connsiteY38" fmla="*/ 800575 h 1601150"/>
              <a:gd name="connsiteX39" fmla="*/ 1253574 w 1864289"/>
              <a:gd name="connsiteY39" fmla="*/ 1047967 h 1601150"/>
              <a:gd name="connsiteX40" fmla="*/ 1285717 w 1864289"/>
              <a:gd name="connsiteY40" fmla="*/ 1271139 h 1601150"/>
              <a:gd name="connsiteX41" fmla="*/ 1317860 w 1864289"/>
              <a:gd name="connsiteY41" fmla="*/ 1448255 h 1601150"/>
              <a:gd name="connsiteX42" fmla="*/ 1350003 w 1864289"/>
              <a:gd name="connsiteY42" fmla="*/ 1561967 h 1601150"/>
              <a:gd name="connsiteX43" fmla="*/ 1382145 w 1864289"/>
              <a:gd name="connsiteY43" fmla="*/ 1601150 h 1601150"/>
              <a:gd name="connsiteX44" fmla="*/ 1414289 w 1864289"/>
              <a:gd name="connsiteY44" fmla="*/ 1561967 h 1601150"/>
              <a:gd name="connsiteX45" fmla="*/ 1446431 w 1864289"/>
              <a:gd name="connsiteY45" fmla="*/ 1448255 h 1601150"/>
              <a:gd name="connsiteX46" fmla="*/ 1478574 w 1864289"/>
              <a:gd name="connsiteY46" fmla="*/ 1271139 h 1601150"/>
              <a:gd name="connsiteX47" fmla="*/ 1510717 w 1864289"/>
              <a:gd name="connsiteY47" fmla="*/ 1047967 h 1601150"/>
              <a:gd name="connsiteX48" fmla="*/ 1542860 w 1864289"/>
              <a:gd name="connsiteY48" fmla="*/ 800575 h 1601150"/>
              <a:gd name="connsiteX49" fmla="*/ 1575003 w 1864289"/>
              <a:gd name="connsiteY49" fmla="*/ 553182 h 1601150"/>
              <a:gd name="connsiteX50" fmla="*/ 1607146 w 1864289"/>
              <a:gd name="connsiteY50" fmla="*/ 330011 h 1601150"/>
              <a:gd name="connsiteX51" fmla="*/ 1639289 w 1864289"/>
              <a:gd name="connsiteY51" fmla="*/ 152895 h 1601150"/>
              <a:gd name="connsiteX52" fmla="*/ 1671432 w 1864289"/>
              <a:gd name="connsiteY52" fmla="*/ 39183 h 1601150"/>
              <a:gd name="connsiteX53" fmla="*/ 1703575 w 1864289"/>
              <a:gd name="connsiteY53" fmla="*/ 0 h 1601150"/>
              <a:gd name="connsiteX54" fmla="*/ 1735718 w 1864289"/>
              <a:gd name="connsiteY54" fmla="*/ 39183 h 1601150"/>
              <a:gd name="connsiteX55" fmla="*/ 1767861 w 1864289"/>
              <a:gd name="connsiteY55" fmla="*/ 152895 h 1601150"/>
              <a:gd name="connsiteX56" fmla="*/ 1800004 w 1864289"/>
              <a:gd name="connsiteY56" fmla="*/ 330011 h 1601150"/>
              <a:gd name="connsiteX57" fmla="*/ 1832147 w 1864289"/>
              <a:gd name="connsiteY57" fmla="*/ 553182 h 1601150"/>
              <a:gd name="connsiteX58" fmla="*/ 1864289 w 1864289"/>
              <a:gd name="connsiteY58" fmla="*/ 800575 h 1601150"/>
              <a:gd name="connsiteX0" fmla="*/ 0 w 1832146"/>
              <a:gd name="connsiteY0" fmla="*/ 1448255 h 1601150"/>
              <a:gd name="connsiteX1" fmla="*/ 32143 w 1832146"/>
              <a:gd name="connsiteY1" fmla="*/ 1561967 h 1601150"/>
              <a:gd name="connsiteX2" fmla="*/ 64286 w 1832146"/>
              <a:gd name="connsiteY2" fmla="*/ 1601150 h 1601150"/>
              <a:gd name="connsiteX3" fmla="*/ 96429 w 1832146"/>
              <a:gd name="connsiteY3" fmla="*/ 1561967 h 1601150"/>
              <a:gd name="connsiteX4" fmla="*/ 128571 w 1832146"/>
              <a:gd name="connsiteY4" fmla="*/ 1448255 h 1601150"/>
              <a:gd name="connsiteX5" fmla="*/ 160715 w 1832146"/>
              <a:gd name="connsiteY5" fmla="*/ 1271139 h 1601150"/>
              <a:gd name="connsiteX6" fmla="*/ 192857 w 1832146"/>
              <a:gd name="connsiteY6" fmla="*/ 1047967 h 1601150"/>
              <a:gd name="connsiteX7" fmla="*/ 225000 w 1832146"/>
              <a:gd name="connsiteY7" fmla="*/ 800575 h 1601150"/>
              <a:gd name="connsiteX8" fmla="*/ 257143 w 1832146"/>
              <a:gd name="connsiteY8" fmla="*/ 553182 h 1601150"/>
              <a:gd name="connsiteX9" fmla="*/ 289286 w 1832146"/>
              <a:gd name="connsiteY9" fmla="*/ 330011 h 1601150"/>
              <a:gd name="connsiteX10" fmla="*/ 321429 w 1832146"/>
              <a:gd name="connsiteY10" fmla="*/ 152895 h 1601150"/>
              <a:gd name="connsiteX11" fmla="*/ 353572 w 1832146"/>
              <a:gd name="connsiteY11" fmla="*/ 39183 h 1601150"/>
              <a:gd name="connsiteX12" fmla="*/ 385715 w 1832146"/>
              <a:gd name="connsiteY12" fmla="*/ 0 h 1601150"/>
              <a:gd name="connsiteX13" fmla="*/ 417858 w 1832146"/>
              <a:gd name="connsiteY13" fmla="*/ 39183 h 1601150"/>
              <a:gd name="connsiteX14" fmla="*/ 450001 w 1832146"/>
              <a:gd name="connsiteY14" fmla="*/ 152895 h 1601150"/>
              <a:gd name="connsiteX15" fmla="*/ 482144 w 1832146"/>
              <a:gd name="connsiteY15" fmla="*/ 330011 h 1601150"/>
              <a:gd name="connsiteX16" fmla="*/ 514286 w 1832146"/>
              <a:gd name="connsiteY16" fmla="*/ 553182 h 1601150"/>
              <a:gd name="connsiteX17" fmla="*/ 546429 w 1832146"/>
              <a:gd name="connsiteY17" fmla="*/ 800575 h 1601150"/>
              <a:gd name="connsiteX18" fmla="*/ 578573 w 1832146"/>
              <a:gd name="connsiteY18" fmla="*/ 1047967 h 1601150"/>
              <a:gd name="connsiteX19" fmla="*/ 610715 w 1832146"/>
              <a:gd name="connsiteY19" fmla="*/ 1271139 h 1601150"/>
              <a:gd name="connsiteX20" fmla="*/ 642858 w 1832146"/>
              <a:gd name="connsiteY20" fmla="*/ 1448255 h 1601150"/>
              <a:gd name="connsiteX21" fmla="*/ 675001 w 1832146"/>
              <a:gd name="connsiteY21" fmla="*/ 1561967 h 1601150"/>
              <a:gd name="connsiteX22" fmla="*/ 707144 w 1832146"/>
              <a:gd name="connsiteY22" fmla="*/ 1601150 h 1601150"/>
              <a:gd name="connsiteX23" fmla="*/ 739287 w 1832146"/>
              <a:gd name="connsiteY23" fmla="*/ 1561967 h 1601150"/>
              <a:gd name="connsiteX24" fmla="*/ 771430 w 1832146"/>
              <a:gd name="connsiteY24" fmla="*/ 1448255 h 1601150"/>
              <a:gd name="connsiteX25" fmla="*/ 803573 w 1832146"/>
              <a:gd name="connsiteY25" fmla="*/ 1271139 h 1601150"/>
              <a:gd name="connsiteX26" fmla="*/ 835716 w 1832146"/>
              <a:gd name="connsiteY26" fmla="*/ 1047967 h 1601150"/>
              <a:gd name="connsiteX27" fmla="*/ 867859 w 1832146"/>
              <a:gd name="connsiteY27" fmla="*/ 800575 h 1601150"/>
              <a:gd name="connsiteX28" fmla="*/ 900002 w 1832146"/>
              <a:gd name="connsiteY28" fmla="*/ 553182 h 1601150"/>
              <a:gd name="connsiteX29" fmla="*/ 932145 w 1832146"/>
              <a:gd name="connsiteY29" fmla="*/ 330011 h 1601150"/>
              <a:gd name="connsiteX30" fmla="*/ 964288 w 1832146"/>
              <a:gd name="connsiteY30" fmla="*/ 152895 h 1601150"/>
              <a:gd name="connsiteX31" fmla="*/ 996431 w 1832146"/>
              <a:gd name="connsiteY31" fmla="*/ 39183 h 1601150"/>
              <a:gd name="connsiteX32" fmla="*/ 1028573 w 1832146"/>
              <a:gd name="connsiteY32" fmla="*/ 0 h 1601150"/>
              <a:gd name="connsiteX33" fmla="*/ 1060716 w 1832146"/>
              <a:gd name="connsiteY33" fmla="*/ 39183 h 1601150"/>
              <a:gd name="connsiteX34" fmla="*/ 1092859 w 1832146"/>
              <a:gd name="connsiteY34" fmla="*/ 152895 h 1601150"/>
              <a:gd name="connsiteX35" fmla="*/ 1125002 w 1832146"/>
              <a:gd name="connsiteY35" fmla="*/ 330011 h 1601150"/>
              <a:gd name="connsiteX36" fmla="*/ 1157145 w 1832146"/>
              <a:gd name="connsiteY36" fmla="*/ 553182 h 1601150"/>
              <a:gd name="connsiteX37" fmla="*/ 1189288 w 1832146"/>
              <a:gd name="connsiteY37" fmla="*/ 800575 h 1601150"/>
              <a:gd name="connsiteX38" fmla="*/ 1221431 w 1832146"/>
              <a:gd name="connsiteY38" fmla="*/ 1047967 h 1601150"/>
              <a:gd name="connsiteX39" fmla="*/ 1253574 w 1832146"/>
              <a:gd name="connsiteY39" fmla="*/ 1271139 h 1601150"/>
              <a:gd name="connsiteX40" fmla="*/ 1285717 w 1832146"/>
              <a:gd name="connsiteY40" fmla="*/ 1448255 h 1601150"/>
              <a:gd name="connsiteX41" fmla="*/ 1317860 w 1832146"/>
              <a:gd name="connsiteY41" fmla="*/ 1561967 h 1601150"/>
              <a:gd name="connsiteX42" fmla="*/ 1350002 w 1832146"/>
              <a:gd name="connsiteY42" fmla="*/ 1601150 h 1601150"/>
              <a:gd name="connsiteX43" fmla="*/ 1382146 w 1832146"/>
              <a:gd name="connsiteY43" fmla="*/ 1561967 h 1601150"/>
              <a:gd name="connsiteX44" fmla="*/ 1414288 w 1832146"/>
              <a:gd name="connsiteY44" fmla="*/ 1448255 h 1601150"/>
              <a:gd name="connsiteX45" fmla="*/ 1446431 w 1832146"/>
              <a:gd name="connsiteY45" fmla="*/ 1271139 h 1601150"/>
              <a:gd name="connsiteX46" fmla="*/ 1478574 w 1832146"/>
              <a:gd name="connsiteY46" fmla="*/ 1047967 h 1601150"/>
              <a:gd name="connsiteX47" fmla="*/ 1510717 w 1832146"/>
              <a:gd name="connsiteY47" fmla="*/ 800575 h 1601150"/>
              <a:gd name="connsiteX48" fmla="*/ 1542860 w 1832146"/>
              <a:gd name="connsiteY48" fmla="*/ 553182 h 1601150"/>
              <a:gd name="connsiteX49" fmla="*/ 1575003 w 1832146"/>
              <a:gd name="connsiteY49" fmla="*/ 330011 h 1601150"/>
              <a:gd name="connsiteX50" fmla="*/ 1607146 w 1832146"/>
              <a:gd name="connsiteY50" fmla="*/ 152895 h 1601150"/>
              <a:gd name="connsiteX51" fmla="*/ 1639289 w 1832146"/>
              <a:gd name="connsiteY51" fmla="*/ 39183 h 1601150"/>
              <a:gd name="connsiteX52" fmla="*/ 1671432 w 1832146"/>
              <a:gd name="connsiteY52" fmla="*/ 0 h 1601150"/>
              <a:gd name="connsiteX53" fmla="*/ 1703575 w 1832146"/>
              <a:gd name="connsiteY53" fmla="*/ 39183 h 1601150"/>
              <a:gd name="connsiteX54" fmla="*/ 1735718 w 1832146"/>
              <a:gd name="connsiteY54" fmla="*/ 152895 h 1601150"/>
              <a:gd name="connsiteX55" fmla="*/ 1767861 w 1832146"/>
              <a:gd name="connsiteY55" fmla="*/ 330011 h 1601150"/>
              <a:gd name="connsiteX56" fmla="*/ 1800004 w 1832146"/>
              <a:gd name="connsiteY56" fmla="*/ 553182 h 1601150"/>
              <a:gd name="connsiteX57" fmla="*/ 1832146 w 1832146"/>
              <a:gd name="connsiteY57" fmla="*/ 800575 h 1601150"/>
              <a:gd name="connsiteX0" fmla="*/ 0 w 1800003"/>
              <a:gd name="connsiteY0" fmla="*/ 1561967 h 1601150"/>
              <a:gd name="connsiteX1" fmla="*/ 32143 w 1800003"/>
              <a:gd name="connsiteY1" fmla="*/ 1601150 h 1601150"/>
              <a:gd name="connsiteX2" fmla="*/ 64286 w 1800003"/>
              <a:gd name="connsiteY2" fmla="*/ 1561967 h 1601150"/>
              <a:gd name="connsiteX3" fmla="*/ 96428 w 1800003"/>
              <a:gd name="connsiteY3" fmla="*/ 1448255 h 1601150"/>
              <a:gd name="connsiteX4" fmla="*/ 128572 w 1800003"/>
              <a:gd name="connsiteY4" fmla="*/ 1271139 h 1601150"/>
              <a:gd name="connsiteX5" fmla="*/ 160714 w 1800003"/>
              <a:gd name="connsiteY5" fmla="*/ 1047967 h 1601150"/>
              <a:gd name="connsiteX6" fmla="*/ 192857 w 1800003"/>
              <a:gd name="connsiteY6" fmla="*/ 800575 h 1601150"/>
              <a:gd name="connsiteX7" fmla="*/ 225000 w 1800003"/>
              <a:gd name="connsiteY7" fmla="*/ 553182 h 1601150"/>
              <a:gd name="connsiteX8" fmla="*/ 257143 w 1800003"/>
              <a:gd name="connsiteY8" fmla="*/ 330011 h 1601150"/>
              <a:gd name="connsiteX9" fmla="*/ 289286 w 1800003"/>
              <a:gd name="connsiteY9" fmla="*/ 152895 h 1601150"/>
              <a:gd name="connsiteX10" fmla="*/ 321429 w 1800003"/>
              <a:gd name="connsiteY10" fmla="*/ 39183 h 1601150"/>
              <a:gd name="connsiteX11" fmla="*/ 353572 w 1800003"/>
              <a:gd name="connsiteY11" fmla="*/ 0 h 1601150"/>
              <a:gd name="connsiteX12" fmla="*/ 385715 w 1800003"/>
              <a:gd name="connsiteY12" fmla="*/ 39183 h 1601150"/>
              <a:gd name="connsiteX13" fmla="*/ 417858 w 1800003"/>
              <a:gd name="connsiteY13" fmla="*/ 152895 h 1601150"/>
              <a:gd name="connsiteX14" fmla="*/ 450001 w 1800003"/>
              <a:gd name="connsiteY14" fmla="*/ 330011 h 1601150"/>
              <a:gd name="connsiteX15" fmla="*/ 482143 w 1800003"/>
              <a:gd name="connsiteY15" fmla="*/ 553182 h 1601150"/>
              <a:gd name="connsiteX16" fmla="*/ 514286 w 1800003"/>
              <a:gd name="connsiteY16" fmla="*/ 800575 h 1601150"/>
              <a:gd name="connsiteX17" fmla="*/ 546430 w 1800003"/>
              <a:gd name="connsiteY17" fmla="*/ 1047967 h 1601150"/>
              <a:gd name="connsiteX18" fmla="*/ 578572 w 1800003"/>
              <a:gd name="connsiteY18" fmla="*/ 1271139 h 1601150"/>
              <a:gd name="connsiteX19" fmla="*/ 610715 w 1800003"/>
              <a:gd name="connsiteY19" fmla="*/ 1448255 h 1601150"/>
              <a:gd name="connsiteX20" fmla="*/ 642858 w 1800003"/>
              <a:gd name="connsiteY20" fmla="*/ 1561967 h 1601150"/>
              <a:gd name="connsiteX21" fmla="*/ 675001 w 1800003"/>
              <a:gd name="connsiteY21" fmla="*/ 1601150 h 1601150"/>
              <a:gd name="connsiteX22" fmla="*/ 707144 w 1800003"/>
              <a:gd name="connsiteY22" fmla="*/ 1561967 h 1601150"/>
              <a:gd name="connsiteX23" fmla="*/ 739287 w 1800003"/>
              <a:gd name="connsiteY23" fmla="*/ 1448255 h 1601150"/>
              <a:gd name="connsiteX24" fmla="*/ 771430 w 1800003"/>
              <a:gd name="connsiteY24" fmla="*/ 1271139 h 1601150"/>
              <a:gd name="connsiteX25" fmla="*/ 803573 w 1800003"/>
              <a:gd name="connsiteY25" fmla="*/ 1047967 h 1601150"/>
              <a:gd name="connsiteX26" fmla="*/ 835716 w 1800003"/>
              <a:gd name="connsiteY26" fmla="*/ 800575 h 1601150"/>
              <a:gd name="connsiteX27" fmla="*/ 867859 w 1800003"/>
              <a:gd name="connsiteY27" fmla="*/ 553182 h 1601150"/>
              <a:gd name="connsiteX28" fmla="*/ 900002 w 1800003"/>
              <a:gd name="connsiteY28" fmla="*/ 330011 h 1601150"/>
              <a:gd name="connsiteX29" fmla="*/ 932145 w 1800003"/>
              <a:gd name="connsiteY29" fmla="*/ 152895 h 1601150"/>
              <a:gd name="connsiteX30" fmla="*/ 964288 w 1800003"/>
              <a:gd name="connsiteY30" fmla="*/ 39183 h 1601150"/>
              <a:gd name="connsiteX31" fmla="*/ 996430 w 1800003"/>
              <a:gd name="connsiteY31" fmla="*/ 0 h 1601150"/>
              <a:gd name="connsiteX32" fmla="*/ 1028573 w 1800003"/>
              <a:gd name="connsiteY32" fmla="*/ 39183 h 1601150"/>
              <a:gd name="connsiteX33" fmla="*/ 1060716 w 1800003"/>
              <a:gd name="connsiteY33" fmla="*/ 152895 h 1601150"/>
              <a:gd name="connsiteX34" fmla="*/ 1092859 w 1800003"/>
              <a:gd name="connsiteY34" fmla="*/ 330011 h 1601150"/>
              <a:gd name="connsiteX35" fmla="*/ 1125002 w 1800003"/>
              <a:gd name="connsiteY35" fmla="*/ 553182 h 1601150"/>
              <a:gd name="connsiteX36" fmla="*/ 1157145 w 1800003"/>
              <a:gd name="connsiteY36" fmla="*/ 800575 h 1601150"/>
              <a:gd name="connsiteX37" fmla="*/ 1189288 w 1800003"/>
              <a:gd name="connsiteY37" fmla="*/ 1047967 h 1601150"/>
              <a:gd name="connsiteX38" fmla="*/ 1221431 w 1800003"/>
              <a:gd name="connsiteY38" fmla="*/ 1271139 h 1601150"/>
              <a:gd name="connsiteX39" fmla="*/ 1253574 w 1800003"/>
              <a:gd name="connsiteY39" fmla="*/ 1448255 h 1601150"/>
              <a:gd name="connsiteX40" fmla="*/ 1285717 w 1800003"/>
              <a:gd name="connsiteY40" fmla="*/ 1561967 h 1601150"/>
              <a:gd name="connsiteX41" fmla="*/ 1317859 w 1800003"/>
              <a:gd name="connsiteY41" fmla="*/ 1601150 h 1601150"/>
              <a:gd name="connsiteX42" fmla="*/ 1350003 w 1800003"/>
              <a:gd name="connsiteY42" fmla="*/ 1561967 h 1601150"/>
              <a:gd name="connsiteX43" fmla="*/ 1382145 w 1800003"/>
              <a:gd name="connsiteY43" fmla="*/ 1448255 h 1601150"/>
              <a:gd name="connsiteX44" fmla="*/ 1414288 w 1800003"/>
              <a:gd name="connsiteY44" fmla="*/ 1271139 h 1601150"/>
              <a:gd name="connsiteX45" fmla="*/ 1446431 w 1800003"/>
              <a:gd name="connsiteY45" fmla="*/ 1047967 h 1601150"/>
              <a:gd name="connsiteX46" fmla="*/ 1478574 w 1800003"/>
              <a:gd name="connsiteY46" fmla="*/ 800575 h 1601150"/>
              <a:gd name="connsiteX47" fmla="*/ 1510717 w 1800003"/>
              <a:gd name="connsiteY47" fmla="*/ 553182 h 1601150"/>
              <a:gd name="connsiteX48" fmla="*/ 1542860 w 1800003"/>
              <a:gd name="connsiteY48" fmla="*/ 330011 h 1601150"/>
              <a:gd name="connsiteX49" fmla="*/ 1575003 w 1800003"/>
              <a:gd name="connsiteY49" fmla="*/ 152895 h 1601150"/>
              <a:gd name="connsiteX50" fmla="*/ 1607146 w 1800003"/>
              <a:gd name="connsiteY50" fmla="*/ 39183 h 1601150"/>
              <a:gd name="connsiteX51" fmla="*/ 1639289 w 1800003"/>
              <a:gd name="connsiteY51" fmla="*/ 0 h 1601150"/>
              <a:gd name="connsiteX52" fmla="*/ 1671432 w 1800003"/>
              <a:gd name="connsiteY52" fmla="*/ 39183 h 1601150"/>
              <a:gd name="connsiteX53" fmla="*/ 1703575 w 1800003"/>
              <a:gd name="connsiteY53" fmla="*/ 152895 h 1601150"/>
              <a:gd name="connsiteX54" fmla="*/ 1735718 w 1800003"/>
              <a:gd name="connsiteY54" fmla="*/ 330011 h 1601150"/>
              <a:gd name="connsiteX55" fmla="*/ 1767861 w 1800003"/>
              <a:gd name="connsiteY55" fmla="*/ 553182 h 1601150"/>
              <a:gd name="connsiteX56" fmla="*/ 1800003 w 1800003"/>
              <a:gd name="connsiteY56" fmla="*/ 800575 h 1601150"/>
              <a:gd name="connsiteX0" fmla="*/ 0 w 1767860"/>
              <a:gd name="connsiteY0" fmla="*/ 1601150 h 1601150"/>
              <a:gd name="connsiteX1" fmla="*/ 32143 w 1767860"/>
              <a:gd name="connsiteY1" fmla="*/ 1561967 h 1601150"/>
              <a:gd name="connsiteX2" fmla="*/ 64285 w 1767860"/>
              <a:gd name="connsiteY2" fmla="*/ 1448255 h 1601150"/>
              <a:gd name="connsiteX3" fmla="*/ 96429 w 1767860"/>
              <a:gd name="connsiteY3" fmla="*/ 1271139 h 1601150"/>
              <a:gd name="connsiteX4" fmla="*/ 128571 w 1767860"/>
              <a:gd name="connsiteY4" fmla="*/ 1047967 h 1601150"/>
              <a:gd name="connsiteX5" fmla="*/ 160714 w 1767860"/>
              <a:gd name="connsiteY5" fmla="*/ 800575 h 1601150"/>
              <a:gd name="connsiteX6" fmla="*/ 192857 w 1767860"/>
              <a:gd name="connsiteY6" fmla="*/ 553182 h 1601150"/>
              <a:gd name="connsiteX7" fmla="*/ 225000 w 1767860"/>
              <a:gd name="connsiteY7" fmla="*/ 330011 h 1601150"/>
              <a:gd name="connsiteX8" fmla="*/ 257143 w 1767860"/>
              <a:gd name="connsiteY8" fmla="*/ 152895 h 1601150"/>
              <a:gd name="connsiteX9" fmla="*/ 289286 w 1767860"/>
              <a:gd name="connsiteY9" fmla="*/ 39183 h 1601150"/>
              <a:gd name="connsiteX10" fmla="*/ 321429 w 1767860"/>
              <a:gd name="connsiteY10" fmla="*/ 0 h 1601150"/>
              <a:gd name="connsiteX11" fmla="*/ 353572 w 1767860"/>
              <a:gd name="connsiteY11" fmla="*/ 39183 h 1601150"/>
              <a:gd name="connsiteX12" fmla="*/ 385715 w 1767860"/>
              <a:gd name="connsiteY12" fmla="*/ 152895 h 1601150"/>
              <a:gd name="connsiteX13" fmla="*/ 417858 w 1767860"/>
              <a:gd name="connsiteY13" fmla="*/ 330011 h 1601150"/>
              <a:gd name="connsiteX14" fmla="*/ 450000 w 1767860"/>
              <a:gd name="connsiteY14" fmla="*/ 553182 h 1601150"/>
              <a:gd name="connsiteX15" fmla="*/ 482143 w 1767860"/>
              <a:gd name="connsiteY15" fmla="*/ 800575 h 1601150"/>
              <a:gd name="connsiteX16" fmla="*/ 514287 w 1767860"/>
              <a:gd name="connsiteY16" fmla="*/ 1047967 h 1601150"/>
              <a:gd name="connsiteX17" fmla="*/ 546429 w 1767860"/>
              <a:gd name="connsiteY17" fmla="*/ 1271139 h 1601150"/>
              <a:gd name="connsiteX18" fmla="*/ 578572 w 1767860"/>
              <a:gd name="connsiteY18" fmla="*/ 1448255 h 1601150"/>
              <a:gd name="connsiteX19" fmla="*/ 610715 w 1767860"/>
              <a:gd name="connsiteY19" fmla="*/ 1561967 h 1601150"/>
              <a:gd name="connsiteX20" fmla="*/ 642858 w 1767860"/>
              <a:gd name="connsiteY20" fmla="*/ 1601150 h 1601150"/>
              <a:gd name="connsiteX21" fmla="*/ 675001 w 1767860"/>
              <a:gd name="connsiteY21" fmla="*/ 1561967 h 1601150"/>
              <a:gd name="connsiteX22" fmla="*/ 707144 w 1767860"/>
              <a:gd name="connsiteY22" fmla="*/ 1448255 h 1601150"/>
              <a:gd name="connsiteX23" fmla="*/ 739287 w 1767860"/>
              <a:gd name="connsiteY23" fmla="*/ 1271139 h 1601150"/>
              <a:gd name="connsiteX24" fmla="*/ 771430 w 1767860"/>
              <a:gd name="connsiteY24" fmla="*/ 1047967 h 1601150"/>
              <a:gd name="connsiteX25" fmla="*/ 803573 w 1767860"/>
              <a:gd name="connsiteY25" fmla="*/ 800575 h 1601150"/>
              <a:gd name="connsiteX26" fmla="*/ 835716 w 1767860"/>
              <a:gd name="connsiteY26" fmla="*/ 553182 h 1601150"/>
              <a:gd name="connsiteX27" fmla="*/ 867859 w 1767860"/>
              <a:gd name="connsiteY27" fmla="*/ 330011 h 1601150"/>
              <a:gd name="connsiteX28" fmla="*/ 900002 w 1767860"/>
              <a:gd name="connsiteY28" fmla="*/ 152895 h 1601150"/>
              <a:gd name="connsiteX29" fmla="*/ 932145 w 1767860"/>
              <a:gd name="connsiteY29" fmla="*/ 39183 h 1601150"/>
              <a:gd name="connsiteX30" fmla="*/ 964287 w 1767860"/>
              <a:gd name="connsiteY30" fmla="*/ 0 h 1601150"/>
              <a:gd name="connsiteX31" fmla="*/ 996430 w 1767860"/>
              <a:gd name="connsiteY31" fmla="*/ 39183 h 1601150"/>
              <a:gd name="connsiteX32" fmla="*/ 1028573 w 1767860"/>
              <a:gd name="connsiteY32" fmla="*/ 152895 h 1601150"/>
              <a:gd name="connsiteX33" fmla="*/ 1060716 w 1767860"/>
              <a:gd name="connsiteY33" fmla="*/ 330011 h 1601150"/>
              <a:gd name="connsiteX34" fmla="*/ 1092859 w 1767860"/>
              <a:gd name="connsiteY34" fmla="*/ 553182 h 1601150"/>
              <a:gd name="connsiteX35" fmla="*/ 1125002 w 1767860"/>
              <a:gd name="connsiteY35" fmla="*/ 800575 h 1601150"/>
              <a:gd name="connsiteX36" fmla="*/ 1157145 w 1767860"/>
              <a:gd name="connsiteY36" fmla="*/ 1047967 h 1601150"/>
              <a:gd name="connsiteX37" fmla="*/ 1189288 w 1767860"/>
              <a:gd name="connsiteY37" fmla="*/ 1271139 h 1601150"/>
              <a:gd name="connsiteX38" fmla="*/ 1221431 w 1767860"/>
              <a:gd name="connsiteY38" fmla="*/ 1448255 h 1601150"/>
              <a:gd name="connsiteX39" fmla="*/ 1253574 w 1767860"/>
              <a:gd name="connsiteY39" fmla="*/ 1561967 h 1601150"/>
              <a:gd name="connsiteX40" fmla="*/ 1285716 w 1767860"/>
              <a:gd name="connsiteY40" fmla="*/ 1601150 h 1601150"/>
              <a:gd name="connsiteX41" fmla="*/ 1317860 w 1767860"/>
              <a:gd name="connsiteY41" fmla="*/ 1561967 h 1601150"/>
              <a:gd name="connsiteX42" fmla="*/ 1350002 w 1767860"/>
              <a:gd name="connsiteY42" fmla="*/ 1448255 h 1601150"/>
              <a:gd name="connsiteX43" fmla="*/ 1382145 w 1767860"/>
              <a:gd name="connsiteY43" fmla="*/ 1271139 h 1601150"/>
              <a:gd name="connsiteX44" fmla="*/ 1414288 w 1767860"/>
              <a:gd name="connsiteY44" fmla="*/ 1047967 h 1601150"/>
              <a:gd name="connsiteX45" fmla="*/ 1446431 w 1767860"/>
              <a:gd name="connsiteY45" fmla="*/ 800575 h 1601150"/>
              <a:gd name="connsiteX46" fmla="*/ 1478574 w 1767860"/>
              <a:gd name="connsiteY46" fmla="*/ 553182 h 1601150"/>
              <a:gd name="connsiteX47" fmla="*/ 1510717 w 1767860"/>
              <a:gd name="connsiteY47" fmla="*/ 330011 h 1601150"/>
              <a:gd name="connsiteX48" fmla="*/ 1542860 w 1767860"/>
              <a:gd name="connsiteY48" fmla="*/ 152895 h 1601150"/>
              <a:gd name="connsiteX49" fmla="*/ 1575003 w 1767860"/>
              <a:gd name="connsiteY49" fmla="*/ 39183 h 1601150"/>
              <a:gd name="connsiteX50" fmla="*/ 1607146 w 1767860"/>
              <a:gd name="connsiteY50" fmla="*/ 0 h 1601150"/>
              <a:gd name="connsiteX51" fmla="*/ 1639289 w 1767860"/>
              <a:gd name="connsiteY51" fmla="*/ 39183 h 1601150"/>
              <a:gd name="connsiteX52" fmla="*/ 1671432 w 1767860"/>
              <a:gd name="connsiteY52" fmla="*/ 152895 h 1601150"/>
              <a:gd name="connsiteX53" fmla="*/ 1703575 w 1767860"/>
              <a:gd name="connsiteY53" fmla="*/ 330011 h 1601150"/>
              <a:gd name="connsiteX54" fmla="*/ 1735718 w 1767860"/>
              <a:gd name="connsiteY54" fmla="*/ 553182 h 1601150"/>
              <a:gd name="connsiteX55" fmla="*/ 1767860 w 1767860"/>
              <a:gd name="connsiteY55" fmla="*/ 800575 h 1601150"/>
              <a:gd name="connsiteX0" fmla="*/ 0 w 1735717"/>
              <a:gd name="connsiteY0" fmla="*/ 1561967 h 1601150"/>
              <a:gd name="connsiteX1" fmla="*/ 32142 w 1735717"/>
              <a:gd name="connsiteY1" fmla="*/ 1448255 h 1601150"/>
              <a:gd name="connsiteX2" fmla="*/ 64286 w 1735717"/>
              <a:gd name="connsiteY2" fmla="*/ 1271139 h 1601150"/>
              <a:gd name="connsiteX3" fmla="*/ 96428 w 1735717"/>
              <a:gd name="connsiteY3" fmla="*/ 1047967 h 1601150"/>
              <a:gd name="connsiteX4" fmla="*/ 128571 w 1735717"/>
              <a:gd name="connsiteY4" fmla="*/ 800575 h 1601150"/>
              <a:gd name="connsiteX5" fmla="*/ 160714 w 1735717"/>
              <a:gd name="connsiteY5" fmla="*/ 553182 h 1601150"/>
              <a:gd name="connsiteX6" fmla="*/ 192857 w 1735717"/>
              <a:gd name="connsiteY6" fmla="*/ 330011 h 1601150"/>
              <a:gd name="connsiteX7" fmla="*/ 225000 w 1735717"/>
              <a:gd name="connsiteY7" fmla="*/ 152895 h 1601150"/>
              <a:gd name="connsiteX8" fmla="*/ 257143 w 1735717"/>
              <a:gd name="connsiteY8" fmla="*/ 39183 h 1601150"/>
              <a:gd name="connsiteX9" fmla="*/ 289286 w 1735717"/>
              <a:gd name="connsiteY9" fmla="*/ 0 h 1601150"/>
              <a:gd name="connsiteX10" fmla="*/ 321429 w 1735717"/>
              <a:gd name="connsiteY10" fmla="*/ 39183 h 1601150"/>
              <a:gd name="connsiteX11" fmla="*/ 353572 w 1735717"/>
              <a:gd name="connsiteY11" fmla="*/ 152895 h 1601150"/>
              <a:gd name="connsiteX12" fmla="*/ 385715 w 1735717"/>
              <a:gd name="connsiteY12" fmla="*/ 330011 h 1601150"/>
              <a:gd name="connsiteX13" fmla="*/ 417857 w 1735717"/>
              <a:gd name="connsiteY13" fmla="*/ 553182 h 1601150"/>
              <a:gd name="connsiteX14" fmla="*/ 450000 w 1735717"/>
              <a:gd name="connsiteY14" fmla="*/ 800575 h 1601150"/>
              <a:gd name="connsiteX15" fmla="*/ 482144 w 1735717"/>
              <a:gd name="connsiteY15" fmla="*/ 1047967 h 1601150"/>
              <a:gd name="connsiteX16" fmla="*/ 514286 w 1735717"/>
              <a:gd name="connsiteY16" fmla="*/ 1271139 h 1601150"/>
              <a:gd name="connsiteX17" fmla="*/ 546429 w 1735717"/>
              <a:gd name="connsiteY17" fmla="*/ 1448255 h 1601150"/>
              <a:gd name="connsiteX18" fmla="*/ 578572 w 1735717"/>
              <a:gd name="connsiteY18" fmla="*/ 1561967 h 1601150"/>
              <a:gd name="connsiteX19" fmla="*/ 610715 w 1735717"/>
              <a:gd name="connsiteY19" fmla="*/ 1601150 h 1601150"/>
              <a:gd name="connsiteX20" fmla="*/ 642858 w 1735717"/>
              <a:gd name="connsiteY20" fmla="*/ 1561967 h 1601150"/>
              <a:gd name="connsiteX21" fmla="*/ 675001 w 1735717"/>
              <a:gd name="connsiteY21" fmla="*/ 1448255 h 1601150"/>
              <a:gd name="connsiteX22" fmla="*/ 707144 w 1735717"/>
              <a:gd name="connsiteY22" fmla="*/ 1271139 h 1601150"/>
              <a:gd name="connsiteX23" fmla="*/ 739287 w 1735717"/>
              <a:gd name="connsiteY23" fmla="*/ 1047967 h 1601150"/>
              <a:gd name="connsiteX24" fmla="*/ 771430 w 1735717"/>
              <a:gd name="connsiteY24" fmla="*/ 800575 h 1601150"/>
              <a:gd name="connsiteX25" fmla="*/ 803573 w 1735717"/>
              <a:gd name="connsiteY25" fmla="*/ 553182 h 1601150"/>
              <a:gd name="connsiteX26" fmla="*/ 835716 w 1735717"/>
              <a:gd name="connsiteY26" fmla="*/ 330011 h 1601150"/>
              <a:gd name="connsiteX27" fmla="*/ 867859 w 1735717"/>
              <a:gd name="connsiteY27" fmla="*/ 152895 h 1601150"/>
              <a:gd name="connsiteX28" fmla="*/ 900002 w 1735717"/>
              <a:gd name="connsiteY28" fmla="*/ 39183 h 1601150"/>
              <a:gd name="connsiteX29" fmla="*/ 932144 w 1735717"/>
              <a:gd name="connsiteY29" fmla="*/ 0 h 1601150"/>
              <a:gd name="connsiteX30" fmla="*/ 964287 w 1735717"/>
              <a:gd name="connsiteY30" fmla="*/ 39183 h 1601150"/>
              <a:gd name="connsiteX31" fmla="*/ 996430 w 1735717"/>
              <a:gd name="connsiteY31" fmla="*/ 152895 h 1601150"/>
              <a:gd name="connsiteX32" fmla="*/ 1028573 w 1735717"/>
              <a:gd name="connsiteY32" fmla="*/ 330011 h 1601150"/>
              <a:gd name="connsiteX33" fmla="*/ 1060716 w 1735717"/>
              <a:gd name="connsiteY33" fmla="*/ 553182 h 1601150"/>
              <a:gd name="connsiteX34" fmla="*/ 1092859 w 1735717"/>
              <a:gd name="connsiteY34" fmla="*/ 800575 h 1601150"/>
              <a:gd name="connsiteX35" fmla="*/ 1125002 w 1735717"/>
              <a:gd name="connsiteY35" fmla="*/ 1047967 h 1601150"/>
              <a:gd name="connsiteX36" fmla="*/ 1157145 w 1735717"/>
              <a:gd name="connsiteY36" fmla="*/ 1271139 h 1601150"/>
              <a:gd name="connsiteX37" fmla="*/ 1189288 w 1735717"/>
              <a:gd name="connsiteY37" fmla="*/ 1448255 h 1601150"/>
              <a:gd name="connsiteX38" fmla="*/ 1221431 w 1735717"/>
              <a:gd name="connsiteY38" fmla="*/ 1561967 h 1601150"/>
              <a:gd name="connsiteX39" fmla="*/ 1253573 w 1735717"/>
              <a:gd name="connsiteY39" fmla="*/ 1601150 h 1601150"/>
              <a:gd name="connsiteX40" fmla="*/ 1285717 w 1735717"/>
              <a:gd name="connsiteY40" fmla="*/ 1561967 h 1601150"/>
              <a:gd name="connsiteX41" fmla="*/ 1317859 w 1735717"/>
              <a:gd name="connsiteY41" fmla="*/ 1448255 h 1601150"/>
              <a:gd name="connsiteX42" fmla="*/ 1350002 w 1735717"/>
              <a:gd name="connsiteY42" fmla="*/ 1271139 h 1601150"/>
              <a:gd name="connsiteX43" fmla="*/ 1382145 w 1735717"/>
              <a:gd name="connsiteY43" fmla="*/ 1047967 h 1601150"/>
              <a:gd name="connsiteX44" fmla="*/ 1414288 w 1735717"/>
              <a:gd name="connsiteY44" fmla="*/ 800575 h 1601150"/>
              <a:gd name="connsiteX45" fmla="*/ 1446431 w 1735717"/>
              <a:gd name="connsiteY45" fmla="*/ 553182 h 1601150"/>
              <a:gd name="connsiteX46" fmla="*/ 1478574 w 1735717"/>
              <a:gd name="connsiteY46" fmla="*/ 330011 h 1601150"/>
              <a:gd name="connsiteX47" fmla="*/ 1510717 w 1735717"/>
              <a:gd name="connsiteY47" fmla="*/ 152895 h 1601150"/>
              <a:gd name="connsiteX48" fmla="*/ 1542860 w 1735717"/>
              <a:gd name="connsiteY48" fmla="*/ 39183 h 1601150"/>
              <a:gd name="connsiteX49" fmla="*/ 1575003 w 1735717"/>
              <a:gd name="connsiteY49" fmla="*/ 0 h 1601150"/>
              <a:gd name="connsiteX50" fmla="*/ 1607146 w 1735717"/>
              <a:gd name="connsiteY50" fmla="*/ 39183 h 1601150"/>
              <a:gd name="connsiteX51" fmla="*/ 1639289 w 1735717"/>
              <a:gd name="connsiteY51" fmla="*/ 152895 h 1601150"/>
              <a:gd name="connsiteX52" fmla="*/ 1671432 w 1735717"/>
              <a:gd name="connsiteY52" fmla="*/ 330011 h 1601150"/>
              <a:gd name="connsiteX53" fmla="*/ 1703575 w 1735717"/>
              <a:gd name="connsiteY53" fmla="*/ 553182 h 1601150"/>
              <a:gd name="connsiteX54" fmla="*/ 1735717 w 1735717"/>
              <a:gd name="connsiteY54" fmla="*/ 800575 h 1601150"/>
              <a:gd name="connsiteX0" fmla="*/ 0 w 1703575"/>
              <a:gd name="connsiteY0" fmla="*/ 1448255 h 1601150"/>
              <a:gd name="connsiteX1" fmla="*/ 32144 w 1703575"/>
              <a:gd name="connsiteY1" fmla="*/ 1271139 h 1601150"/>
              <a:gd name="connsiteX2" fmla="*/ 64286 w 1703575"/>
              <a:gd name="connsiteY2" fmla="*/ 1047967 h 1601150"/>
              <a:gd name="connsiteX3" fmla="*/ 96429 w 1703575"/>
              <a:gd name="connsiteY3" fmla="*/ 800575 h 1601150"/>
              <a:gd name="connsiteX4" fmla="*/ 128572 w 1703575"/>
              <a:gd name="connsiteY4" fmla="*/ 553182 h 1601150"/>
              <a:gd name="connsiteX5" fmla="*/ 160715 w 1703575"/>
              <a:gd name="connsiteY5" fmla="*/ 330011 h 1601150"/>
              <a:gd name="connsiteX6" fmla="*/ 192858 w 1703575"/>
              <a:gd name="connsiteY6" fmla="*/ 152895 h 1601150"/>
              <a:gd name="connsiteX7" fmla="*/ 225001 w 1703575"/>
              <a:gd name="connsiteY7" fmla="*/ 39183 h 1601150"/>
              <a:gd name="connsiteX8" fmla="*/ 257144 w 1703575"/>
              <a:gd name="connsiteY8" fmla="*/ 0 h 1601150"/>
              <a:gd name="connsiteX9" fmla="*/ 289287 w 1703575"/>
              <a:gd name="connsiteY9" fmla="*/ 39183 h 1601150"/>
              <a:gd name="connsiteX10" fmla="*/ 321430 w 1703575"/>
              <a:gd name="connsiteY10" fmla="*/ 152895 h 1601150"/>
              <a:gd name="connsiteX11" fmla="*/ 353573 w 1703575"/>
              <a:gd name="connsiteY11" fmla="*/ 330011 h 1601150"/>
              <a:gd name="connsiteX12" fmla="*/ 385715 w 1703575"/>
              <a:gd name="connsiteY12" fmla="*/ 553182 h 1601150"/>
              <a:gd name="connsiteX13" fmla="*/ 417858 w 1703575"/>
              <a:gd name="connsiteY13" fmla="*/ 800575 h 1601150"/>
              <a:gd name="connsiteX14" fmla="*/ 450002 w 1703575"/>
              <a:gd name="connsiteY14" fmla="*/ 1047967 h 1601150"/>
              <a:gd name="connsiteX15" fmla="*/ 482144 w 1703575"/>
              <a:gd name="connsiteY15" fmla="*/ 1271139 h 1601150"/>
              <a:gd name="connsiteX16" fmla="*/ 514287 w 1703575"/>
              <a:gd name="connsiteY16" fmla="*/ 1448255 h 1601150"/>
              <a:gd name="connsiteX17" fmla="*/ 546430 w 1703575"/>
              <a:gd name="connsiteY17" fmla="*/ 1561967 h 1601150"/>
              <a:gd name="connsiteX18" fmla="*/ 578573 w 1703575"/>
              <a:gd name="connsiteY18" fmla="*/ 1601150 h 1601150"/>
              <a:gd name="connsiteX19" fmla="*/ 610716 w 1703575"/>
              <a:gd name="connsiteY19" fmla="*/ 1561967 h 1601150"/>
              <a:gd name="connsiteX20" fmla="*/ 642859 w 1703575"/>
              <a:gd name="connsiteY20" fmla="*/ 1448255 h 1601150"/>
              <a:gd name="connsiteX21" fmla="*/ 675002 w 1703575"/>
              <a:gd name="connsiteY21" fmla="*/ 1271139 h 1601150"/>
              <a:gd name="connsiteX22" fmla="*/ 707145 w 1703575"/>
              <a:gd name="connsiteY22" fmla="*/ 1047967 h 1601150"/>
              <a:gd name="connsiteX23" fmla="*/ 739288 w 1703575"/>
              <a:gd name="connsiteY23" fmla="*/ 800575 h 1601150"/>
              <a:gd name="connsiteX24" fmla="*/ 771431 w 1703575"/>
              <a:gd name="connsiteY24" fmla="*/ 553182 h 1601150"/>
              <a:gd name="connsiteX25" fmla="*/ 803574 w 1703575"/>
              <a:gd name="connsiteY25" fmla="*/ 330011 h 1601150"/>
              <a:gd name="connsiteX26" fmla="*/ 835717 w 1703575"/>
              <a:gd name="connsiteY26" fmla="*/ 152895 h 1601150"/>
              <a:gd name="connsiteX27" fmla="*/ 867860 w 1703575"/>
              <a:gd name="connsiteY27" fmla="*/ 39183 h 1601150"/>
              <a:gd name="connsiteX28" fmla="*/ 900002 w 1703575"/>
              <a:gd name="connsiteY28" fmla="*/ 0 h 1601150"/>
              <a:gd name="connsiteX29" fmla="*/ 932145 w 1703575"/>
              <a:gd name="connsiteY29" fmla="*/ 39183 h 1601150"/>
              <a:gd name="connsiteX30" fmla="*/ 964288 w 1703575"/>
              <a:gd name="connsiteY30" fmla="*/ 152895 h 1601150"/>
              <a:gd name="connsiteX31" fmla="*/ 996431 w 1703575"/>
              <a:gd name="connsiteY31" fmla="*/ 330011 h 1601150"/>
              <a:gd name="connsiteX32" fmla="*/ 1028574 w 1703575"/>
              <a:gd name="connsiteY32" fmla="*/ 553182 h 1601150"/>
              <a:gd name="connsiteX33" fmla="*/ 1060717 w 1703575"/>
              <a:gd name="connsiteY33" fmla="*/ 800575 h 1601150"/>
              <a:gd name="connsiteX34" fmla="*/ 1092860 w 1703575"/>
              <a:gd name="connsiteY34" fmla="*/ 1047967 h 1601150"/>
              <a:gd name="connsiteX35" fmla="*/ 1125003 w 1703575"/>
              <a:gd name="connsiteY35" fmla="*/ 1271139 h 1601150"/>
              <a:gd name="connsiteX36" fmla="*/ 1157146 w 1703575"/>
              <a:gd name="connsiteY36" fmla="*/ 1448255 h 1601150"/>
              <a:gd name="connsiteX37" fmla="*/ 1189289 w 1703575"/>
              <a:gd name="connsiteY37" fmla="*/ 1561967 h 1601150"/>
              <a:gd name="connsiteX38" fmla="*/ 1221431 w 1703575"/>
              <a:gd name="connsiteY38" fmla="*/ 1601150 h 1601150"/>
              <a:gd name="connsiteX39" fmla="*/ 1253575 w 1703575"/>
              <a:gd name="connsiteY39" fmla="*/ 1561967 h 1601150"/>
              <a:gd name="connsiteX40" fmla="*/ 1285717 w 1703575"/>
              <a:gd name="connsiteY40" fmla="*/ 1448255 h 1601150"/>
              <a:gd name="connsiteX41" fmla="*/ 1317860 w 1703575"/>
              <a:gd name="connsiteY41" fmla="*/ 1271139 h 1601150"/>
              <a:gd name="connsiteX42" fmla="*/ 1350003 w 1703575"/>
              <a:gd name="connsiteY42" fmla="*/ 1047967 h 1601150"/>
              <a:gd name="connsiteX43" fmla="*/ 1382146 w 1703575"/>
              <a:gd name="connsiteY43" fmla="*/ 800575 h 1601150"/>
              <a:gd name="connsiteX44" fmla="*/ 1414289 w 1703575"/>
              <a:gd name="connsiteY44" fmla="*/ 553182 h 1601150"/>
              <a:gd name="connsiteX45" fmla="*/ 1446432 w 1703575"/>
              <a:gd name="connsiteY45" fmla="*/ 330011 h 1601150"/>
              <a:gd name="connsiteX46" fmla="*/ 1478575 w 1703575"/>
              <a:gd name="connsiteY46" fmla="*/ 152895 h 1601150"/>
              <a:gd name="connsiteX47" fmla="*/ 1510718 w 1703575"/>
              <a:gd name="connsiteY47" fmla="*/ 39183 h 1601150"/>
              <a:gd name="connsiteX48" fmla="*/ 1542861 w 1703575"/>
              <a:gd name="connsiteY48" fmla="*/ 0 h 1601150"/>
              <a:gd name="connsiteX49" fmla="*/ 1575004 w 1703575"/>
              <a:gd name="connsiteY49" fmla="*/ 39183 h 1601150"/>
              <a:gd name="connsiteX50" fmla="*/ 1607147 w 1703575"/>
              <a:gd name="connsiteY50" fmla="*/ 152895 h 1601150"/>
              <a:gd name="connsiteX51" fmla="*/ 1639290 w 1703575"/>
              <a:gd name="connsiteY51" fmla="*/ 330011 h 1601150"/>
              <a:gd name="connsiteX52" fmla="*/ 1671433 w 1703575"/>
              <a:gd name="connsiteY52" fmla="*/ 553182 h 1601150"/>
              <a:gd name="connsiteX53" fmla="*/ 1703575 w 1703575"/>
              <a:gd name="connsiteY53" fmla="*/ 800575 h 1601150"/>
              <a:gd name="connsiteX0" fmla="*/ 0 w 1671431"/>
              <a:gd name="connsiteY0" fmla="*/ 1271139 h 1601150"/>
              <a:gd name="connsiteX1" fmla="*/ 32142 w 1671431"/>
              <a:gd name="connsiteY1" fmla="*/ 1047967 h 1601150"/>
              <a:gd name="connsiteX2" fmla="*/ 64285 w 1671431"/>
              <a:gd name="connsiteY2" fmla="*/ 800575 h 1601150"/>
              <a:gd name="connsiteX3" fmla="*/ 96428 w 1671431"/>
              <a:gd name="connsiteY3" fmla="*/ 553182 h 1601150"/>
              <a:gd name="connsiteX4" fmla="*/ 128571 w 1671431"/>
              <a:gd name="connsiteY4" fmla="*/ 330011 h 1601150"/>
              <a:gd name="connsiteX5" fmla="*/ 160714 w 1671431"/>
              <a:gd name="connsiteY5" fmla="*/ 152895 h 1601150"/>
              <a:gd name="connsiteX6" fmla="*/ 192857 w 1671431"/>
              <a:gd name="connsiteY6" fmla="*/ 39183 h 1601150"/>
              <a:gd name="connsiteX7" fmla="*/ 225000 w 1671431"/>
              <a:gd name="connsiteY7" fmla="*/ 0 h 1601150"/>
              <a:gd name="connsiteX8" fmla="*/ 257143 w 1671431"/>
              <a:gd name="connsiteY8" fmla="*/ 39183 h 1601150"/>
              <a:gd name="connsiteX9" fmla="*/ 289286 w 1671431"/>
              <a:gd name="connsiteY9" fmla="*/ 152895 h 1601150"/>
              <a:gd name="connsiteX10" fmla="*/ 321429 w 1671431"/>
              <a:gd name="connsiteY10" fmla="*/ 330011 h 1601150"/>
              <a:gd name="connsiteX11" fmla="*/ 353571 w 1671431"/>
              <a:gd name="connsiteY11" fmla="*/ 553182 h 1601150"/>
              <a:gd name="connsiteX12" fmla="*/ 385714 w 1671431"/>
              <a:gd name="connsiteY12" fmla="*/ 800575 h 1601150"/>
              <a:gd name="connsiteX13" fmla="*/ 417858 w 1671431"/>
              <a:gd name="connsiteY13" fmla="*/ 1047967 h 1601150"/>
              <a:gd name="connsiteX14" fmla="*/ 450000 w 1671431"/>
              <a:gd name="connsiteY14" fmla="*/ 1271139 h 1601150"/>
              <a:gd name="connsiteX15" fmla="*/ 482143 w 1671431"/>
              <a:gd name="connsiteY15" fmla="*/ 1448255 h 1601150"/>
              <a:gd name="connsiteX16" fmla="*/ 514286 w 1671431"/>
              <a:gd name="connsiteY16" fmla="*/ 1561967 h 1601150"/>
              <a:gd name="connsiteX17" fmla="*/ 546429 w 1671431"/>
              <a:gd name="connsiteY17" fmla="*/ 1601150 h 1601150"/>
              <a:gd name="connsiteX18" fmla="*/ 578572 w 1671431"/>
              <a:gd name="connsiteY18" fmla="*/ 1561967 h 1601150"/>
              <a:gd name="connsiteX19" fmla="*/ 610715 w 1671431"/>
              <a:gd name="connsiteY19" fmla="*/ 1448255 h 1601150"/>
              <a:gd name="connsiteX20" fmla="*/ 642858 w 1671431"/>
              <a:gd name="connsiteY20" fmla="*/ 1271139 h 1601150"/>
              <a:gd name="connsiteX21" fmla="*/ 675001 w 1671431"/>
              <a:gd name="connsiteY21" fmla="*/ 1047967 h 1601150"/>
              <a:gd name="connsiteX22" fmla="*/ 707144 w 1671431"/>
              <a:gd name="connsiteY22" fmla="*/ 800575 h 1601150"/>
              <a:gd name="connsiteX23" fmla="*/ 739287 w 1671431"/>
              <a:gd name="connsiteY23" fmla="*/ 553182 h 1601150"/>
              <a:gd name="connsiteX24" fmla="*/ 771430 w 1671431"/>
              <a:gd name="connsiteY24" fmla="*/ 330011 h 1601150"/>
              <a:gd name="connsiteX25" fmla="*/ 803573 w 1671431"/>
              <a:gd name="connsiteY25" fmla="*/ 152895 h 1601150"/>
              <a:gd name="connsiteX26" fmla="*/ 835716 w 1671431"/>
              <a:gd name="connsiteY26" fmla="*/ 39183 h 1601150"/>
              <a:gd name="connsiteX27" fmla="*/ 867858 w 1671431"/>
              <a:gd name="connsiteY27" fmla="*/ 0 h 1601150"/>
              <a:gd name="connsiteX28" fmla="*/ 900001 w 1671431"/>
              <a:gd name="connsiteY28" fmla="*/ 39183 h 1601150"/>
              <a:gd name="connsiteX29" fmla="*/ 932144 w 1671431"/>
              <a:gd name="connsiteY29" fmla="*/ 152895 h 1601150"/>
              <a:gd name="connsiteX30" fmla="*/ 964287 w 1671431"/>
              <a:gd name="connsiteY30" fmla="*/ 330011 h 1601150"/>
              <a:gd name="connsiteX31" fmla="*/ 996430 w 1671431"/>
              <a:gd name="connsiteY31" fmla="*/ 553182 h 1601150"/>
              <a:gd name="connsiteX32" fmla="*/ 1028573 w 1671431"/>
              <a:gd name="connsiteY32" fmla="*/ 800575 h 1601150"/>
              <a:gd name="connsiteX33" fmla="*/ 1060716 w 1671431"/>
              <a:gd name="connsiteY33" fmla="*/ 1047967 h 1601150"/>
              <a:gd name="connsiteX34" fmla="*/ 1092859 w 1671431"/>
              <a:gd name="connsiteY34" fmla="*/ 1271139 h 1601150"/>
              <a:gd name="connsiteX35" fmla="*/ 1125002 w 1671431"/>
              <a:gd name="connsiteY35" fmla="*/ 1448255 h 1601150"/>
              <a:gd name="connsiteX36" fmla="*/ 1157145 w 1671431"/>
              <a:gd name="connsiteY36" fmla="*/ 1561967 h 1601150"/>
              <a:gd name="connsiteX37" fmla="*/ 1189287 w 1671431"/>
              <a:gd name="connsiteY37" fmla="*/ 1601150 h 1601150"/>
              <a:gd name="connsiteX38" fmla="*/ 1221431 w 1671431"/>
              <a:gd name="connsiteY38" fmla="*/ 1561967 h 1601150"/>
              <a:gd name="connsiteX39" fmla="*/ 1253573 w 1671431"/>
              <a:gd name="connsiteY39" fmla="*/ 1448255 h 1601150"/>
              <a:gd name="connsiteX40" fmla="*/ 1285716 w 1671431"/>
              <a:gd name="connsiteY40" fmla="*/ 1271139 h 1601150"/>
              <a:gd name="connsiteX41" fmla="*/ 1317859 w 1671431"/>
              <a:gd name="connsiteY41" fmla="*/ 1047967 h 1601150"/>
              <a:gd name="connsiteX42" fmla="*/ 1350002 w 1671431"/>
              <a:gd name="connsiteY42" fmla="*/ 800575 h 1601150"/>
              <a:gd name="connsiteX43" fmla="*/ 1382145 w 1671431"/>
              <a:gd name="connsiteY43" fmla="*/ 553182 h 1601150"/>
              <a:gd name="connsiteX44" fmla="*/ 1414288 w 1671431"/>
              <a:gd name="connsiteY44" fmla="*/ 330011 h 1601150"/>
              <a:gd name="connsiteX45" fmla="*/ 1446431 w 1671431"/>
              <a:gd name="connsiteY45" fmla="*/ 152895 h 1601150"/>
              <a:gd name="connsiteX46" fmla="*/ 1478574 w 1671431"/>
              <a:gd name="connsiteY46" fmla="*/ 39183 h 1601150"/>
              <a:gd name="connsiteX47" fmla="*/ 1510717 w 1671431"/>
              <a:gd name="connsiteY47" fmla="*/ 0 h 1601150"/>
              <a:gd name="connsiteX48" fmla="*/ 1542860 w 1671431"/>
              <a:gd name="connsiteY48" fmla="*/ 39183 h 1601150"/>
              <a:gd name="connsiteX49" fmla="*/ 1575003 w 1671431"/>
              <a:gd name="connsiteY49" fmla="*/ 152895 h 1601150"/>
              <a:gd name="connsiteX50" fmla="*/ 1607146 w 1671431"/>
              <a:gd name="connsiteY50" fmla="*/ 330011 h 1601150"/>
              <a:gd name="connsiteX51" fmla="*/ 1639289 w 1671431"/>
              <a:gd name="connsiteY51" fmla="*/ 553182 h 1601150"/>
              <a:gd name="connsiteX52" fmla="*/ 1671431 w 1671431"/>
              <a:gd name="connsiteY52" fmla="*/ 800575 h 1601150"/>
              <a:gd name="connsiteX0" fmla="*/ 0 w 1639289"/>
              <a:gd name="connsiteY0" fmla="*/ 1047967 h 1601150"/>
              <a:gd name="connsiteX1" fmla="*/ 32143 w 1639289"/>
              <a:gd name="connsiteY1" fmla="*/ 800575 h 1601150"/>
              <a:gd name="connsiteX2" fmla="*/ 64286 w 1639289"/>
              <a:gd name="connsiteY2" fmla="*/ 553182 h 1601150"/>
              <a:gd name="connsiteX3" fmla="*/ 96429 w 1639289"/>
              <a:gd name="connsiteY3" fmla="*/ 330011 h 1601150"/>
              <a:gd name="connsiteX4" fmla="*/ 128572 w 1639289"/>
              <a:gd name="connsiteY4" fmla="*/ 152895 h 1601150"/>
              <a:gd name="connsiteX5" fmla="*/ 160715 w 1639289"/>
              <a:gd name="connsiteY5" fmla="*/ 39183 h 1601150"/>
              <a:gd name="connsiteX6" fmla="*/ 192858 w 1639289"/>
              <a:gd name="connsiteY6" fmla="*/ 0 h 1601150"/>
              <a:gd name="connsiteX7" fmla="*/ 225001 w 1639289"/>
              <a:gd name="connsiteY7" fmla="*/ 39183 h 1601150"/>
              <a:gd name="connsiteX8" fmla="*/ 257144 w 1639289"/>
              <a:gd name="connsiteY8" fmla="*/ 152895 h 1601150"/>
              <a:gd name="connsiteX9" fmla="*/ 289287 w 1639289"/>
              <a:gd name="connsiteY9" fmla="*/ 330011 h 1601150"/>
              <a:gd name="connsiteX10" fmla="*/ 321429 w 1639289"/>
              <a:gd name="connsiteY10" fmla="*/ 553182 h 1601150"/>
              <a:gd name="connsiteX11" fmla="*/ 353572 w 1639289"/>
              <a:gd name="connsiteY11" fmla="*/ 800575 h 1601150"/>
              <a:gd name="connsiteX12" fmla="*/ 385716 w 1639289"/>
              <a:gd name="connsiteY12" fmla="*/ 1047967 h 1601150"/>
              <a:gd name="connsiteX13" fmla="*/ 417858 w 1639289"/>
              <a:gd name="connsiteY13" fmla="*/ 1271139 h 1601150"/>
              <a:gd name="connsiteX14" fmla="*/ 450001 w 1639289"/>
              <a:gd name="connsiteY14" fmla="*/ 1448255 h 1601150"/>
              <a:gd name="connsiteX15" fmla="*/ 482144 w 1639289"/>
              <a:gd name="connsiteY15" fmla="*/ 1561967 h 1601150"/>
              <a:gd name="connsiteX16" fmla="*/ 514287 w 1639289"/>
              <a:gd name="connsiteY16" fmla="*/ 1601150 h 1601150"/>
              <a:gd name="connsiteX17" fmla="*/ 546430 w 1639289"/>
              <a:gd name="connsiteY17" fmla="*/ 1561967 h 1601150"/>
              <a:gd name="connsiteX18" fmla="*/ 578573 w 1639289"/>
              <a:gd name="connsiteY18" fmla="*/ 1448255 h 1601150"/>
              <a:gd name="connsiteX19" fmla="*/ 610716 w 1639289"/>
              <a:gd name="connsiteY19" fmla="*/ 1271139 h 1601150"/>
              <a:gd name="connsiteX20" fmla="*/ 642859 w 1639289"/>
              <a:gd name="connsiteY20" fmla="*/ 1047967 h 1601150"/>
              <a:gd name="connsiteX21" fmla="*/ 675002 w 1639289"/>
              <a:gd name="connsiteY21" fmla="*/ 800575 h 1601150"/>
              <a:gd name="connsiteX22" fmla="*/ 707145 w 1639289"/>
              <a:gd name="connsiteY22" fmla="*/ 553182 h 1601150"/>
              <a:gd name="connsiteX23" fmla="*/ 739288 w 1639289"/>
              <a:gd name="connsiteY23" fmla="*/ 330011 h 1601150"/>
              <a:gd name="connsiteX24" fmla="*/ 771431 w 1639289"/>
              <a:gd name="connsiteY24" fmla="*/ 152895 h 1601150"/>
              <a:gd name="connsiteX25" fmla="*/ 803574 w 1639289"/>
              <a:gd name="connsiteY25" fmla="*/ 39183 h 1601150"/>
              <a:gd name="connsiteX26" fmla="*/ 835716 w 1639289"/>
              <a:gd name="connsiteY26" fmla="*/ 0 h 1601150"/>
              <a:gd name="connsiteX27" fmla="*/ 867859 w 1639289"/>
              <a:gd name="connsiteY27" fmla="*/ 39183 h 1601150"/>
              <a:gd name="connsiteX28" fmla="*/ 900002 w 1639289"/>
              <a:gd name="connsiteY28" fmla="*/ 152895 h 1601150"/>
              <a:gd name="connsiteX29" fmla="*/ 932145 w 1639289"/>
              <a:gd name="connsiteY29" fmla="*/ 330011 h 1601150"/>
              <a:gd name="connsiteX30" fmla="*/ 964288 w 1639289"/>
              <a:gd name="connsiteY30" fmla="*/ 553182 h 1601150"/>
              <a:gd name="connsiteX31" fmla="*/ 996431 w 1639289"/>
              <a:gd name="connsiteY31" fmla="*/ 800575 h 1601150"/>
              <a:gd name="connsiteX32" fmla="*/ 1028574 w 1639289"/>
              <a:gd name="connsiteY32" fmla="*/ 1047967 h 1601150"/>
              <a:gd name="connsiteX33" fmla="*/ 1060717 w 1639289"/>
              <a:gd name="connsiteY33" fmla="*/ 1271139 h 1601150"/>
              <a:gd name="connsiteX34" fmla="*/ 1092860 w 1639289"/>
              <a:gd name="connsiteY34" fmla="*/ 1448255 h 1601150"/>
              <a:gd name="connsiteX35" fmla="*/ 1125003 w 1639289"/>
              <a:gd name="connsiteY35" fmla="*/ 1561967 h 1601150"/>
              <a:gd name="connsiteX36" fmla="*/ 1157145 w 1639289"/>
              <a:gd name="connsiteY36" fmla="*/ 1601150 h 1601150"/>
              <a:gd name="connsiteX37" fmla="*/ 1189289 w 1639289"/>
              <a:gd name="connsiteY37" fmla="*/ 1561967 h 1601150"/>
              <a:gd name="connsiteX38" fmla="*/ 1221431 w 1639289"/>
              <a:gd name="connsiteY38" fmla="*/ 1448255 h 1601150"/>
              <a:gd name="connsiteX39" fmla="*/ 1253574 w 1639289"/>
              <a:gd name="connsiteY39" fmla="*/ 1271139 h 1601150"/>
              <a:gd name="connsiteX40" fmla="*/ 1285717 w 1639289"/>
              <a:gd name="connsiteY40" fmla="*/ 1047967 h 1601150"/>
              <a:gd name="connsiteX41" fmla="*/ 1317860 w 1639289"/>
              <a:gd name="connsiteY41" fmla="*/ 800575 h 1601150"/>
              <a:gd name="connsiteX42" fmla="*/ 1350003 w 1639289"/>
              <a:gd name="connsiteY42" fmla="*/ 553182 h 1601150"/>
              <a:gd name="connsiteX43" fmla="*/ 1382146 w 1639289"/>
              <a:gd name="connsiteY43" fmla="*/ 330011 h 1601150"/>
              <a:gd name="connsiteX44" fmla="*/ 1414289 w 1639289"/>
              <a:gd name="connsiteY44" fmla="*/ 152895 h 1601150"/>
              <a:gd name="connsiteX45" fmla="*/ 1446432 w 1639289"/>
              <a:gd name="connsiteY45" fmla="*/ 39183 h 1601150"/>
              <a:gd name="connsiteX46" fmla="*/ 1478575 w 1639289"/>
              <a:gd name="connsiteY46" fmla="*/ 0 h 1601150"/>
              <a:gd name="connsiteX47" fmla="*/ 1510718 w 1639289"/>
              <a:gd name="connsiteY47" fmla="*/ 39183 h 1601150"/>
              <a:gd name="connsiteX48" fmla="*/ 1542861 w 1639289"/>
              <a:gd name="connsiteY48" fmla="*/ 152895 h 1601150"/>
              <a:gd name="connsiteX49" fmla="*/ 1575004 w 1639289"/>
              <a:gd name="connsiteY49" fmla="*/ 330011 h 1601150"/>
              <a:gd name="connsiteX50" fmla="*/ 1607147 w 1639289"/>
              <a:gd name="connsiteY50" fmla="*/ 553182 h 1601150"/>
              <a:gd name="connsiteX51" fmla="*/ 1639289 w 1639289"/>
              <a:gd name="connsiteY51" fmla="*/ 800575 h 1601150"/>
              <a:gd name="connsiteX0" fmla="*/ 0 w 1607146"/>
              <a:gd name="connsiteY0" fmla="*/ 800575 h 1601150"/>
              <a:gd name="connsiteX1" fmla="*/ 32143 w 1607146"/>
              <a:gd name="connsiteY1" fmla="*/ 553182 h 1601150"/>
              <a:gd name="connsiteX2" fmla="*/ 64286 w 1607146"/>
              <a:gd name="connsiteY2" fmla="*/ 330011 h 1601150"/>
              <a:gd name="connsiteX3" fmla="*/ 96429 w 1607146"/>
              <a:gd name="connsiteY3" fmla="*/ 152895 h 1601150"/>
              <a:gd name="connsiteX4" fmla="*/ 128572 w 1607146"/>
              <a:gd name="connsiteY4" fmla="*/ 39183 h 1601150"/>
              <a:gd name="connsiteX5" fmla="*/ 160715 w 1607146"/>
              <a:gd name="connsiteY5" fmla="*/ 0 h 1601150"/>
              <a:gd name="connsiteX6" fmla="*/ 192858 w 1607146"/>
              <a:gd name="connsiteY6" fmla="*/ 39183 h 1601150"/>
              <a:gd name="connsiteX7" fmla="*/ 225001 w 1607146"/>
              <a:gd name="connsiteY7" fmla="*/ 152895 h 1601150"/>
              <a:gd name="connsiteX8" fmla="*/ 257144 w 1607146"/>
              <a:gd name="connsiteY8" fmla="*/ 330011 h 1601150"/>
              <a:gd name="connsiteX9" fmla="*/ 289286 w 1607146"/>
              <a:gd name="connsiteY9" fmla="*/ 553182 h 1601150"/>
              <a:gd name="connsiteX10" fmla="*/ 321429 w 1607146"/>
              <a:gd name="connsiteY10" fmla="*/ 800575 h 1601150"/>
              <a:gd name="connsiteX11" fmla="*/ 353573 w 1607146"/>
              <a:gd name="connsiteY11" fmla="*/ 1047967 h 1601150"/>
              <a:gd name="connsiteX12" fmla="*/ 385715 w 1607146"/>
              <a:gd name="connsiteY12" fmla="*/ 1271139 h 1601150"/>
              <a:gd name="connsiteX13" fmla="*/ 417858 w 1607146"/>
              <a:gd name="connsiteY13" fmla="*/ 1448255 h 1601150"/>
              <a:gd name="connsiteX14" fmla="*/ 450001 w 1607146"/>
              <a:gd name="connsiteY14" fmla="*/ 1561967 h 1601150"/>
              <a:gd name="connsiteX15" fmla="*/ 482144 w 1607146"/>
              <a:gd name="connsiteY15" fmla="*/ 1601150 h 1601150"/>
              <a:gd name="connsiteX16" fmla="*/ 514287 w 1607146"/>
              <a:gd name="connsiteY16" fmla="*/ 1561967 h 1601150"/>
              <a:gd name="connsiteX17" fmla="*/ 546430 w 1607146"/>
              <a:gd name="connsiteY17" fmla="*/ 1448255 h 1601150"/>
              <a:gd name="connsiteX18" fmla="*/ 578573 w 1607146"/>
              <a:gd name="connsiteY18" fmla="*/ 1271139 h 1601150"/>
              <a:gd name="connsiteX19" fmla="*/ 610716 w 1607146"/>
              <a:gd name="connsiteY19" fmla="*/ 1047967 h 1601150"/>
              <a:gd name="connsiteX20" fmla="*/ 642859 w 1607146"/>
              <a:gd name="connsiteY20" fmla="*/ 800575 h 1601150"/>
              <a:gd name="connsiteX21" fmla="*/ 675002 w 1607146"/>
              <a:gd name="connsiteY21" fmla="*/ 553182 h 1601150"/>
              <a:gd name="connsiteX22" fmla="*/ 707145 w 1607146"/>
              <a:gd name="connsiteY22" fmla="*/ 330011 h 1601150"/>
              <a:gd name="connsiteX23" fmla="*/ 739288 w 1607146"/>
              <a:gd name="connsiteY23" fmla="*/ 152895 h 1601150"/>
              <a:gd name="connsiteX24" fmla="*/ 771431 w 1607146"/>
              <a:gd name="connsiteY24" fmla="*/ 39183 h 1601150"/>
              <a:gd name="connsiteX25" fmla="*/ 803573 w 1607146"/>
              <a:gd name="connsiteY25" fmla="*/ 0 h 1601150"/>
              <a:gd name="connsiteX26" fmla="*/ 835716 w 1607146"/>
              <a:gd name="connsiteY26" fmla="*/ 39183 h 1601150"/>
              <a:gd name="connsiteX27" fmla="*/ 867859 w 1607146"/>
              <a:gd name="connsiteY27" fmla="*/ 152895 h 1601150"/>
              <a:gd name="connsiteX28" fmla="*/ 900002 w 1607146"/>
              <a:gd name="connsiteY28" fmla="*/ 330011 h 1601150"/>
              <a:gd name="connsiteX29" fmla="*/ 932145 w 1607146"/>
              <a:gd name="connsiteY29" fmla="*/ 553182 h 1601150"/>
              <a:gd name="connsiteX30" fmla="*/ 964288 w 1607146"/>
              <a:gd name="connsiteY30" fmla="*/ 800575 h 1601150"/>
              <a:gd name="connsiteX31" fmla="*/ 996431 w 1607146"/>
              <a:gd name="connsiteY31" fmla="*/ 1047967 h 1601150"/>
              <a:gd name="connsiteX32" fmla="*/ 1028574 w 1607146"/>
              <a:gd name="connsiteY32" fmla="*/ 1271139 h 1601150"/>
              <a:gd name="connsiteX33" fmla="*/ 1060717 w 1607146"/>
              <a:gd name="connsiteY33" fmla="*/ 1448255 h 1601150"/>
              <a:gd name="connsiteX34" fmla="*/ 1092860 w 1607146"/>
              <a:gd name="connsiteY34" fmla="*/ 1561967 h 1601150"/>
              <a:gd name="connsiteX35" fmla="*/ 1125002 w 1607146"/>
              <a:gd name="connsiteY35" fmla="*/ 1601150 h 1601150"/>
              <a:gd name="connsiteX36" fmla="*/ 1157146 w 1607146"/>
              <a:gd name="connsiteY36" fmla="*/ 1561967 h 1601150"/>
              <a:gd name="connsiteX37" fmla="*/ 1189288 w 1607146"/>
              <a:gd name="connsiteY37" fmla="*/ 1448255 h 1601150"/>
              <a:gd name="connsiteX38" fmla="*/ 1221431 w 1607146"/>
              <a:gd name="connsiteY38" fmla="*/ 1271139 h 1601150"/>
              <a:gd name="connsiteX39" fmla="*/ 1253574 w 1607146"/>
              <a:gd name="connsiteY39" fmla="*/ 1047967 h 1601150"/>
              <a:gd name="connsiteX40" fmla="*/ 1285717 w 1607146"/>
              <a:gd name="connsiteY40" fmla="*/ 800575 h 1601150"/>
              <a:gd name="connsiteX41" fmla="*/ 1317860 w 1607146"/>
              <a:gd name="connsiteY41" fmla="*/ 553182 h 1601150"/>
              <a:gd name="connsiteX42" fmla="*/ 1350003 w 1607146"/>
              <a:gd name="connsiteY42" fmla="*/ 330011 h 1601150"/>
              <a:gd name="connsiteX43" fmla="*/ 1382146 w 1607146"/>
              <a:gd name="connsiteY43" fmla="*/ 152895 h 1601150"/>
              <a:gd name="connsiteX44" fmla="*/ 1414289 w 1607146"/>
              <a:gd name="connsiteY44" fmla="*/ 39183 h 1601150"/>
              <a:gd name="connsiteX45" fmla="*/ 1446432 w 1607146"/>
              <a:gd name="connsiteY45" fmla="*/ 0 h 1601150"/>
              <a:gd name="connsiteX46" fmla="*/ 1478575 w 1607146"/>
              <a:gd name="connsiteY46" fmla="*/ 39183 h 1601150"/>
              <a:gd name="connsiteX47" fmla="*/ 1510718 w 1607146"/>
              <a:gd name="connsiteY47" fmla="*/ 152895 h 1601150"/>
              <a:gd name="connsiteX48" fmla="*/ 1542861 w 1607146"/>
              <a:gd name="connsiteY48" fmla="*/ 330011 h 1601150"/>
              <a:gd name="connsiteX49" fmla="*/ 1575004 w 1607146"/>
              <a:gd name="connsiteY49" fmla="*/ 553182 h 1601150"/>
              <a:gd name="connsiteX50" fmla="*/ 1607146 w 1607146"/>
              <a:gd name="connsiteY50" fmla="*/ 800575 h 1601150"/>
              <a:gd name="connsiteX0" fmla="*/ 0 w 1575003"/>
              <a:gd name="connsiteY0" fmla="*/ 553182 h 1601150"/>
              <a:gd name="connsiteX1" fmla="*/ 32143 w 1575003"/>
              <a:gd name="connsiteY1" fmla="*/ 330011 h 1601150"/>
              <a:gd name="connsiteX2" fmla="*/ 64286 w 1575003"/>
              <a:gd name="connsiteY2" fmla="*/ 152895 h 1601150"/>
              <a:gd name="connsiteX3" fmla="*/ 96429 w 1575003"/>
              <a:gd name="connsiteY3" fmla="*/ 39183 h 1601150"/>
              <a:gd name="connsiteX4" fmla="*/ 128572 w 1575003"/>
              <a:gd name="connsiteY4" fmla="*/ 0 h 1601150"/>
              <a:gd name="connsiteX5" fmla="*/ 160715 w 1575003"/>
              <a:gd name="connsiteY5" fmla="*/ 39183 h 1601150"/>
              <a:gd name="connsiteX6" fmla="*/ 192858 w 1575003"/>
              <a:gd name="connsiteY6" fmla="*/ 152895 h 1601150"/>
              <a:gd name="connsiteX7" fmla="*/ 225001 w 1575003"/>
              <a:gd name="connsiteY7" fmla="*/ 330011 h 1601150"/>
              <a:gd name="connsiteX8" fmla="*/ 257143 w 1575003"/>
              <a:gd name="connsiteY8" fmla="*/ 553182 h 1601150"/>
              <a:gd name="connsiteX9" fmla="*/ 289286 w 1575003"/>
              <a:gd name="connsiteY9" fmla="*/ 800575 h 1601150"/>
              <a:gd name="connsiteX10" fmla="*/ 321430 w 1575003"/>
              <a:gd name="connsiteY10" fmla="*/ 1047967 h 1601150"/>
              <a:gd name="connsiteX11" fmla="*/ 353572 w 1575003"/>
              <a:gd name="connsiteY11" fmla="*/ 1271139 h 1601150"/>
              <a:gd name="connsiteX12" fmla="*/ 385715 w 1575003"/>
              <a:gd name="connsiteY12" fmla="*/ 1448255 h 1601150"/>
              <a:gd name="connsiteX13" fmla="*/ 417858 w 1575003"/>
              <a:gd name="connsiteY13" fmla="*/ 1561967 h 1601150"/>
              <a:gd name="connsiteX14" fmla="*/ 450001 w 1575003"/>
              <a:gd name="connsiteY14" fmla="*/ 1601150 h 1601150"/>
              <a:gd name="connsiteX15" fmla="*/ 482144 w 1575003"/>
              <a:gd name="connsiteY15" fmla="*/ 1561967 h 1601150"/>
              <a:gd name="connsiteX16" fmla="*/ 514287 w 1575003"/>
              <a:gd name="connsiteY16" fmla="*/ 1448255 h 1601150"/>
              <a:gd name="connsiteX17" fmla="*/ 546430 w 1575003"/>
              <a:gd name="connsiteY17" fmla="*/ 1271139 h 1601150"/>
              <a:gd name="connsiteX18" fmla="*/ 578573 w 1575003"/>
              <a:gd name="connsiteY18" fmla="*/ 1047967 h 1601150"/>
              <a:gd name="connsiteX19" fmla="*/ 610716 w 1575003"/>
              <a:gd name="connsiteY19" fmla="*/ 800575 h 1601150"/>
              <a:gd name="connsiteX20" fmla="*/ 642859 w 1575003"/>
              <a:gd name="connsiteY20" fmla="*/ 553182 h 1601150"/>
              <a:gd name="connsiteX21" fmla="*/ 675002 w 1575003"/>
              <a:gd name="connsiteY21" fmla="*/ 330011 h 1601150"/>
              <a:gd name="connsiteX22" fmla="*/ 707145 w 1575003"/>
              <a:gd name="connsiteY22" fmla="*/ 152895 h 1601150"/>
              <a:gd name="connsiteX23" fmla="*/ 739288 w 1575003"/>
              <a:gd name="connsiteY23" fmla="*/ 39183 h 1601150"/>
              <a:gd name="connsiteX24" fmla="*/ 771430 w 1575003"/>
              <a:gd name="connsiteY24" fmla="*/ 0 h 1601150"/>
              <a:gd name="connsiteX25" fmla="*/ 803573 w 1575003"/>
              <a:gd name="connsiteY25" fmla="*/ 39183 h 1601150"/>
              <a:gd name="connsiteX26" fmla="*/ 835716 w 1575003"/>
              <a:gd name="connsiteY26" fmla="*/ 152895 h 1601150"/>
              <a:gd name="connsiteX27" fmla="*/ 867859 w 1575003"/>
              <a:gd name="connsiteY27" fmla="*/ 330011 h 1601150"/>
              <a:gd name="connsiteX28" fmla="*/ 900002 w 1575003"/>
              <a:gd name="connsiteY28" fmla="*/ 553182 h 1601150"/>
              <a:gd name="connsiteX29" fmla="*/ 932145 w 1575003"/>
              <a:gd name="connsiteY29" fmla="*/ 800575 h 1601150"/>
              <a:gd name="connsiteX30" fmla="*/ 964288 w 1575003"/>
              <a:gd name="connsiteY30" fmla="*/ 1047967 h 1601150"/>
              <a:gd name="connsiteX31" fmla="*/ 996431 w 1575003"/>
              <a:gd name="connsiteY31" fmla="*/ 1271139 h 1601150"/>
              <a:gd name="connsiteX32" fmla="*/ 1028574 w 1575003"/>
              <a:gd name="connsiteY32" fmla="*/ 1448255 h 1601150"/>
              <a:gd name="connsiteX33" fmla="*/ 1060717 w 1575003"/>
              <a:gd name="connsiteY33" fmla="*/ 1561967 h 1601150"/>
              <a:gd name="connsiteX34" fmla="*/ 1092859 w 1575003"/>
              <a:gd name="connsiteY34" fmla="*/ 1601150 h 1601150"/>
              <a:gd name="connsiteX35" fmla="*/ 1125003 w 1575003"/>
              <a:gd name="connsiteY35" fmla="*/ 1561967 h 1601150"/>
              <a:gd name="connsiteX36" fmla="*/ 1157145 w 1575003"/>
              <a:gd name="connsiteY36" fmla="*/ 1448255 h 1601150"/>
              <a:gd name="connsiteX37" fmla="*/ 1189288 w 1575003"/>
              <a:gd name="connsiteY37" fmla="*/ 1271139 h 1601150"/>
              <a:gd name="connsiteX38" fmla="*/ 1221431 w 1575003"/>
              <a:gd name="connsiteY38" fmla="*/ 1047967 h 1601150"/>
              <a:gd name="connsiteX39" fmla="*/ 1253574 w 1575003"/>
              <a:gd name="connsiteY39" fmla="*/ 800575 h 1601150"/>
              <a:gd name="connsiteX40" fmla="*/ 1285717 w 1575003"/>
              <a:gd name="connsiteY40" fmla="*/ 553182 h 1601150"/>
              <a:gd name="connsiteX41" fmla="*/ 1317860 w 1575003"/>
              <a:gd name="connsiteY41" fmla="*/ 330011 h 1601150"/>
              <a:gd name="connsiteX42" fmla="*/ 1350003 w 1575003"/>
              <a:gd name="connsiteY42" fmla="*/ 152895 h 1601150"/>
              <a:gd name="connsiteX43" fmla="*/ 1382146 w 1575003"/>
              <a:gd name="connsiteY43" fmla="*/ 39183 h 1601150"/>
              <a:gd name="connsiteX44" fmla="*/ 1414289 w 1575003"/>
              <a:gd name="connsiteY44" fmla="*/ 0 h 1601150"/>
              <a:gd name="connsiteX45" fmla="*/ 1446432 w 1575003"/>
              <a:gd name="connsiteY45" fmla="*/ 39183 h 1601150"/>
              <a:gd name="connsiteX46" fmla="*/ 1478575 w 1575003"/>
              <a:gd name="connsiteY46" fmla="*/ 152895 h 1601150"/>
              <a:gd name="connsiteX47" fmla="*/ 1510718 w 1575003"/>
              <a:gd name="connsiteY47" fmla="*/ 330011 h 1601150"/>
              <a:gd name="connsiteX48" fmla="*/ 1542861 w 1575003"/>
              <a:gd name="connsiteY48" fmla="*/ 553182 h 1601150"/>
              <a:gd name="connsiteX49" fmla="*/ 1575003 w 1575003"/>
              <a:gd name="connsiteY49" fmla="*/ 800575 h 1601150"/>
              <a:gd name="connsiteX0" fmla="*/ 0 w 1542860"/>
              <a:gd name="connsiteY0" fmla="*/ 330011 h 1601150"/>
              <a:gd name="connsiteX1" fmla="*/ 32143 w 1542860"/>
              <a:gd name="connsiteY1" fmla="*/ 152895 h 1601150"/>
              <a:gd name="connsiteX2" fmla="*/ 64286 w 1542860"/>
              <a:gd name="connsiteY2" fmla="*/ 39183 h 1601150"/>
              <a:gd name="connsiteX3" fmla="*/ 96429 w 1542860"/>
              <a:gd name="connsiteY3" fmla="*/ 0 h 1601150"/>
              <a:gd name="connsiteX4" fmla="*/ 128572 w 1542860"/>
              <a:gd name="connsiteY4" fmla="*/ 39183 h 1601150"/>
              <a:gd name="connsiteX5" fmla="*/ 160715 w 1542860"/>
              <a:gd name="connsiteY5" fmla="*/ 152895 h 1601150"/>
              <a:gd name="connsiteX6" fmla="*/ 192858 w 1542860"/>
              <a:gd name="connsiteY6" fmla="*/ 330011 h 1601150"/>
              <a:gd name="connsiteX7" fmla="*/ 225000 w 1542860"/>
              <a:gd name="connsiteY7" fmla="*/ 553182 h 1601150"/>
              <a:gd name="connsiteX8" fmla="*/ 257143 w 1542860"/>
              <a:gd name="connsiteY8" fmla="*/ 800575 h 1601150"/>
              <a:gd name="connsiteX9" fmla="*/ 289287 w 1542860"/>
              <a:gd name="connsiteY9" fmla="*/ 1047967 h 1601150"/>
              <a:gd name="connsiteX10" fmla="*/ 321429 w 1542860"/>
              <a:gd name="connsiteY10" fmla="*/ 1271139 h 1601150"/>
              <a:gd name="connsiteX11" fmla="*/ 353572 w 1542860"/>
              <a:gd name="connsiteY11" fmla="*/ 1448255 h 1601150"/>
              <a:gd name="connsiteX12" fmla="*/ 385715 w 1542860"/>
              <a:gd name="connsiteY12" fmla="*/ 1561967 h 1601150"/>
              <a:gd name="connsiteX13" fmla="*/ 417858 w 1542860"/>
              <a:gd name="connsiteY13" fmla="*/ 1601150 h 1601150"/>
              <a:gd name="connsiteX14" fmla="*/ 450001 w 1542860"/>
              <a:gd name="connsiteY14" fmla="*/ 1561967 h 1601150"/>
              <a:gd name="connsiteX15" fmla="*/ 482144 w 1542860"/>
              <a:gd name="connsiteY15" fmla="*/ 1448255 h 1601150"/>
              <a:gd name="connsiteX16" fmla="*/ 514287 w 1542860"/>
              <a:gd name="connsiteY16" fmla="*/ 1271139 h 1601150"/>
              <a:gd name="connsiteX17" fmla="*/ 546430 w 1542860"/>
              <a:gd name="connsiteY17" fmla="*/ 1047967 h 1601150"/>
              <a:gd name="connsiteX18" fmla="*/ 578573 w 1542860"/>
              <a:gd name="connsiteY18" fmla="*/ 800575 h 1601150"/>
              <a:gd name="connsiteX19" fmla="*/ 610716 w 1542860"/>
              <a:gd name="connsiteY19" fmla="*/ 553182 h 1601150"/>
              <a:gd name="connsiteX20" fmla="*/ 642859 w 1542860"/>
              <a:gd name="connsiteY20" fmla="*/ 330011 h 1601150"/>
              <a:gd name="connsiteX21" fmla="*/ 675002 w 1542860"/>
              <a:gd name="connsiteY21" fmla="*/ 152895 h 1601150"/>
              <a:gd name="connsiteX22" fmla="*/ 707145 w 1542860"/>
              <a:gd name="connsiteY22" fmla="*/ 39183 h 1601150"/>
              <a:gd name="connsiteX23" fmla="*/ 739287 w 1542860"/>
              <a:gd name="connsiteY23" fmla="*/ 0 h 1601150"/>
              <a:gd name="connsiteX24" fmla="*/ 771430 w 1542860"/>
              <a:gd name="connsiteY24" fmla="*/ 39183 h 1601150"/>
              <a:gd name="connsiteX25" fmla="*/ 803573 w 1542860"/>
              <a:gd name="connsiteY25" fmla="*/ 152895 h 1601150"/>
              <a:gd name="connsiteX26" fmla="*/ 835716 w 1542860"/>
              <a:gd name="connsiteY26" fmla="*/ 330011 h 1601150"/>
              <a:gd name="connsiteX27" fmla="*/ 867859 w 1542860"/>
              <a:gd name="connsiteY27" fmla="*/ 553182 h 1601150"/>
              <a:gd name="connsiteX28" fmla="*/ 900002 w 1542860"/>
              <a:gd name="connsiteY28" fmla="*/ 800575 h 1601150"/>
              <a:gd name="connsiteX29" fmla="*/ 932145 w 1542860"/>
              <a:gd name="connsiteY29" fmla="*/ 1047967 h 1601150"/>
              <a:gd name="connsiteX30" fmla="*/ 964288 w 1542860"/>
              <a:gd name="connsiteY30" fmla="*/ 1271139 h 1601150"/>
              <a:gd name="connsiteX31" fmla="*/ 996431 w 1542860"/>
              <a:gd name="connsiteY31" fmla="*/ 1448255 h 1601150"/>
              <a:gd name="connsiteX32" fmla="*/ 1028574 w 1542860"/>
              <a:gd name="connsiteY32" fmla="*/ 1561967 h 1601150"/>
              <a:gd name="connsiteX33" fmla="*/ 1060716 w 1542860"/>
              <a:gd name="connsiteY33" fmla="*/ 1601150 h 1601150"/>
              <a:gd name="connsiteX34" fmla="*/ 1092860 w 1542860"/>
              <a:gd name="connsiteY34" fmla="*/ 1561967 h 1601150"/>
              <a:gd name="connsiteX35" fmla="*/ 1125002 w 1542860"/>
              <a:gd name="connsiteY35" fmla="*/ 1448255 h 1601150"/>
              <a:gd name="connsiteX36" fmla="*/ 1157145 w 1542860"/>
              <a:gd name="connsiteY36" fmla="*/ 1271139 h 1601150"/>
              <a:gd name="connsiteX37" fmla="*/ 1189288 w 1542860"/>
              <a:gd name="connsiteY37" fmla="*/ 1047967 h 1601150"/>
              <a:gd name="connsiteX38" fmla="*/ 1221431 w 1542860"/>
              <a:gd name="connsiteY38" fmla="*/ 800575 h 1601150"/>
              <a:gd name="connsiteX39" fmla="*/ 1253574 w 1542860"/>
              <a:gd name="connsiteY39" fmla="*/ 553182 h 1601150"/>
              <a:gd name="connsiteX40" fmla="*/ 1285717 w 1542860"/>
              <a:gd name="connsiteY40" fmla="*/ 330011 h 1601150"/>
              <a:gd name="connsiteX41" fmla="*/ 1317860 w 1542860"/>
              <a:gd name="connsiteY41" fmla="*/ 152895 h 1601150"/>
              <a:gd name="connsiteX42" fmla="*/ 1350003 w 1542860"/>
              <a:gd name="connsiteY42" fmla="*/ 39183 h 1601150"/>
              <a:gd name="connsiteX43" fmla="*/ 1382146 w 1542860"/>
              <a:gd name="connsiteY43" fmla="*/ 0 h 1601150"/>
              <a:gd name="connsiteX44" fmla="*/ 1414289 w 1542860"/>
              <a:gd name="connsiteY44" fmla="*/ 39183 h 1601150"/>
              <a:gd name="connsiteX45" fmla="*/ 1446432 w 1542860"/>
              <a:gd name="connsiteY45" fmla="*/ 152895 h 1601150"/>
              <a:gd name="connsiteX46" fmla="*/ 1478575 w 1542860"/>
              <a:gd name="connsiteY46" fmla="*/ 330011 h 1601150"/>
              <a:gd name="connsiteX47" fmla="*/ 1510718 w 1542860"/>
              <a:gd name="connsiteY47" fmla="*/ 553182 h 1601150"/>
              <a:gd name="connsiteX48" fmla="*/ 1542860 w 1542860"/>
              <a:gd name="connsiteY48" fmla="*/ 800575 h 1601150"/>
              <a:gd name="connsiteX0" fmla="*/ 0 w 1510717"/>
              <a:gd name="connsiteY0" fmla="*/ 152895 h 1601150"/>
              <a:gd name="connsiteX1" fmla="*/ 32143 w 1510717"/>
              <a:gd name="connsiteY1" fmla="*/ 39183 h 1601150"/>
              <a:gd name="connsiteX2" fmla="*/ 64286 w 1510717"/>
              <a:gd name="connsiteY2" fmla="*/ 0 h 1601150"/>
              <a:gd name="connsiteX3" fmla="*/ 96429 w 1510717"/>
              <a:gd name="connsiteY3" fmla="*/ 39183 h 1601150"/>
              <a:gd name="connsiteX4" fmla="*/ 128572 w 1510717"/>
              <a:gd name="connsiteY4" fmla="*/ 152895 h 1601150"/>
              <a:gd name="connsiteX5" fmla="*/ 160715 w 1510717"/>
              <a:gd name="connsiteY5" fmla="*/ 330011 h 1601150"/>
              <a:gd name="connsiteX6" fmla="*/ 192857 w 1510717"/>
              <a:gd name="connsiteY6" fmla="*/ 553182 h 1601150"/>
              <a:gd name="connsiteX7" fmla="*/ 225000 w 1510717"/>
              <a:gd name="connsiteY7" fmla="*/ 800575 h 1601150"/>
              <a:gd name="connsiteX8" fmla="*/ 257144 w 1510717"/>
              <a:gd name="connsiteY8" fmla="*/ 1047967 h 1601150"/>
              <a:gd name="connsiteX9" fmla="*/ 289286 w 1510717"/>
              <a:gd name="connsiteY9" fmla="*/ 1271139 h 1601150"/>
              <a:gd name="connsiteX10" fmla="*/ 321429 w 1510717"/>
              <a:gd name="connsiteY10" fmla="*/ 1448255 h 1601150"/>
              <a:gd name="connsiteX11" fmla="*/ 353572 w 1510717"/>
              <a:gd name="connsiteY11" fmla="*/ 1561967 h 1601150"/>
              <a:gd name="connsiteX12" fmla="*/ 385715 w 1510717"/>
              <a:gd name="connsiteY12" fmla="*/ 1601150 h 1601150"/>
              <a:gd name="connsiteX13" fmla="*/ 417858 w 1510717"/>
              <a:gd name="connsiteY13" fmla="*/ 1561967 h 1601150"/>
              <a:gd name="connsiteX14" fmla="*/ 450001 w 1510717"/>
              <a:gd name="connsiteY14" fmla="*/ 1448255 h 1601150"/>
              <a:gd name="connsiteX15" fmla="*/ 482144 w 1510717"/>
              <a:gd name="connsiteY15" fmla="*/ 1271139 h 1601150"/>
              <a:gd name="connsiteX16" fmla="*/ 514287 w 1510717"/>
              <a:gd name="connsiteY16" fmla="*/ 1047967 h 1601150"/>
              <a:gd name="connsiteX17" fmla="*/ 546430 w 1510717"/>
              <a:gd name="connsiteY17" fmla="*/ 800575 h 1601150"/>
              <a:gd name="connsiteX18" fmla="*/ 578573 w 1510717"/>
              <a:gd name="connsiteY18" fmla="*/ 553182 h 1601150"/>
              <a:gd name="connsiteX19" fmla="*/ 610716 w 1510717"/>
              <a:gd name="connsiteY19" fmla="*/ 330011 h 1601150"/>
              <a:gd name="connsiteX20" fmla="*/ 642859 w 1510717"/>
              <a:gd name="connsiteY20" fmla="*/ 152895 h 1601150"/>
              <a:gd name="connsiteX21" fmla="*/ 675002 w 1510717"/>
              <a:gd name="connsiteY21" fmla="*/ 39183 h 1601150"/>
              <a:gd name="connsiteX22" fmla="*/ 707144 w 1510717"/>
              <a:gd name="connsiteY22" fmla="*/ 0 h 1601150"/>
              <a:gd name="connsiteX23" fmla="*/ 739287 w 1510717"/>
              <a:gd name="connsiteY23" fmla="*/ 39183 h 1601150"/>
              <a:gd name="connsiteX24" fmla="*/ 771430 w 1510717"/>
              <a:gd name="connsiteY24" fmla="*/ 152895 h 1601150"/>
              <a:gd name="connsiteX25" fmla="*/ 803573 w 1510717"/>
              <a:gd name="connsiteY25" fmla="*/ 330011 h 1601150"/>
              <a:gd name="connsiteX26" fmla="*/ 835716 w 1510717"/>
              <a:gd name="connsiteY26" fmla="*/ 553182 h 1601150"/>
              <a:gd name="connsiteX27" fmla="*/ 867859 w 1510717"/>
              <a:gd name="connsiteY27" fmla="*/ 800575 h 1601150"/>
              <a:gd name="connsiteX28" fmla="*/ 900002 w 1510717"/>
              <a:gd name="connsiteY28" fmla="*/ 1047967 h 1601150"/>
              <a:gd name="connsiteX29" fmla="*/ 932145 w 1510717"/>
              <a:gd name="connsiteY29" fmla="*/ 1271139 h 1601150"/>
              <a:gd name="connsiteX30" fmla="*/ 964288 w 1510717"/>
              <a:gd name="connsiteY30" fmla="*/ 1448255 h 1601150"/>
              <a:gd name="connsiteX31" fmla="*/ 996431 w 1510717"/>
              <a:gd name="connsiteY31" fmla="*/ 1561967 h 1601150"/>
              <a:gd name="connsiteX32" fmla="*/ 1028573 w 1510717"/>
              <a:gd name="connsiteY32" fmla="*/ 1601150 h 1601150"/>
              <a:gd name="connsiteX33" fmla="*/ 1060717 w 1510717"/>
              <a:gd name="connsiteY33" fmla="*/ 1561967 h 1601150"/>
              <a:gd name="connsiteX34" fmla="*/ 1092859 w 1510717"/>
              <a:gd name="connsiteY34" fmla="*/ 1448255 h 1601150"/>
              <a:gd name="connsiteX35" fmla="*/ 1125002 w 1510717"/>
              <a:gd name="connsiteY35" fmla="*/ 1271139 h 1601150"/>
              <a:gd name="connsiteX36" fmla="*/ 1157145 w 1510717"/>
              <a:gd name="connsiteY36" fmla="*/ 1047967 h 1601150"/>
              <a:gd name="connsiteX37" fmla="*/ 1189288 w 1510717"/>
              <a:gd name="connsiteY37" fmla="*/ 800575 h 1601150"/>
              <a:gd name="connsiteX38" fmla="*/ 1221431 w 1510717"/>
              <a:gd name="connsiteY38" fmla="*/ 553182 h 1601150"/>
              <a:gd name="connsiteX39" fmla="*/ 1253574 w 1510717"/>
              <a:gd name="connsiteY39" fmla="*/ 330011 h 1601150"/>
              <a:gd name="connsiteX40" fmla="*/ 1285717 w 1510717"/>
              <a:gd name="connsiteY40" fmla="*/ 152895 h 1601150"/>
              <a:gd name="connsiteX41" fmla="*/ 1317860 w 1510717"/>
              <a:gd name="connsiteY41" fmla="*/ 39183 h 1601150"/>
              <a:gd name="connsiteX42" fmla="*/ 1350003 w 1510717"/>
              <a:gd name="connsiteY42" fmla="*/ 0 h 1601150"/>
              <a:gd name="connsiteX43" fmla="*/ 1382146 w 1510717"/>
              <a:gd name="connsiteY43" fmla="*/ 39183 h 1601150"/>
              <a:gd name="connsiteX44" fmla="*/ 1414289 w 1510717"/>
              <a:gd name="connsiteY44" fmla="*/ 152895 h 1601150"/>
              <a:gd name="connsiteX45" fmla="*/ 1446432 w 1510717"/>
              <a:gd name="connsiteY45" fmla="*/ 330011 h 1601150"/>
              <a:gd name="connsiteX46" fmla="*/ 1478575 w 1510717"/>
              <a:gd name="connsiteY46" fmla="*/ 553182 h 1601150"/>
              <a:gd name="connsiteX47" fmla="*/ 1510717 w 1510717"/>
              <a:gd name="connsiteY47" fmla="*/ 800575 h 1601150"/>
              <a:gd name="connsiteX0" fmla="*/ 0 w 1478574"/>
              <a:gd name="connsiteY0" fmla="*/ 39183 h 1601150"/>
              <a:gd name="connsiteX1" fmla="*/ 32143 w 1478574"/>
              <a:gd name="connsiteY1" fmla="*/ 0 h 1601150"/>
              <a:gd name="connsiteX2" fmla="*/ 64286 w 1478574"/>
              <a:gd name="connsiteY2" fmla="*/ 39183 h 1601150"/>
              <a:gd name="connsiteX3" fmla="*/ 96429 w 1478574"/>
              <a:gd name="connsiteY3" fmla="*/ 152895 h 1601150"/>
              <a:gd name="connsiteX4" fmla="*/ 128572 w 1478574"/>
              <a:gd name="connsiteY4" fmla="*/ 330011 h 1601150"/>
              <a:gd name="connsiteX5" fmla="*/ 160714 w 1478574"/>
              <a:gd name="connsiteY5" fmla="*/ 553182 h 1601150"/>
              <a:gd name="connsiteX6" fmla="*/ 192857 w 1478574"/>
              <a:gd name="connsiteY6" fmla="*/ 800575 h 1601150"/>
              <a:gd name="connsiteX7" fmla="*/ 225001 w 1478574"/>
              <a:gd name="connsiteY7" fmla="*/ 1047967 h 1601150"/>
              <a:gd name="connsiteX8" fmla="*/ 257143 w 1478574"/>
              <a:gd name="connsiteY8" fmla="*/ 1271139 h 1601150"/>
              <a:gd name="connsiteX9" fmla="*/ 289286 w 1478574"/>
              <a:gd name="connsiteY9" fmla="*/ 1448255 h 1601150"/>
              <a:gd name="connsiteX10" fmla="*/ 321429 w 1478574"/>
              <a:gd name="connsiteY10" fmla="*/ 1561967 h 1601150"/>
              <a:gd name="connsiteX11" fmla="*/ 353572 w 1478574"/>
              <a:gd name="connsiteY11" fmla="*/ 1601150 h 1601150"/>
              <a:gd name="connsiteX12" fmla="*/ 385715 w 1478574"/>
              <a:gd name="connsiteY12" fmla="*/ 1561967 h 1601150"/>
              <a:gd name="connsiteX13" fmla="*/ 417858 w 1478574"/>
              <a:gd name="connsiteY13" fmla="*/ 1448255 h 1601150"/>
              <a:gd name="connsiteX14" fmla="*/ 450001 w 1478574"/>
              <a:gd name="connsiteY14" fmla="*/ 1271139 h 1601150"/>
              <a:gd name="connsiteX15" fmla="*/ 482144 w 1478574"/>
              <a:gd name="connsiteY15" fmla="*/ 1047967 h 1601150"/>
              <a:gd name="connsiteX16" fmla="*/ 514287 w 1478574"/>
              <a:gd name="connsiteY16" fmla="*/ 800575 h 1601150"/>
              <a:gd name="connsiteX17" fmla="*/ 546430 w 1478574"/>
              <a:gd name="connsiteY17" fmla="*/ 553182 h 1601150"/>
              <a:gd name="connsiteX18" fmla="*/ 578573 w 1478574"/>
              <a:gd name="connsiteY18" fmla="*/ 330011 h 1601150"/>
              <a:gd name="connsiteX19" fmla="*/ 610716 w 1478574"/>
              <a:gd name="connsiteY19" fmla="*/ 152895 h 1601150"/>
              <a:gd name="connsiteX20" fmla="*/ 642859 w 1478574"/>
              <a:gd name="connsiteY20" fmla="*/ 39183 h 1601150"/>
              <a:gd name="connsiteX21" fmla="*/ 675001 w 1478574"/>
              <a:gd name="connsiteY21" fmla="*/ 0 h 1601150"/>
              <a:gd name="connsiteX22" fmla="*/ 707144 w 1478574"/>
              <a:gd name="connsiteY22" fmla="*/ 39183 h 1601150"/>
              <a:gd name="connsiteX23" fmla="*/ 739287 w 1478574"/>
              <a:gd name="connsiteY23" fmla="*/ 152895 h 1601150"/>
              <a:gd name="connsiteX24" fmla="*/ 771430 w 1478574"/>
              <a:gd name="connsiteY24" fmla="*/ 330011 h 1601150"/>
              <a:gd name="connsiteX25" fmla="*/ 803573 w 1478574"/>
              <a:gd name="connsiteY25" fmla="*/ 553182 h 1601150"/>
              <a:gd name="connsiteX26" fmla="*/ 835716 w 1478574"/>
              <a:gd name="connsiteY26" fmla="*/ 800575 h 1601150"/>
              <a:gd name="connsiteX27" fmla="*/ 867859 w 1478574"/>
              <a:gd name="connsiteY27" fmla="*/ 1047967 h 1601150"/>
              <a:gd name="connsiteX28" fmla="*/ 900002 w 1478574"/>
              <a:gd name="connsiteY28" fmla="*/ 1271139 h 1601150"/>
              <a:gd name="connsiteX29" fmla="*/ 932145 w 1478574"/>
              <a:gd name="connsiteY29" fmla="*/ 1448255 h 1601150"/>
              <a:gd name="connsiteX30" fmla="*/ 964288 w 1478574"/>
              <a:gd name="connsiteY30" fmla="*/ 1561967 h 1601150"/>
              <a:gd name="connsiteX31" fmla="*/ 996430 w 1478574"/>
              <a:gd name="connsiteY31" fmla="*/ 1601150 h 1601150"/>
              <a:gd name="connsiteX32" fmla="*/ 1028574 w 1478574"/>
              <a:gd name="connsiteY32" fmla="*/ 1561967 h 1601150"/>
              <a:gd name="connsiteX33" fmla="*/ 1060716 w 1478574"/>
              <a:gd name="connsiteY33" fmla="*/ 1448255 h 1601150"/>
              <a:gd name="connsiteX34" fmla="*/ 1092859 w 1478574"/>
              <a:gd name="connsiteY34" fmla="*/ 1271139 h 1601150"/>
              <a:gd name="connsiteX35" fmla="*/ 1125002 w 1478574"/>
              <a:gd name="connsiteY35" fmla="*/ 1047967 h 1601150"/>
              <a:gd name="connsiteX36" fmla="*/ 1157145 w 1478574"/>
              <a:gd name="connsiteY36" fmla="*/ 800575 h 1601150"/>
              <a:gd name="connsiteX37" fmla="*/ 1189288 w 1478574"/>
              <a:gd name="connsiteY37" fmla="*/ 553182 h 1601150"/>
              <a:gd name="connsiteX38" fmla="*/ 1221431 w 1478574"/>
              <a:gd name="connsiteY38" fmla="*/ 330011 h 1601150"/>
              <a:gd name="connsiteX39" fmla="*/ 1253574 w 1478574"/>
              <a:gd name="connsiteY39" fmla="*/ 152895 h 1601150"/>
              <a:gd name="connsiteX40" fmla="*/ 1285717 w 1478574"/>
              <a:gd name="connsiteY40" fmla="*/ 39183 h 1601150"/>
              <a:gd name="connsiteX41" fmla="*/ 1317860 w 1478574"/>
              <a:gd name="connsiteY41" fmla="*/ 0 h 1601150"/>
              <a:gd name="connsiteX42" fmla="*/ 1350003 w 1478574"/>
              <a:gd name="connsiteY42" fmla="*/ 39183 h 1601150"/>
              <a:gd name="connsiteX43" fmla="*/ 1382146 w 1478574"/>
              <a:gd name="connsiteY43" fmla="*/ 152895 h 1601150"/>
              <a:gd name="connsiteX44" fmla="*/ 1414289 w 1478574"/>
              <a:gd name="connsiteY44" fmla="*/ 330011 h 1601150"/>
              <a:gd name="connsiteX45" fmla="*/ 1446432 w 1478574"/>
              <a:gd name="connsiteY45" fmla="*/ 553182 h 1601150"/>
              <a:gd name="connsiteX46" fmla="*/ 1478574 w 1478574"/>
              <a:gd name="connsiteY46" fmla="*/ 800575 h 1601150"/>
              <a:gd name="connsiteX0" fmla="*/ 0 w 1446431"/>
              <a:gd name="connsiteY0" fmla="*/ 0 h 1601150"/>
              <a:gd name="connsiteX1" fmla="*/ 32143 w 1446431"/>
              <a:gd name="connsiteY1" fmla="*/ 39183 h 1601150"/>
              <a:gd name="connsiteX2" fmla="*/ 64286 w 1446431"/>
              <a:gd name="connsiteY2" fmla="*/ 152895 h 1601150"/>
              <a:gd name="connsiteX3" fmla="*/ 96429 w 1446431"/>
              <a:gd name="connsiteY3" fmla="*/ 330011 h 1601150"/>
              <a:gd name="connsiteX4" fmla="*/ 128571 w 1446431"/>
              <a:gd name="connsiteY4" fmla="*/ 553182 h 1601150"/>
              <a:gd name="connsiteX5" fmla="*/ 160714 w 1446431"/>
              <a:gd name="connsiteY5" fmla="*/ 800575 h 1601150"/>
              <a:gd name="connsiteX6" fmla="*/ 192858 w 1446431"/>
              <a:gd name="connsiteY6" fmla="*/ 1047967 h 1601150"/>
              <a:gd name="connsiteX7" fmla="*/ 225000 w 1446431"/>
              <a:gd name="connsiteY7" fmla="*/ 1271139 h 1601150"/>
              <a:gd name="connsiteX8" fmla="*/ 257143 w 1446431"/>
              <a:gd name="connsiteY8" fmla="*/ 1448255 h 1601150"/>
              <a:gd name="connsiteX9" fmla="*/ 289286 w 1446431"/>
              <a:gd name="connsiteY9" fmla="*/ 1561967 h 1601150"/>
              <a:gd name="connsiteX10" fmla="*/ 321429 w 1446431"/>
              <a:gd name="connsiteY10" fmla="*/ 1601150 h 1601150"/>
              <a:gd name="connsiteX11" fmla="*/ 353572 w 1446431"/>
              <a:gd name="connsiteY11" fmla="*/ 1561967 h 1601150"/>
              <a:gd name="connsiteX12" fmla="*/ 385715 w 1446431"/>
              <a:gd name="connsiteY12" fmla="*/ 1448255 h 1601150"/>
              <a:gd name="connsiteX13" fmla="*/ 417858 w 1446431"/>
              <a:gd name="connsiteY13" fmla="*/ 1271139 h 1601150"/>
              <a:gd name="connsiteX14" fmla="*/ 450001 w 1446431"/>
              <a:gd name="connsiteY14" fmla="*/ 1047967 h 1601150"/>
              <a:gd name="connsiteX15" fmla="*/ 482144 w 1446431"/>
              <a:gd name="connsiteY15" fmla="*/ 800575 h 1601150"/>
              <a:gd name="connsiteX16" fmla="*/ 514287 w 1446431"/>
              <a:gd name="connsiteY16" fmla="*/ 553182 h 1601150"/>
              <a:gd name="connsiteX17" fmla="*/ 546430 w 1446431"/>
              <a:gd name="connsiteY17" fmla="*/ 330011 h 1601150"/>
              <a:gd name="connsiteX18" fmla="*/ 578573 w 1446431"/>
              <a:gd name="connsiteY18" fmla="*/ 152895 h 1601150"/>
              <a:gd name="connsiteX19" fmla="*/ 610716 w 1446431"/>
              <a:gd name="connsiteY19" fmla="*/ 39183 h 1601150"/>
              <a:gd name="connsiteX20" fmla="*/ 642858 w 1446431"/>
              <a:gd name="connsiteY20" fmla="*/ 0 h 1601150"/>
              <a:gd name="connsiteX21" fmla="*/ 675001 w 1446431"/>
              <a:gd name="connsiteY21" fmla="*/ 39183 h 1601150"/>
              <a:gd name="connsiteX22" fmla="*/ 707144 w 1446431"/>
              <a:gd name="connsiteY22" fmla="*/ 152895 h 1601150"/>
              <a:gd name="connsiteX23" fmla="*/ 739287 w 1446431"/>
              <a:gd name="connsiteY23" fmla="*/ 330011 h 1601150"/>
              <a:gd name="connsiteX24" fmla="*/ 771430 w 1446431"/>
              <a:gd name="connsiteY24" fmla="*/ 553182 h 1601150"/>
              <a:gd name="connsiteX25" fmla="*/ 803573 w 1446431"/>
              <a:gd name="connsiteY25" fmla="*/ 800575 h 1601150"/>
              <a:gd name="connsiteX26" fmla="*/ 835716 w 1446431"/>
              <a:gd name="connsiteY26" fmla="*/ 1047967 h 1601150"/>
              <a:gd name="connsiteX27" fmla="*/ 867859 w 1446431"/>
              <a:gd name="connsiteY27" fmla="*/ 1271139 h 1601150"/>
              <a:gd name="connsiteX28" fmla="*/ 900002 w 1446431"/>
              <a:gd name="connsiteY28" fmla="*/ 1448255 h 1601150"/>
              <a:gd name="connsiteX29" fmla="*/ 932145 w 1446431"/>
              <a:gd name="connsiteY29" fmla="*/ 1561967 h 1601150"/>
              <a:gd name="connsiteX30" fmla="*/ 964287 w 1446431"/>
              <a:gd name="connsiteY30" fmla="*/ 1601150 h 1601150"/>
              <a:gd name="connsiteX31" fmla="*/ 996431 w 1446431"/>
              <a:gd name="connsiteY31" fmla="*/ 1561967 h 1601150"/>
              <a:gd name="connsiteX32" fmla="*/ 1028573 w 1446431"/>
              <a:gd name="connsiteY32" fmla="*/ 1448255 h 1601150"/>
              <a:gd name="connsiteX33" fmla="*/ 1060716 w 1446431"/>
              <a:gd name="connsiteY33" fmla="*/ 1271139 h 1601150"/>
              <a:gd name="connsiteX34" fmla="*/ 1092859 w 1446431"/>
              <a:gd name="connsiteY34" fmla="*/ 1047967 h 1601150"/>
              <a:gd name="connsiteX35" fmla="*/ 1125002 w 1446431"/>
              <a:gd name="connsiteY35" fmla="*/ 800575 h 1601150"/>
              <a:gd name="connsiteX36" fmla="*/ 1157145 w 1446431"/>
              <a:gd name="connsiteY36" fmla="*/ 553182 h 1601150"/>
              <a:gd name="connsiteX37" fmla="*/ 1189288 w 1446431"/>
              <a:gd name="connsiteY37" fmla="*/ 330011 h 1601150"/>
              <a:gd name="connsiteX38" fmla="*/ 1221431 w 1446431"/>
              <a:gd name="connsiteY38" fmla="*/ 152895 h 1601150"/>
              <a:gd name="connsiteX39" fmla="*/ 1253574 w 1446431"/>
              <a:gd name="connsiteY39" fmla="*/ 39183 h 1601150"/>
              <a:gd name="connsiteX40" fmla="*/ 1285717 w 1446431"/>
              <a:gd name="connsiteY40" fmla="*/ 0 h 1601150"/>
              <a:gd name="connsiteX41" fmla="*/ 1317860 w 1446431"/>
              <a:gd name="connsiteY41" fmla="*/ 39183 h 1601150"/>
              <a:gd name="connsiteX42" fmla="*/ 1350003 w 1446431"/>
              <a:gd name="connsiteY42" fmla="*/ 152895 h 1601150"/>
              <a:gd name="connsiteX43" fmla="*/ 1382146 w 1446431"/>
              <a:gd name="connsiteY43" fmla="*/ 330011 h 1601150"/>
              <a:gd name="connsiteX44" fmla="*/ 1414289 w 1446431"/>
              <a:gd name="connsiteY44" fmla="*/ 553182 h 1601150"/>
              <a:gd name="connsiteX45" fmla="*/ 1446431 w 1446431"/>
              <a:gd name="connsiteY45" fmla="*/ 800575 h 1601150"/>
              <a:gd name="connsiteX0" fmla="*/ 0 w 1414288"/>
              <a:gd name="connsiteY0" fmla="*/ 39183 h 1601150"/>
              <a:gd name="connsiteX1" fmla="*/ 32143 w 1414288"/>
              <a:gd name="connsiteY1" fmla="*/ 152895 h 1601150"/>
              <a:gd name="connsiteX2" fmla="*/ 64286 w 1414288"/>
              <a:gd name="connsiteY2" fmla="*/ 330011 h 1601150"/>
              <a:gd name="connsiteX3" fmla="*/ 96428 w 1414288"/>
              <a:gd name="connsiteY3" fmla="*/ 553182 h 1601150"/>
              <a:gd name="connsiteX4" fmla="*/ 128571 w 1414288"/>
              <a:gd name="connsiteY4" fmla="*/ 800575 h 1601150"/>
              <a:gd name="connsiteX5" fmla="*/ 160715 w 1414288"/>
              <a:gd name="connsiteY5" fmla="*/ 1047967 h 1601150"/>
              <a:gd name="connsiteX6" fmla="*/ 192857 w 1414288"/>
              <a:gd name="connsiteY6" fmla="*/ 1271139 h 1601150"/>
              <a:gd name="connsiteX7" fmla="*/ 225000 w 1414288"/>
              <a:gd name="connsiteY7" fmla="*/ 1448255 h 1601150"/>
              <a:gd name="connsiteX8" fmla="*/ 257143 w 1414288"/>
              <a:gd name="connsiteY8" fmla="*/ 1561967 h 1601150"/>
              <a:gd name="connsiteX9" fmla="*/ 289286 w 1414288"/>
              <a:gd name="connsiteY9" fmla="*/ 1601150 h 1601150"/>
              <a:gd name="connsiteX10" fmla="*/ 321429 w 1414288"/>
              <a:gd name="connsiteY10" fmla="*/ 1561967 h 1601150"/>
              <a:gd name="connsiteX11" fmla="*/ 353572 w 1414288"/>
              <a:gd name="connsiteY11" fmla="*/ 1448255 h 1601150"/>
              <a:gd name="connsiteX12" fmla="*/ 385715 w 1414288"/>
              <a:gd name="connsiteY12" fmla="*/ 1271139 h 1601150"/>
              <a:gd name="connsiteX13" fmla="*/ 417858 w 1414288"/>
              <a:gd name="connsiteY13" fmla="*/ 1047967 h 1601150"/>
              <a:gd name="connsiteX14" fmla="*/ 450001 w 1414288"/>
              <a:gd name="connsiteY14" fmla="*/ 800575 h 1601150"/>
              <a:gd name="connsiteX15" fmla="*/ 482144 w 1414288"/>
              <a:gd name="connsiteY15" fmla="*/ 553182 h 1601150"/>
              <a:gd name="connsiteX16" fmla="*/ 514287 w 1414288"/>
              <a:gd name="connsiteY16" fmla="*/ 330011 h 1601150"/>
              <a:gd name="connsiteX17" fmla="*/ 546430 w 1414288"/>
              <a:gd name="connsiteY17" fmla="*/ 152895 h 1601150"/>
              <a:gd name="connsiteX18" fmla="*/ 578573 w 1414288"/>
              <a:gd name="connsiteY18" fmla="*/ 39183 h 1601150"/>
              <a:gd name="connsiteX19" fmla="*/ 610715 w 1414288"/>
              <a:gd name="connsiteY19" fmla="*/ 0 h 1601150"/>
              <a:gd name="connsiteX20" fmla="*/ 642858 w 1414288"/>
              <a:gd name="connsiteY20" fmla="*/ 39183 h 1601150"/>
              <a:gd name="connsiteX21" fmla="*/ 675001 w 1414288"/>
              <a:gd name="connsiteY21" fmla="*/ 152895 h 1601150"/>
              <a:gd name="connsiteX22" fmla="*/ 707144 w 1414288"/>
              <a:gd name="connsiteY22" fmla="*/ 330011 h 1601150"/>
              <a:gd name="connsiteX23" fmla="*/ 739287 w 1414288"/>
              <a:gd name="connsiteY23" fmla="*/ 553182 h 1601150"/>
              <a:gd name="connsiteX24" fmla="*/ 771430 w 1414288"/>
              <a:gd name="connsiteY24" fmla="*/ 800575 h 1601150"/>
              <a:gd name="connsiteX25" fmla="*/ 803573 w 1414288"/>
              <a:gd name="connsiteY25" fmla="*/ 1047967 h 1601150"/>
              <a:gd name="connsiteX26" fmla="*/ 835716 w 1414288"/>
              <a:gd name="connsiteY26" fmla="*/ 1271139 h 1601150"/>
              <a:gd name="connsiteX27" fmla="*/ 867859 w 1414288"/>
              <a:gd name="connsiteY27" fmla="*/ 1448255 h 1601150"/>
              <a:gd name="connsiteX28" fmla="*/ 900002 w 1414288"/>
              <a:gd name="connsiteY28" fmla="*/ 1561967 h 1601150"/>
              <a:gd name="connsiteX29" fmla="*/ 932144 w 1414288"/>
              <a:gd name="connsiteY29" fmla="*/ 1601150 h 1601150"/>
              <a:gd name="connsiteX30" fmla="*/ 964288 w 1414288"/>
              <a:gd name="connsiteY30" fmla="*/ 1561967 h 1601150"/>
              <a:gd name="connsiteX31" fmla="*/ 996430 w 1414288"/>
              <a:gd name="connsiteY31" fmla="*/ 1448255 h 1601150"/>
              <a:gd name="connsiteX32" fmla="*/ 1028573 w 1414288"/>
              <a:gd name="connsiteY32" fmla="*/ 1271139 h 1601150"/>
              <a:gd name="connsiteX33" fmla="*/ 1060716 w 1414288"/>
              <a:gd name="connsiteY33" fmla="*/ 1047967 h 1601150"/>
              <a:gd name="connsiteX34" fmla="*/ 1092859 w 1414288"/>
              <a:gd name="connsiteY34" fmla="*/ 800575 h 1601150"/>
              <a:gd name="connsiteX35" fmla="*/ 1125002 w 1414288"/>
              <a:gd name="connsiteY35" fmla="*/ 553182 h 1601150"/>
              <a:gd name="connsiteX36" fmla="*/ 1157145 w 1414288"/>
              <a:gd name="connsiteY36" fmla="*/ 330011 h 1601150"/>
              <a:gd name="connsiteX37" fmla="*/ 1189288 w 1414288"/>
              <a:gd name="connsiteY37" fmla="*/ 152895 h 1601150"/>
              <a:gd name="connsiteX38" fmla="*/ 1221431 w 1414288"/>
              <a:gd name="connsiteY38" fmla="*/ 39183 h 1601150"/>
              <a:gd name="connsiteX39" fmla="*/ 1253574 w 1414288"/>
              <a:gd name="connsiteY39" fmla="*/ 0 h 1601150"/>
              <a:gd name="connsiteX40" fmla="*/ 1285717 w 1414288"/>
              <a:gd name="connsiteY40" fmla="*/ 39183 h 1601150"/>
              <a:gd name="connsiteX41" fmla="*/ 1317860 w 1414288"/>
              <a:gd name="connsiteY41" fmla="*/ 152895 h 1601150"/>
              <a:gd name="connsiteX42" fmla="*/ 1350003 w 1414288"/>
              <a:gd name="connsiteY42" fmla="*/ 330011 h 1601150"/>
              <a:gd name="connsiteX43" fmla="*/ 1382146 w 1414288"/>
              <a:gd name="connsiteY43" fmla="*/ 553182 h 1601150"/>
              <a:gd name="connsiteX44" fmla="*/ 1414288 w 1414288"/>
              <a:gd name="connsiteY44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96428 w 1414288"/>
              <a:gd name="connsiteY2" fmla="*/ 553182 h 1601150"/>
              <a:gd name="connsiteX3" fmla="*/ 128571 w 1414288"/>
              <a:gd name="connsiteY3" fmla="*/ 800575 h 1601150"/>
              <a:gd name="connsiteX4" fmla="*/ 160715 w 1414288"/>
              <a:gd name="connsiteY4" fmla="*/ 1047967 h 1601150"/>
              <a:gd name="connsiteX5" fmla="*/ 192857 w 1414288"/>
              <a:gd name="connsiteY5" fmla="*/ 1271139 h 1601150"/>
              <a:gd name="connsiteX6" fmla="*/ 225000 w 1414288"/>
              <a:gd name="connsiteY6" fmla="*/ 1448255 h 1601150"/>
              <a:gd name="connsiteX7" fmla="*/ 257143 w 1414288"/>
              <a:gd name="connsiteY7" fmla="*/ 1561967 h 1601150"/>
              <a:gd name="connsiteX8" fmla="*/ 289286 w 1414288"/>
              <a:gd name="connsiteY8" fmla="*/ 1601150 h 1601150"/>
              <a:gd name="connsiteX9" fmla="*/ 321429 w 1414288"/>
              <a:gd name="connsiteY9" fmla="*/ 1561967 h 1601150"/>
              <a:gd name="connsiteX10" fmla="*/ 353572 w 1414288"/>
              <a:gd name="connsiteY10" fmla="*/ 1448255 h 1601150"/>
              <a:gd name="connsiteX11" fmla="*/ 385715 w 1414288"/>
              <a:gd name="connsiteY11" fmla="*/ 1271139 h 1601150"/>
              <a:gd name="connsiteX12" fmla="*/ 417858 w 1414288"/>
              <a:gd name="connsiteY12" fmla="*/ 1047967 h 1601150"/>
              <a:gd name="connsiteX13" fmla="*/ 450001 w 1414288"/>
              <a:gd name="connsiteY13" fmla="*/ 800575 h 1601150"/>
              <a:gd name="connsiteX14" fmla="*/ 482144 w 1414288"/>
              <a:gd name="connsiteY14" fmla="*/ 553182 h 1601150"/>
              <a:gd name="connsiteX15" fmla="*/ 514287 w 1414288"/>
              <a:gd name="connsiteY15" fmla="*/ 330011 h 1601150"/>
              <a:gd name="connsiteX16" fmla="*/ 546430 w 1414288"/>
              <a:gd name="connsiteY16" fmla="*/ 152895 h 1601150"/>
              <a:gd name="connsiteX17" fmla="*/ 578573 w 1414288"/>
              <a:gd name="connsiteY17" fmla="*/ 39183 h 1601150"/>
              <a:gd name="connsiteX18" fmla="*/ 610715 w 1414288"/>
              <a:gd name="connsiteY18" fmla="*/ 0 h 1601150"/>
              <a:gd name="connsiteX19" fmla="*/ 642858 w 1414288"/>
              <a:gd name="connsiteY19" fmla="*/ 39183 h 1601150"/>
              <a:gd name="connsiteX20" fmla="*/ 675001 w 1414288"/>
              <a:gd name="connsiteY20" fmla="*/ 152895 h 1601150"/>
              <a:gd name="connsiteX21" fmla="*/ 707144 w 1414288"/>
              <a:gd name="connsiteY21" fmla="*/ 330011 h 1601150"/>
              <a:gd name="connsiteX22" fmla="*/ 739287 w 1414288"/>
              <a:gd name="connsiteY22" fmla="*/ 553182 h 1601150"/>
              <a:gd name="connsiteX23" fmla="*/ 771430 w 1414288"/>
              <a:gd name="connsiteY23" fmla="*/ 800575 h 1601150"/>
              <a:gd name="connsiteX24" fmla="*/ 803573 w 1414288"/>
              <a:gd name="connsiteY24" fmla="*/ 1047967 h 1601150"/>
              <a:gd name="connsiteX25" fmla="*/ 835716 w 1414288"/>
              <a:gd name="connsiteY25" fmla="*/ 1271139 h 1601150"/>
              <a:gd name="connsiteX26" fmla="*/ 867859 w 1414288"/>
              <a:gd name="connsiteY26" fmla="*/ 1448255 h 1601150"/>
              <a:gd name="connsiteX27" fmla="*/ 900002 w 1414288"/>
              <a:gd name="connsiteY27" fmla="*/ 1561967 h 1601150"/>
              <a:gd name="connsiteX28" fmla="*/ 932144 w 1414288"/>
              <a:gd name="connsiteY28" fmla="*/ 1601150 h 1601150"/>
              <a:gd name="connsiteX29" fmla="*/ 964288 w 1414288"/>
              <a:gd name="connsiteY29" fmla="*/ 1561967 h 1601150"/>
              <a:gd name="connsiteX30" fmla="*/ 996430 w 1414288"/>
              <a:gd name="connsiteY30" fmla="*/ 1448255 h 1601150"/>
              <a:gd name="connsiteX31" fmla="*/ 1028573 w 1414288"/>
              <a:gd name="connsiteY31" fmla="*/ 1271139 h 1601150"/>
              <a:gd name="connsiteX32" fmla="*/ 1060716 w 1414288"/>
              <a:gd name="connsiteY32" fmla="*/ 1047967 h 1601150"/>
              <a:gd name="connsiteX33" fmla="*/ 1092859 w 1414288"/>
              <a:gd name="connsiteY33" fmla="*/ 800575 h 1601150"/>
              <a:gd name="connsiteX34" fmla="*/ 1125002 w 1414288"/>
              <a:gd name="connsiteY34" fmla="*/ 553182 h 1601150"/>
              <a:gd name="connsiteX35" fmla="*/ 1157145 w 1414288"/>
              <a:gd name="connsiteY35" fmla="*/ 330011 h 1601150"/>
              <a:gd name="connsiteX36" fmla="*/ 1189288 w 1414288"/>
              <a:gd name="connsiteY36" fmla="*/ 152895 h 1601150"/>
              <a:gd name="connsiteX37" fmla="*/ 1221431 w 1414288"/>
              <a:gd name="connsiteY37" fmla="*/ 39183 h 1601150"/>
              <a:gd name="connsiteX38" fmla="*/ 1253574 w 1414288"/>
              <a:gd name="connsiteY38" fmla="*/ 0 h 1601150"/>
              <a:gd name="connsiteX39" fmla="*/ 1285717 w 1414288"/>
              <a:gd name="connsiteY39" fmla="*/ 39183 h 1601150"/>
              <a:gd name="connsiteX40" fmla="*/ 1317860 w 1414288"/>
              <a:gd name="connsiteY40" fmla="*/ 152895 h 1601150"/>
              <a:gd name="connsiteX41" fmla="*/ 1350003 w 1414288"/>
              <a:gd name="connsiteY41" fmla="*/ 330011 h 1601150"/>
              <a:gd name="connsiteX42" fmla="*/ 1382146 w 1414288"/>
              <a:gd name="connsiteY42" fmla="*/ 553182 h 1601150"/>
              <a:gd name="connsiteX43" fmla="*/ 1414288 w 1414288"/>
              <a:gd name="connsiteY43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60715 w 1414288"/>
              <a:gd name="connsiteY3" fmla="*/ 1047967 h 1601150"/>
              <a:gd name="connsiteX4" fmla="*/ 192857 w 1414288"/>
              <a:gd name="connsiteY4" fmla="*/ 1271139 h 1601150"/>
              <a:gd name="connsiteX5" fmla="*/ 225000 w 1414288"/>
              <a:gd name="connsiteY5" fmla="*/ 1448255 h 1601150"/>
              <a:gd name="connsiteX6" fmla="*/ 257143 w 1414288"/>
              <a:gd name="connsiteY6" fmla="*/ 1561967 h 1601150"/>
              <a:gd name="connsiteX7" fmla="*/ 289286 w 1414288"/>
              <a:gd name="connsiteY7" fmla="*/ 1601150 h 1601150"/>
              <a:gd name="connsiteX8" fmla="*/ 321429 w 1414288"/>
              <a:gd name="connsiteY8" fmla="*/ 1561967 h 1601150"/>
              <a:gd name="connsiteX9" fmla="*/ 353572 w 1414288"/>
              <a:gd name="connsiteY9" fmla="*/ 1448255 h 1601150"/>
              <a:gd name="connsiteX10" fmla="*/ 385715 w 1414288"/>
              <a:gd name="connsiteY10" fmla="*/ 1271139 h 1601150"/>
              <a:gd name="connsiteX11" fmla="*/ 417858 w 1414288"/>
              <a:gd name="connsiteY11" fmla="*/ 1047967 h 1601150"/>
              <a:gd name="connsiteX12" fmla="*/ 450001 w 1414288"/>
              <a:gd name="connsiteY12" fmla="*/ 800575 h 1601150"/>
              <a:gd name="connsiteX13" fmla="*/ 482144 w 1414288"/>
              <a:gd name="connsiteY13" fmla="*/ 553182 h 1601150"/>
              <a:gd name="connsiteX14" fmla="*/ 514287 w 1414288"/>
              <a:gd name="connsiteY14" fmla="*/ 330011 h 1601150"/>
              <a:gd name="connsiteX15" fmla="*/ 546430 w 1414288"/>
              <a:gd name="connsiteY15" fmla="*/ 152895 h 1601150"/>
              <a:gd name="connsiteX16" fmla="*/ 578573 w 1414288"/>
              <a:gd name="connsiteY16" fmla="*/ 39183 h 1601150"/>
              <a:gd name="connsiteX17" fmla="*/ 610715 w 1414288"/>
              <a:gd name="connsiteY17" fmla="*/ 0 h 1601150"/>
              <a:gd name="connsiteX18" fmla="*/ 642858 w 1414288"/>
              <a:gd name="connsiteY18" fmla="*/ 39183 h 1601150"/>
              <a:gd name="connsiteX19" fmla="*/ 675001 w 1414288"/>
              <a:gd name="connsiteY19" fmla="*/ 152895 h 1601150"/>
              <a:gd name="connsiteX20" fmla="*/ 707144 w 1414288"/>
              <a:gd name="connsiteY20" fmla="*/ 330011 h 1601150"/>
              <a:gd name="connsiteX21" fmla="*/ 739287 w 1414288"/>
              <a:gd name="connsiteY21" fmla="*/ 553182 h 1601150"/>
              <a:gd name="connsiteX22" fmla="*/ 771430 w 1414288"/>
              <a:gd name="connsiteY22" fmla="*/ 800575 h 1601150"/>
              <a:gd name="connsiteX23" fmla="*/ 803573 w 1414288"/>
              <a:gd name="connsiteY23" fmla="*/ 1047967 h 1601150"/>
              <a:gd name="connsiteX24" fmla="*/ 835716 w 1414288"/>
              <a:gd name="connsiteY24" fmla="*/ 1271139 h 1601150"/>
              <a:gd name="connsiteX25" fmla="*/ 867859 w 1414288"/>
              <a:gd name="connsiteY25" fmla="*/ 1448255 h 1601150"/>
              <a:gd name="connsiteX26" fmla="*/ 900002 w 1414288"/>
              <a:gd name="connsiteY26" fmla="*/ 1561967 h 1601150"/>
              <a:gd name="connsiteX27" fmla="*/ 932144 w 1414288"/>
              <a:gd name="connsiteY27" fmla="*/ 1601150 h 1601150"/>
              <a:gd name="connsiteX28" fmla="*/ 964288 w 1414288"/>
              <a:gd name="connsiteY28" fmla="*/ 1561967 h 1601150"/>
              <a:gd name="connsiteX29" fmla="*/ 996430 w 1414288"/>
              <a:gd name="connsiteY29" fmla="*/ 1448255 h 1601150"/>
              <a:gd name="connsiteX30" fmla="*/ 1028573 w 1414288"/>
              <a:gd name="connsiteY30" fmla="*/ 1271139 h 1601150"/>
              <a:gd name="connsiteX31" fmla="*/ 1060716 w 1414288"/>
              <a:gd name="connsiteY31" fmla="*/ 1047967 h 1601150"/>
              <a:gd name="connsiteX32" fmla="*/ 1092859 w 1414288"/>
              <a:gd name="connsiteY32" fmla="*/ 800575 h 1601150"/>
              <a:gd name="connsiteX33" fmla="*/ 1125002 w 1414288"/>
              <a:gd name="connsiteY33" fmla="*/ 553182 h 1601150"/>
              <a:gd name="connsiteX34" fmla="*/ 1157145 w 1414288"/>
              <a:gd name="connsiteY34" fmla="*/ 330011 h 1601150"/>
              <a:gd name="connsiteX35" fmla="*/ 1189288 w 1414288"/>
              <a:gd name="connsiteY35" fmla="*/ 152895 h 1601150"/>
              <a:gd name="connsiteX36" fmla="*/ 1221431 w 1414288"/>
              <a:gd name="connsiteY36" fmla="*/ 39183 h 1601150"/>
              <a:gd name="connsiteX37" fmla="*/ 1253574 w 1414288"/>
              <a:gd name="connsiteY37" fmla="*/ 0 h 1601150"/>
              <a:gd name="connsiteX38" fmla="*/ 1285717 w 1414288"/>
              <a:gd name="connsiteY38" fmla="*/ 39183 h 1601150"/>
              <a:gd name="connsiteX39" fmla="*/ 1317860 w 1414288"/>
              <a:gd name="connsiteY39" fmla="*/ 152895 h 1601150"/>
              <a:gd name="connsiteX40" fmla="*/ 1350003 w 1414288"/>
              <a:gd name="connsiteY40" fmla="*/ 330011 h 1601150"/>
              <a:gd name="connsiteX41" fmla="*/ 1382146 w 1414288"/>
              <a:gd name="connsiteY41" fmla="*/ 553182 h 1601150"/>
              <a:gd name="connsiteX42" fmla="*/ 1414288 w 1414288"/>
              <a:gd name="connsiteY42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92857 w 1414288"/>
              <a:gd name="connsiteY3" fmla="*/ 1271139 h 1601150"/>
              <a:gd name="connsiteX4" fmla="*/ 225000 w 1414288"/>
              <a:gd name="connsiteY4" fmla="*/ 1448255 h 1601150"/>
              <a:gd name="connsiteX5" fmla="*/ 257143 w 1414288"/>
              <a:gd name="connsiteY5" fmla="*/ 1561967 h 1601150"/>
              <a:gd name="connsiteX6" fmla="*/ 289286 w 1414288"/>
              <a:gd name="connsiteY6" fmla="*/ 1601150 h 1601150"/>
              <a:gd name="connsiteX7" fmla="*/ 321429 w 1414288"/>
              <a:gd name="connsiteY7" fmla="*/ 1561967 h 1601150"/>
              <a:gd name="connsiteX8" fmla="*/ 353572 w 1414288"/>
              <a:gd name="connsiteY8" fmla="*/ 1448255 h 1601150"/>
              <a:gd name="connsiteX9" fmla="*/ 385715 w 1414288"/>
              <a:gd name="connsiteY9" fmla="*/ 1271139 h 1601150"/>
              <a:gd name="connsiteX10" fmla="*/ 417858 w 1414288"/>
              <a:gd name="connsiteY10" fmla="*/ 1047967 h 1601150"/>
              <a:gd name="connsiteX11" fmla="*/ 450001 w 1414288"/>
              <a:gd name="connsiteY11" fmla="*/ 800575 h 1601150"/>
              <a:gd name="connsiteX12" fmla="*/ 482144 w 1414288"/>
              <a:gd name="connsiteY12" fmla="*/ 553182 h 1601150"/>
              <a:gd name="connsiteX13" fmla="*/ 514287 w 1414288"/>
              <a:gd name="connsiteY13" fmla="*/ 330011 h 1601150"/>
              <a:gd name="connsiteX14" fmla="*/ 546430 w 1414288"/>
              <a:gd name="connsiteY14" fmla="*/ 152895 h 1601150"/>
              <a:gd name="connsiteX15" fmla="*/ 578573 w 1414288"/>
              <a:gd name="connsiteY15" fmla="*/ 39183 h 1601150"/>
              <a:gd name="connsiteX16" fmla="*/ 610715 w 1414288"/>
              <a:gd name="connsiteY16" fmla="*/ 0 h 1601150"/>
              <a:gd name="connsiteX17" fmla="*/ 642858 w 1414288"/>
              <a:gd name="connsiteY17" fmla="*/ 39183 h 1601150"/>
              <a:gd name="connsiteX18" fmla="*/ 675001 w 1414288"/>
              <a:gd name="connsiteY18" fmla="*/ 152895 h 1601150"/>
              <a:gd name="connsiteX19" fmla="*/ 707144 w 1414288"/>
              <a:gd name="connsiteY19" fmla="*/ 330011 h 1601150"/>
              <a:gd name="connsiteX20" fmla="*/ 739287 w 1414288"/>
              <a:gd name="connsiteY20" fmla="*/ 553182 h 1601150"/>
              <a:gd name="connsiteX21" fmla="*/ 771430 w 1414288"/>
              <a:gd name="connsiteY21" fmla="*/ 800575 h 1601150"/>
              <a:gd name="connsiteX22" fmla="*/ 803573 w 1414288"/>
              <a:gd name="connsiteY22" fmla="*/ 1047967 h 1601150"/>
              <a:gd name="connsiteX23" fmla="*/ 835716 w 1414288"/>
              <a:gd name="connsiteY23" fmla="*/ 1271139 h 1601150"/>
              <a:gd name="connsiteX24" fmla="*/ 867859 w 1414288"/>
              <a:gd name="connsiteY24" fmla="*/ 1448255 h 1601150"/>
              <a:gd name="connsiteX25" fmla="*/ 900002 w 1414288"/>
              <a:gd name="connsiteY25" fmla="*/ 1561967 h 1601150"/>
              <a:gd name="connsiteX26" fmla="*/ 932144 w 1414288"/>
              <a:gd name="connsiteY26" fmla="*/ 1601150 h 1601150"/>
              <a:gd name="connsiteX27" fmla="*/ 964288 w 1414288"/>
              <a:gd name="connsiteY27" fmla="*/ 1561967 h 1601150"/>
              <a:gd name="connsiteX28" fmla="*/ 996430 w 1414288"/>
              <a:gd name="connsiteY28" fmla="*/ 1448255 h 1601150"/>
              <a:gd name="connsiteX29" fmla="*/ 1028573 w 1414288"/>
              <a:gd name="connsiteY29" fmla="*/ 1271139 h 1601150"/>
              <a:gd name="connsiteX30" fmla="*/ 1060716 w 1414288"/>
              <a:gd name="connsiteY30" fmla="*/ 1047967 h 1601150"/>
              <a:gd name="connsiteX31" fmla="*/ 1092859 w 1414288"/>
              <a:gd name="connsiteY31" fmla="*/ 800575 h 1601150"/>
              <a:gd name="connsiteX32" fmla="*/ 1125002 w 1414288"/>
              <a:gd name="connsiteY32" fmla="*/ 553182 h 1601150"/>
              <a:gd name="connsiteX33" fmla="*/ 1157145 w 1414288"/>
              <a:gd name="connsiteY33" fmla="*/ 330011 h 1601150"/>
              <a:gd name="connsiteX34" fmla="*/ 1189288 w 1414288"/>
              <a:gd name="connsiteY34" fmla="*/ 152895 h 1601150"/>
              <a:gd name="connsiteX35" fmla="*/ 1221431 w 1414288"/>
              <a:gd name="connsiteY35" fmla="*/ 39183 h 1601150"/>
              <a:gd name="connsiteX36" fmla="*/ 1253574 w 1414288"/>
              <a:gd name="connsiteY36" fmla="*/ 0 h 1601150"/>
              <a:gd name="connsiteX37" fmla="*/ 1285717 w 1414288"/>
              <a:gd name="connsiteY37" fmla="*/ 39183 h 1601150"/>
              <a:gd name="connsiteX38" fmla="*/ 1317860 w 1414288"/>
              <a:gd name="connsiteY38" fmla="*/ 152895 h 1601150"/>
              <a:gd name="connsiteX39" fmla="*/ 1350003 w 1414288"/>
              <a:gd name="connsiteY39" fmla="*/ 330011 h 1601150"/>
              <a:gd name="connsiteX40" fmla="*/ 1382146 w 1414288"/>
              <a:gd name="connsiteY40" fmla="*/ 553182 h 1601150"/>
              <a:gd name="connsiteX41" fmla="*/ 1414288 w 1414288"/>
              <a:gd name="connsiteY41" fmla="*/ 800575 h 1601150"/>
              <a:gd name="connsiteX0" fmla="*/ 0 w 1414288"/>
              <a:gd name="connsiteY0" fmla="*/ 39183 h 1603259"/>
              <a:gd name="connsiteX1" fmla="*/ 64286 w 1414288"/>
              <a:gd name="connsiteY1" fmla="*/ 330011 h 1603259"/>
              <a:gd name="connsiteX2" fmla="*/ 128571 w 1414288"/>
              <a:gd name="connsiteY2" fmla="*/ 800575 h 1603259"/>
              <a:gd name="connsiteX3" fmla="*/ 192857 w 1414288"/>
              <a:gd name="connsiteY3" fmla="*/ 1271139 h 1603259"/>
              <a:gd name="connsiteX4" fmla="*/ 257143 w 1414288"/>
              <a:gd name="connsiteY4" fmla="*/ 1561967 h 1603259"/>
              <a:gd name="connsiteX5" fmla="*/ 289286 w 1414288"/>
              <a:gd name="connsiteY5" fmla="*/ 1601150 h 1603259"/>
              <a:gd name="connsiteX6" fmla="*/ 321429 w 1414288"/>
              <a:gd name="connsiteY6" fmla="*/ 1561967 h 1603259"/>
              <a:gd name="connsiteX7" fmla="*/ 353572 w 1414288"/>
              <a:gd name="connsiteY7" fmla="*/ 1448255 h 1603259"/>
              <a:gd name="connsiteX8" fmla="*/ 385715 w 1414288"/>
              <a:gd name="connsiteY8" fmla="*/ 1271139 h 1603259"/>
              <a:gd name="connsiteX9" fmla="*/ 417858 w 1414288"/>
              <a:gd name="connsiteY9" fmla="*/ 1047967 h 1603259"/>
              <a:gd name="connsiteX10" fmla="*/ 450001 w 1414288"/>
              <a:gd name="connsiteY10" fmla="*/ 800575 h 1603259"/>
              <a:gd name="connsiteX11" fmla="*/ 482144 w 1414288"/>
              <a:gd name="connsiteY11" fmla="*/ 553182 h 1603259"/>
              <a:gd name="connsiteX12" fmla="*/ 514287 w 1414288"/>
              <a:gd name="connsiteY12" fmla="*/ 330011 h 1603259"/>
              <a:gd name="connsiteX13" fmla="*/ 546430 w 1414288"/>
              <a:gd name="connsiteY13" fmla="*/ 152895 h 1603259"/>
              <a:gd name="connsiteX14" fmla="*/ 578573 w 1414288"/>
              <a:gd name="connsiteY14" fmla="*/ 39183 h 1603259"/>
              <a:gd name="connsiteX15" fmla="*/ 610715 w 1414288"/>
              <a:gd name="connsiteY15" fmla="*/ 0 h 1603259"/>
              <a:gd name="connsiteX16" fmla="*/ 642858 w 1414288"/>
              <a:gd name="connsiteY16" fmla="*/ 39183 h 1603259"/>
              <a:gd name="connsiteX17" fmla="*/ 675001 w 1414288"/>
              <a:gd name="connsiteY17" fmla="*/ 152895 h 1603259"/>
              <a:gd name="connsiteX18" fmla="*/ 707144 w 1414288"/>
              <a:gd name="connsiteY18" fmla="*/ 330011 h 1603259"/>
              <a:gd name="connsiteX19" fmla="*/ 739287 w 1414288"/>
              <a:gd name="connsiteY19" fmla="*/ 553182 h 1603259"/>
              <a:gd name="connsiteX20" fmla="*/ 771430 w 1414288"/>
              <a:gd name="connsiteY20" fmla="*/ 800575 h 1603259"/>
              <a:gd name="connsiteX21" fmla="*/ 803573 w 1414288"/>
              <a:gd name="connsiteY21" fmla="*/ 1047967 h 1603259"/>
              <a:gd name="connsiteX22" fmla="*/ 835716 w 1414288"/>
              <a:gd name="connsiteY22" fmla="*/ 1271139 h 1603259"/>
              <a:gd name="connsiteX23" fmla="*/ 867859 w 1414288"/>
              <a:gd name="connsiteY23" fmla="*/ 1448255 h 1603259"/>
              <a:gd name="connsiteX24" fmla="*/ 900002 w 1414288"/>
              <a:gd name="connsiteY24" fmla="*/ 1561967 h 1603259"/>
              <a:gd name="connsiteX25" fmla="*/ 932144 w 1414288"/>
              <a:gd name="connsiteY25" fmla="*/ 1601150 h 1603259"/>
              <a:gd name="connsiteX26" fmla="*/ 964288 w 1414288"/>
              <a:gd name="connsiteY26" fmla="*/ 1561967 h 1603259"/>
              <a:gd name="connsiteX27" fmla="*/ 996430 w 1414288"/>
              <a:gd name="connsiteY27" fmla="*/ 1448255 h 1603259"/>
              <a:gd name="connsiteX28" fmla="*/ 1028573 w 1414288"/>
              <a:gd name="connsiteY28" fmla="*/ 1271139 h 1603259"/>
              <a:gd name="connsiteX29" fmla="*/ 1060716 w 1414288"/>
              <a:gd name="connsiteY29" fmla="*/ 1047967 h 1603259"/>
              <a:gd name="connsiteX30" fmla="*/ 1092859 w 1414288"/>
              <a:gd name="connsiteY30" fmla="*/ 800575 h 1603259"/>
              <a:gd name="connsiteX31" fmla="*/ 1125002 w 1414288"/>
              <a:gd name="connsiteY31" fmla="*/ 553182 h 1603259"/>
              <a:gd name="connsiteX32" fmla="*/ 1157145 w 1414288"/>
              <a:gd name="connsiteY32" fmla="*/ 330011 h 1603259"/>
              <a:gd name="connsiteX33" fmla="*/ 1189288 w 1414288"/>
              <a:gd name="connsiteY33" fmla="*/ 152895 h 1603259"/>
              <a:gd name="connsiteX34" fmla="*/ 1221431 w 1414288"/>
              <a:gd name="connsiteY34" fmla="*/ 39183 h 1603259"/>
              <a:gd name="connsiteX35" fmla="*/ 1253574 w 1414288"/>
              <a:gd name="connsiteY35" fmla="*/ 0 h 1603259"/>
              <a:gd name="connsiteX36" fmla="*/ 1285717 w 1414288"/>
              <a:gd name="connsiteY36" fmla="*/ 39183 h 1603259"/>
              <a:gd name="connsiteX37" fmla="*/ 1317860 w 1414288"/>
              <a:gd name="connsiteY37" fmla="*/ 152895 h 1603259"/>
              <a:gd name="connsiteX38" fmla="*/ 1350003 w 1414288"/>
              <a:gd name="connsiteY38" fmla="*/ 330011 h 1603259"/>
              <a:gd name="connsiteX39" fmla="*/ 1382146 w 1414288"/>
              <a:gd name="connsiteY39" fmla="*/ 553182 h 1603259"/>
              <a:gd name="connsiteX40" fmla="*/ 1414288 w 1414288"/>
              <a:gd name="connsiteY40" fmla="*/ 800575 h 1603259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92857 w 1414288"/>
              <a:gd name="connsiteY3" fmla="*/ 1271139 h 1601150"/>
              <a:gd name="connsiteX4" fmla="*/ 257143 w 1414288"/>
              <a:gd name="connsiteY4" fmla="*/ 1561967 h 1601150"/>
              <a:gd name="connsiteX5" fmla="*/ 321429 w 1414288"/>
              <a:gd name="connsiteY5" fmla="*/ 1561967 h 1601150"/>
              <a:gd name="connsiteX6" fmla="*/ 353572 w 1414288"/>
              <a:gd name="connsiteY6" fmla="*/ 1448255 h 1601150"/>
              <a:gd name="connsiteX7" fmla="*/ 385715 w 1414288"/>
              <a:gd name="connsiteY7" fmla="*/ 1271139 h 1601150"/>
              <a:gd name="connsiteX8" fmla="*/ 417858 w 1414288"/>
              <a:gd name="connsiteY8" fmla="*/ 1047967 h 1601150"/>
              <a:gd name="connsiteX9" fmla="*/ 450001 w 1414288"/>
              <a:gd name="connsiteY9" fmla="*/ 800575 h 1601150"/>
              <a:gd name="connsiteX10" fmla="*/ 482144 w 1414288"/>
              <a:gd name="connsiteY10" fmla="*/ 553182 h 1601150"/>
              <a:gd name="connsiteX11" fmla="*/ 514287 w 1414288"/>
              <a:gd name="connsiteY11" fmla="*/ 330011 h 1601150"/>
              <a:gd name="connsiteX12" fmla="*/ 546430 w 1414288"/>
              <a:gd name="connsiteY12" fmla="*/ 152895 h 1601150"/>
              <a:gd name="connsiteX13" fmla="*/ 578573 w 1414288"/>
              <a:gd name="connsiteY13" fmla="*/ 39183 h 1601150"/>
              <a:gd name="connsiteX14" fmla="*/ 610715 w 1414288"/>
              <a:gd name="connsiteY14" fmla="*/ 0 h 1601150"/>
              <a:gd name="connsiteX15" fmla="*/ 642858 w 1414288"/>
              <a:gd name="connsiteY15" fmla="*/ 39183 h 1601150"/>
              <a:gd name="connsiteX16" fmla="*/ 675001 w 1414288"/>
              <a:gd name="connsiteY16" fmla="*/ 152895 h 1601150"/>
              <a:gd name="connsiteX17" fmla="*/ 707144 w 1414288"/>
              <a:gd name="connsiteY17" fmla="*/ 330011 h 1601150"/>
              <a:gd name="connsiteX18" fmla="*/ 739287 w 1414288"/>
              <a:gd name="connsiteY18" fmla="*/ 553182 h 1601150"/>
              <a:gd name="connsiteX19" fmla="*/ 771430 w 1414288"/>
              <a:gd name="connsiteY19" fmla="*/ 800575 h 1601150"/>
              <a:gd name="connsiteX20" fmla="*/ 803573 w 1414288"/>
              <a:gd name="connsiteY20" fmla="*/ 1047967 h 1601150"/>
              <a:gd name="connsiteX21" fmla="*/ 835716 w 1414288"/>
              <a:gd name="connsiteY21" fmla="*/ 1271139 h 1601150"/>
              <a:gd name="connsiteX22" fmla="*/ 867859 w 1414288"/>
              <a:gd name="connsiteY22" fmla="*/ 1448255 h 1601150"/>
              <a:gd name="connsiteX23" fmla="*/ 900002 w 1414288"/>
              <a:gd name="connsiteY23" fmla="*/ 1561967 h 1601150"/>
              <a:gd name="connsiteX24" fmla="*/ 932144 w 1414288"/>
              <a:gd name="connsiteY24" fmla="*/ 1601150 h 1601150"/>
              <a:gd name="connsiteX25" fmla="*/ 964288 w 1414288"/>
              <a:gd name="connsiteY25" fmla="*/ 1561967 h 1601150"/>
              <a:gd name="connsiteX26" fmla="*/ 996430 w 1414288"/>
              <a:gd name="connsiteY26" fmla="*/ 1448255 h 1601150"/>
              <a:gd name="connsiteX27" fmla="*/ 1028573 w 1414288"/>
              <a:gd name="connsiteY27" fmla="*/ 1271139 h 1601150"/>
              <a:gd name="connsiteX28" fmla="*/ 1060716 w 1414288"/>
              <a:gd name="connsiteY28" fmla="*/ 1047967 h 1601150"/>
              <a:gd name="connsiteX29" fmla="*/ 1092859 w 1414288"/>
              <a:gd name="connsiteY29" fmla="*/ 800575 h 1601150"/>
              <a:gd name="connsiteX30" fmla="*/ 1125002 w 1414288"/>
              <a:gd name="connsiteY30" fmla="*/ 553182 h 1601150"/>
              <a:gd name="connsiteX31" fmla="*/ 1157145 w 1414288"/>
              <a:gd name="connsiteY31" fmla="*/ 330011 h 1601150"/>
              <a:gd name="connsiteX32" fmla="*/ 1189288 w 1414288"/>
              <a:gd name="connsiteY32" fmla="*/ 152895 h 1601150"/>
              <a:gd name="connsiteX33" fmla="*/ 1221431 w 1414288"/>
              <a:gd name="connsiteY33" fmla="*/ 39183 h 1601150"/>
              <a:gd name="connsiteX34" fmla="*/ 1253574 w 1414288"/>
              <a:gd name="connsiteY34" fmla="*/ 0 h 1601150"/>
              <a:gd name="connsiteX35" fmla="*/ 1285717 w 1414288"/>
              <a:gd name="connsiteY35" fmla="*/ 39183 h 1601150"/>
              <a:gd name="connsiteX36" fmla="*/ 1317860 w 1414288"/>
              <a:gd name="connsiteY36" fmla="*/ 152895 h 1601150"/>
              <a:gd name="connsiteX37" fmla="*/ 1350003 w 1414288"/>
              <a:gd name="connsiteY37" fmla="*/ 330011 h 1601150"/>
              <a:gd name="connsiteX38" fmla="*/ 1382146 w 1414288"/>
              <a:gd name="connsiteY38" fmla="*/ 553182 h 1601150"/>
              <a:gd name="connsiteX39" fmla="*/ 1414288 w 1414288"/>
              <a:gd name="connsiteY39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92857 w 1414288"/>
              <a:gd name="connsiteY3" fmla="*/ 1271139 h 1601150"/>
              <a:gd name="connsiteX4" fmla="*/ 257143 w 1414288"/>
              <a:gd name="connsiteY4" fmla="*/ 1561967 h 1601150"/>
              <a:gd name="connsiteX5" fmla="*/ 321429 w 1414288"/>
              <a:gd name="connsiteY5" fmla="*/ 1561967 h 1601150"/>
              <a:gd name="connsiteX6" fmla="*/ 385715 w 1414288"/>
              <a:gd name="connsiteY6" fmla="*/ 1271139 h 1601150"/>
              <a:gd name="connsiteX7" fmla="*/ 417858 w 1414288"/>
              <a:gd name="connsiteY7" fmla="*/ 1047967 h 1601150"/>
              <a:gd name="connsiteX8" fmla="*/ 450001 w 1414288"/>
              <a:gd name="connsiteY8" fmla="*/ 800575 h 1601150"/>
              <a:gd name="connsiteX9" fmla="*/ 482144 w 1414288"/>
              <a:gd name="connsiteY9" fmla="*/ 553182 h 1601150"/>
              <a:gd name="connsiteX10" fmla="*/ 514287 w 1414288"/>
              <a:gd name="connsiteY10" fmla="*/ 330011 h 1601150"/>
              <a:gd name="connsiteX11" fmla="*/ 546430 w 1414288"/>
              <a:gd name="connsiteY11" fmla="*/ 152895 h 1601150"/>
              <a:gd name="connsiteX12" fmla="*/ 578573 w 1414288"/>
              <a:gd name="connsiteY12" fmla="*/ 39183 h 1601150"/>
              <a:gd name="connsiteX13" fmla="*/ 610715 w 1414288"/>
              <a:gd name="connsiteY13" fmla="*/ 0 h 1601150"/>
              <a:gd name="connsiteX14" fmla="*/ 642858 w 1414288"/>
              <a:gd name="connsiteY14" fmla="*/ 39183 h 1601150"/>
              <a:gd name="connsiteX15" fmla="*/ 675001 w 1414288"/>
              <a:gd name="connsiteY15" fmla="*/ 152895 h 1601150"/>
              <a:gd name="connsiteX16" fmla="*/ 707144 w 1414288"/>
              <a:gd name="connsiteY16" fmla="*/ 330011 h 1601150"/>
              <a:gd name="connsiteX17" fmla="*/ 739287 w 1414288"/>
              <a:gd name="connsiteY17" fmla="*/ 553182 h 1601150"/>
              <a:gd name="connsiteX18" fmla="*/ 771430 w 1414288"/>
              <a:gd name="connsiteY18" fmla="*/ 800575 h 1601150"/>
              <a:gd name="connsiteX19" fmla="*/ 803573 w 1414288"/>
              <a:gd name="connsiteY19" fmla="*/ 1047967 h 1601150"/>
              <a:gd name="connsiteX20" fmla="*/ 835716 w 1414288"/>
              <a:gd name="connsiteY20" fmla="*/ 1271139 h 1601150"/>
              <a:gd name="connsiteX21" fmla="*/ 867859 w 1414288"/>
              <a:gd name="connsiteY21" fmla="*/ 1448255 h 1601150"/>
              <a:gd name="connsiteX22" fmla="*/ 900002 w 1414288"/>
              <a:gd name="connsiteY22" fmla="*/ 1561967 h 1601150"/>
              <a:gd name="connsiteX23" fmla="*/ 932144 w 1414288"/>
              <a:gd name="connsiteY23" fmla="*/ 1601150 h 1601150"/>
              <a:gd name="connsiteX24" fmla="*/ 964288 w 1414288"/>
              <a:gd name="connsiteY24" fmla="*/ 1561967 h 1601150"/>
              <a:gd name="connsiteX25" fmla="*/ 996430 w 1414288"/>
              <a:gd name="connsiteY25" fmla="*/ 1448255 h 1601150"/>
              <a:gd name="connsiteX26" fmla="*/ 1028573 w 1414288"/>
              <a:gd name="connsiteY26" fmla="*/ 1271139 h 1601150"/>
              <a:gd name="connsiteX27" fmla="*/ 1060716 w 1414288"/>
              <a:gd name="connsiteY27" fmla="*/ 1047967 h 1601150"/>
              <a:gd name="connsiteX28" fmla="*/ 1092859 w 1414288"/>
              <a:gd name="connsiteY28" fmla="*/ 800575 h 1601150"/>
              <a:gd name="connsiteX29" fmla="*/ 1125002 w 1414288"/>
              <a:gd name="connsiteY29" fmla="*/ 553182 h 1601150"/>
              <a:gd name="connsiteX30" fmla="*/ 1157145 w 1414288"/>
              <a:gd name="connsiteY30" fmla="*/ 330011 h 1601150"/>
              <a:gd name="connsiteX31" fmla="*/ 1189288 w 1414288"/>
              <a:gd name="connsiteY31" fmla="*/ 152895 h 1601150"/>
              <a:gd name="connsiteX32" fmla="*/ 1221431 w 1414288"/>
              <a:gd name="connsiteY32" fmla="*/ 39183 h 1601150"/>
              <a:gd name="connsiteX33" fmla="*/ 1253574 w 1414288"/>
              <a:gd name="connsiteY33" fmla="*/ 0 h 1601150"/>
              <a:gd name="connsiteX34" fmla="*/ 1285717 w 1414288"/>
              <a:gd name="connsiteY34" fmla="*/ 39183 h 1601150"/>
              <a:gd name="connsiteX35" fmla="*/ 1317860 w 1414288"/>
              <a:gd name="connsiteY35" fmla="*/ 152895 h 1601150"/>
              <a:gd name="connsiteX36" fmla="*/ 1350003 w 1414288"/>
              <a:gd name="connsiteY36" fmla="*/ 330011 h 1601150"/>
              <a:gd name="connsiteX37" fmla="*/ 1382146 w 1414288"/>
              <a:gd name="connsiteY37" fmla="*/ 553182 h 1601150"/>
              <a:gd name="connsiteX38" fmla="*/ 1414288 w 1414288"/>
              <a:gd name="connsiteY38" fmla="*/ 800575 h 1601150"/>
              <a:gd name="connsiteX0" fmla="*/ 0 w 1350002"/>
              <a:gd name="connsiteY0" fmla="*/ 330011 h 1601150"/>
              <a:gd name="connsiteX1" fmla="*/ 64285 w 1350002"/>
              <a:gd name="connsiteY1" fmla="*/ 800575 h 1601150"/>
              <a:gd name="connsiteX2" fmla="*/ 128571 w 1350002"/>
              <a:gd name="connsiteY2" fmla="*/ 1271139 h 1601150"/>
              <a:gd name="connsiteX3" fmla="*/ 192857 w 1350002"/>
              <a:gd name="connsiteY3" fmla="*/ 1561967 h 1601150"/>
              <a:gd name="connsiteX4" fmla="*/ 257143 w 1350002"/>
              <a:gd name="connsiteY4" fmla="*/ 1561967 h 1601150"/>
              <a:gd name="connsiteX5" fmla="*/ 321429 w 1350002"/>
              <a:gd name="connsiteY5" fmla="*/ 1271139 h 1601150"/>
              <a:gd name="connsiteX6" fmla="*/ 353572 w 1350002"/>
              <a:gd name="connsiteY6" fmla="*/ 1047967 h 1601150"/>
              <a:gd name="connsiteX7" fmla="*/ 385715 w 1350002"/>
              <a:gd name="connsiteY7" fmla="*/ 800575 h 1601150"/>
              <a:gd name="connsiteX8" fmla="*/ 417858 w 1350002"/>
              <a:gd name="connsiteY8" fmla="*/ 553182 h 1601150"/>
              <a:gd name="connsiteX9" fmla="*/ 450001 w 1350002"/>
              <a:gd name="connsiteY9" fmla="*/ 330011 h 1601150"/>
              <a:gd name="connsiteX10" fmla="*/ 482144 w 1350002"/>
              <a:gd name="connsiteY10" fmla="*/ 152895 h 1601150"/>
              <a:gd name="connsiteX11" fmla="*/ 514287 w 1350002"/>
              <a:gd name="connsiteY11" fmla="*/ 39183 h 1601150"/>
              <a:gd name="connsiteX12" fmla="*/ 546429 w 1350002"/>
              <a:gd name="connsiteY12" fmla="*/ 0 h 1601150"/>
              <a:gd name="connsiteX13" fmla="*/ 578572 w 1350002"/>
              <a:gd name="connsiteY13" fmla="*/ 39183 h 1601150"/>
              <a:gd name="connsiteX14" fmla="*/ 610715 w 1350002"/>
              <a:gd name="connsiteY14" fmla="*/ 152895 h 1601150"/>
              <a:gd name="connsiteX15" fmla="*/ 642858 w 1350002"/>
              <a:gd name="connsiteY15" fmla="*/ 330011 h 1601150"/>
              <a:gd name="connsiteX16" fmla="*/ 675001 w 1350002"/>
              <a:gd name="connsiteY16" fmla="*/ 553182 h 1601150"/>
              <a:gd name="connsiteX17" fmla="*/ 707144 w 1350002"/>
              <a:gd name="connsiteY17" fmla="*/ 800575 h 1601150"/>
              <a:gd name="connsiteX18" fmla="*/ 739287 w 1350002"/>
              <a:gd name="connsiteY18" fmla="*/ 1047967 h 1601150"/>
              <a:gd name="connsiteX19" fmla="*/ 771430 w 1350002"/>
              <a:gd name="connsiteY19" fmla="*/ 1271139 h 1601150"/>
              <a:gd name="connsiteX20" fmla="*/ 803573 w 1350002"/>
              <a:gd name="connsiteY20" fmla="*/ 1448255 h 1601150"/>
              <a:gd name="connsiteX21" fmla="*/ 835716 w 1350002"/>
              <a:gd name="connsiteY21" fmla="*/ 1561967 h 1601150"/>
              <a:gd name="connsiteX22" fmla="*/ 867858 w 1350002"/>
              <a:gd name="connsiteY22" fmla="*/ 1601150 h 1601150"/>
              <a:gd name="connsiteX23" fmla="*/ 900002 w 1350002"/>
              <a:gd name="connsiteY23" fmla="*/ 1561967 h 1601150"/>
              <a:gd name="connsiteX24" fmla="*/ 932144 w 1350002"/>
              <a:gd name="connsiteY24" fmla="*/ 1448255 h 1601150"/>
              <a:gd name="connsiteX25" fmla="*/ 964287 w 1350002"/>
              <a:gd name="connsiteY25" fmla="*/ 1271139 h 1601150"/>
              <a:gd name="connsiteX26" fmla="*/ 996430 w 1350002"/>
              <a:gd name="connsiteY26" fmla="*/ 1047967 h 1601150"/>
              <a:gd name="connsiteX27" fmla="*/ 1028573 w 1350002"/>
              <a:gd name="connsiteY27" fmla="*/ 800575 h 1601150"/>
              <a:gd name="connsiteX28" fmla="*/ 1060716 w 1350002"/>
              <a:gd name="connsiteY28" fmla="*/ 553182 h 1601150"/>
              <a:gd name="connsiteX29" fmla="*/ 1092859 w 1350002"/>
              <a:gd name="connsiteY29" fmla="*/ 330011 h 1601150"/>
              <a:gd name="connsiteX30" fmla="*/ 1125002 w 1350002"/>
              <a:gd name="connsiteY30" fmla="*/ 152895 h 1601150"/>
              <a:gd name="connsiteX31" fmla="*/ 1157145 w 1350002"/>
              <a:gd name="connsiteY31" fmla="*/ 39183 h 1601150"/>
              <a:gd name="connsiteX32" fmla="*/ 1189288 w 1350002"/>
              <a:gd name="connsiteY32" fmla="*/ 0 h 1601150"/>
              <a:gd name="connsiteX33" fmla="*/ 1221431 w 1350002"/>
              <a:gd name="connsiteY33" fmla="*/ 39183 h 1601150"/>
              <a:gd name="connsiteX34" fmla="*/ 1253574 w 1350002"/>
              <a:gd name="connsiteY34" fmla="*/ 152895 h 1601150"/>
              <a:gd name="connsiteX35" fmla="*/ 1285717 w 1350002"/>
              <a:gd name="connsiteY35" fmla="*/ 330011 h 1601150"/>
              <a:gd name="connsiteX36" fmla="*/ 1317860 w 1350002"/>
              <a:gd name="connsiteY36" fmla="*/ 553182 h 1601150"/>
              <a:gd name="connsiteX37" fmla="*/ 1350002 w 1350002"/>
              <a:gd name="connsiteY37" fmla="*/ 800575 h 1601150"/>
              <a:gd name="connsiteX0" fmla="*/ 0 w 1285717"/>
              <a:gd name="connsiteY0" fmla="*/ 800575 h 1601150"/>
              <a:gd name="connsiteX1" fmla="*/ 64286 w 1285717"/>
              <a:gd name="connsiteY1" fmla="*/ 1271139 h 1601150"/>
              <a:gd name="connsiteX2" fmla="*/ 128572 w 1285717"/>
              <a:gd name="connsiteY2" fmla="*/ 1561967 h 1601150"/>
              <a:gd name="connsiteX3" fmla="*/ 192858 w 1285717"/>
              <a:gd name="connsiteY3" fmla="*/ 1561967 h 1601150"/>
              <a:gd name="connsiteX4" fmla="*/ 257144 w 1285717"/>
              <a:gd name="connsiteY4" fmla="*/ 1271139 h 1601150"/>
              <a:gd name="connsiteX5" fmla="*/ 289287 w 1285717"/>
              <a:gd name="connsiteY5" fmla="*/ 1047967 h 1601150"/>
              <a:gd name="connsiteX6" fmla="*/ 321430 w 1285717"/>
              <a:gd name="connsiteY6" fmla="*/ 800575 h 1601150"/>
              <a:gd name="connsiteX7" fmla="*/ 353573 w 1285717"/>
              <a:gd name="connsiteY7" fmla="*/ 553182 h 1601150"/>
              <a:gd name="connsiteX8" fmla="*/ 385716 w 1285717"/>
              <a:gd name="connsiteY8" fmla="*/ 330011 h 1601150"/>
              <a:gd name="connsiteX9" fmla="*/ 417859 w 1285717"/>
              <a:gd name="connsiteY9" fmla="*/ 152895 h 1601150"/>
              <a:gd name="connsiteX10" fmla="*/ 450002 w 1285717"/>
              <a:gd name="connsiteY10" fmla="*/ 39183 h 1601150"/>
              <a:gd name="connsiteX11" fmla="*/ 482144 w 1285717"/>
              <a:gd name="connsiteY11" fmla="*/ 0 h 1601150"/>
              <a:gd name="connsiteX12" fmla="*/ 514287 w 1285717"/>
              <a:gd name="connsiteY12" fmla="*/ 39183 h 1601150"/>
              <a:gd name="connsiteX13" fmla="*/ 546430 w 1285717"/>
              <a:gd name="connsiteY13" fmla="*/ 152895 h 1601150"/>
              <a:gd name="connsiteX14" fmla="*/ 578573 w 1285717"/>
              <a:gd name="connsiteY14" fmla="*/ 330011 h 1601150"/>
              <a:gd name="connsiteX15" fmla="*/ 610716 w 1285717"/>
              <a:gd name="connsiteY15" fmla="*/ 553182 h 1601150"/>
              <a:gd name="connsiteX16" fmla="*/ 642859 w 1285717"/>
              <a:gd name="connsiteY16" fmla="*/ 800575 h 1601150"/>
              <a:gd name="connsiteX17" fmla="*/ 675002 w 1285717"/>
              <a:gd name="connsiteY17" fmla="*/ 1047967 h 1601150"/>
              <a:gd name="connsiteX18" fmla="*/ 707145 w 1285717"/>
              <a:gd name="connsiteY18" fmla="*/ 1271139 h 1601150"/>
              <a:gd name="connsiteX19" fmla="*/ 739288 w 1285717"/>
              <a:gd name="connsiteY19" fmla="*/ 1448255 h 1601150"/>
              <a:gd name="connsiteX20" fmla="*/ 771431 w 1285717"/>
              <a:gd name="connsiteY20" fmla="*/ 1561967 h 1601150"/>
              <a:gd name="connsiteX21" fmla="*/ 803573 w 1285717"/>
              <a:gd name="connsiteY21" fmla="*/ 1601150 h 1601150"/>
              <a:gd name="connsiteX22" fmla="*/ 835717 w 1285717"/>
              <a:gd name="connsiteY22" fmla="*/ 1561967 h 1601150"/>
              <a:gd name="connsiteX23" fmla="*/ 867859 w 1285717"/>
              <a:gd name="connsiteY23" fmla="*/ 1448255 h 1601150"/>
              <a:gd name="connsiteX24" fmla="*/ 900002 w 1285717"/>
              <a:gd name="connsiteY24" fmla="*/ 1271139 h 1601150"/>
              <a:gd name="connsiteX25" fmla="*/ 932145 w 1285717"/>
              <a:gd name="connsiteY25" fmla="*/ 1047967 h 1601150"/>
              <a:gd name="connsiteX26" fmla="*/ 964288 w 1285717"/>
              <a:gd name="connsiteY26" fmla="*/ 800575 h 1601150"/>
              <a:gd name="connsiteX27" fmla="*/ 996431 w 1285717"/>
              <a:gd name="connsiteY27" fmla="*/ 553182 h 1601150"/>
              <a:gd name="connsiteX28" fmla="*/ 1028574 w 1285717"/>
              <a:gd name="connsiteY28" fmla="*/ 330011 h 1601150"/>
              <a:gd name="connsiteX29" fmla="*/ 1060717 w 1285717"/>
              <a:gd name="connsiteY29" fmla="*/ 152895 h 1601150"/>
              <a:gd name="connsiteX30" fmla="*/ 1092860 w 1285717"/>
              <a:gd name="connsiteY30" fmla="*/ 39183 h 1601150"/>
              <a:gd name="connsiteX31" fmla="*/ 1125003 w 1285717"/>
              <a:gd name="connsiteY31" fmla="*/ 0 h 1601150"/>
              <a:gd name="connsiteX32" fmla="*/ 1157146 w 1285717"/>
              <a:gd name="connsiteY32" fmla="*/ 39183 h 1601150"/>
              <a:gd name="connsiteX33" fmla="*/ 1189289 w 1285717"/>
              <a:gd name="connsiteY33" fmla="*/ 152895 h 1601150"/>
              <a:gd name="connsiteX34" fmla="*/ 1221432 w 1285717"/>
              <a:gd name="connsiteY34" fmla="*/ 330011 h 1601150"/>
              <a:gd name="connsiteX35" fmla="*/ 1253575 w 1285717"/>
              <a:gd name="connsiteY35" fmla="*/ 553182 h 1601150"/>
              <a:gd name="connsiteX36" fmla="*/ 1285717 w 1285717"/>
              <a:gd name="connsiteY36" fmla="*/ 800575 h 1601150"/>
              <a:gd name="connsiteX0" fmla="*/ 0 w 1221431"/>
              <a:gd name="connsiteY0" fmla="*/ 1271139 h 1601150"/>
              <a:gd name="connsiteX1" fmla="*/ 64286 w 1221431"/>
              <a:gd name="connsiteY1" fmla="*/ 1561967 h 1601150"/>
              <a:gd name="connsiteX2" fmla="*/ 128572 w 1221431"/>
              <a:gd name="connsiteY2" fmla="*/ 1561967 h 1601150"/>
              <a:gd name="connsiteX3" fmla="*/ 192858 w 1221431"/>
              <a:gd name="connsiteY3" fmla="*/ 1271139 h 1601150"/>
              <a:gd name="connsiteX4" fmla="*/ 225001 w 1221431"/>
              <a:gd name="connsiteY4" fmla="*/ 1047967 h 1601150"/>
              <a:gd name="connsiteX5" fmla="*/ 257144 w 1221431"/>
              <a:gd name="connsiteY5" fmla="*/ 800575 h 1601150"/>
              <a:gd name="connsiteX6" fmla="*/ 289287 w 1221431"/>
              <a:gd name="connsiteY6" fmla="*/ 553182 h 1601150"/>
              <a:gd name="connsiteX7" fmla="*/ 321430 w 1221431"/>
              <a:gd name="connsiteY7" fmla="*/ 330011 h 1601150"/>
              <a:gd name="connsiteX8" fmla="*/ 353573 w 1221431"/>
              <a:gd name="connsiteY8" fmla="*/ 152895 h 1601150"/>
              <a:gd name="connsiteX9" fmla="*/ 385716 w 1221431"/>
              <a:gd name="connsiteY9" fmla="*/ 39183 h 1601150"/>
              <a:gd name="connsiteX10" fmla="*/ 417858 w 1221431"/>
              <a:gd name="connsiteY10" fmla="*/ 0 h 1601150"/>
              <a:gd name="connsiteX11" fmla="*/ 450001 w 1221431"/>
              <a:gd name="connsiteY11" fmla="*/ 39183 h 1601150"/>
              <a:gd name="connsiteX12" fmla="*/ 482144 w 1221431"/>
              <a:gd name="connsiteY12" fmla="*/ 152895 h 1601150"/>
              <a:gd name="connsiteX13" fmla="*/ 514287 w 1221431"/>
              <a:gd name="connsiteY13" fmla="*/ 330011 h 1601150"/>
              <a:gd name="connsiteX14" fmla="*/ 546430 w 1221431"/>
              <a:gd name="connsiteY14" fmla="*/ 553182 h 1601150"/>
              <a:gd name="connsiteX15" fmla="*/ 578573 w 1221431"/>
              <a:gd name="connsiteY15" fmla="*/ 800575 h 1601150"/>
              <a:gd name="connsiteX16" fmla="*/ 610716 w 1221431"/>
              <a:gd name="connsiteY16" fmla="*/ 1047967 h 1601150"/>
              <a:gd name="connsiteX17" fmla="*/ 642859 w 1221431"/>
              <a:gd name="connsiteY17" fmla="*/ 1271139 h 1601150"/>
              <a:gd name="connsiteX18" fmla="*/ 675002 w 1221431"/>
              <a:gd name="connsiteY18" fmla="*/ 1448255 h 1601150"/>
              <a:gd name="connsiteX19" fmla="*/ 707145 w 1221431"/>
              <a:gd name="connsiteY19" fmla="*/ 1561967 h 1601150"/>
              <a:gd name="connsiteX20" fmla="*/ 739287 w 1221431"/>
              <a:gd name="connsiteY20" fmla="*/ 1601150 h 1601150"/>
              <a:gd name="connsiteX21" fmla="*/ 771431 w 1221431"/>
              <a:gd name="connsiteY21" fmla="*/ 1561967 h 1601150"/>
              <a:gd name="connsiteX22" fmla="*/ 803573 w 1221431"/>
              <a:gd name="connsiteY22" fmla="*/ 1448255 h 1601150"/>
              <a:gd name="connsiteX23" fmla="*/ 835716 w 1221431"/>
              <a:gd name="connsiteY23" fmla="*/ 1271139 h 1601150"/>
              <a:gd name="connsiteX24" fmla="*/ 867859 w 1221431"/>
              <a:gd name="connsiteY24" fmla="*/ 1047967 h 1601150"/>
              <a:gd name="connsiteX25" fmla="*/ 900002 w 1221431"/>
              <a:gd name="connsiteY25" fmla="*/ 800575 h 1601150"/>
              <a:gd name="connsiteX26" fmla="*/ 932145 w 1221431"/>
              <a:gd name="connsiteY26" fmla="*/ 553182 h 1601150"/>
              <a:gd name="connsiteX27" fmla="*/ 964288 w 1221431"/>
              <a:gd name="connsiteY27" fmla="*/ 330011 h 1601150"/>
              <a:gd name="connsiteX28" fmla="*/ 996431 w 1221431"/>
              <a:gd name="connsiteY28" fmla="*/ 152895 h 1601150"/>
              <a:gd name="connsiteX29" fmla="*/ 1028574 w 1221431"/>
              <a:gd name="connsiteY29" fmla="*/ 39183 h 1601150"/>
              <a:gd name="connsiteX30" fmla="*/ 1060717 w 1221431"/>
              <a:gd name="connsiteY30" fmla="*/ 0 h 1601150"/>
              <a:gd name="connsiteX31" fmla="*/ 1092860 w 1221431"/>
              <a:gd name="connsiteY31" fmla="*/ 39183 h 1601150"/>
              <a:gd name="connsiteX32" fmla="*/ 1125003 w 1221431"/>
              <a:gd name="connsiteY32" fmla="*/ 152895 h 1601150"/>
              <a:gd name="connsiteX33" fmla="*/ 1157146 w 1221431"/>
              <a:gd name="connsiteY33" fmla="*/ 330011 h 1601150"/>
              <a:gd name="connsiteX34" fmla="*/ 1189289 w 1221431"/>
              <a:gd name="connsiteY34" fmla="*/ 553182 h 1601150"/>
              <a:gd name="connsiteX35" fmla="*/ 1221431 w 1221431"/>
              <a:gd name="connsiteY35" fmla="*/ 800575 h 1601150"/>
              <a:gd name="connsiteX0" fmla="*/ 0 w 1157145"/>
              <a:gd name="connsiteY0" fmla="*/ 1561967 h 1601150"/>
              <a:gd name="connsiteX1" fmla="*/ 64286 w 1157145"/>
              <a:gd name="connsiteY1" fmla="*/ 1561967 h 1601150"/>
              <a:gd name="connsiteX2" fmla="*/ 128572 w 1157145"/>
              <a:gd name="connsiteY2" fmla="*/ 1271139 h 1601150"/>
              <a:gd name="connsiteX3" fmla="*/ 160715 w 1157145"/>
              <a:gd name="connsiteY3" fmla="*/ 1047967 h 1601150"/>
              <a:gd name="connsiteX4" fmla="*/ 192858 w 1157145"/>
              <a:gd name="connsiteY4" fmla="*/ 800575 h 1601150"/>
              <a:gd name="connsiteX5" fmla="*/ 225001 w 1157145"/>
              <a:gd name="connsiteY5" fmla="*/ 553182 h 1601150"/>
              <a:gd name="connsiteX6" fmla="*/ 257144 w 1157145"/>
              <a:gd name="connsiteY6" fmla="*/ 330011 h 1601150"/>
              <a:gd name="connsiteX7" fmla="*/ 289287 w 1157145"/>
              <a:gd name="connsiteY7" fmla="*/ 152895 h 1601150"/>
              <a:gd name="connsiteX8" fmla="*/ 321430 w 1157145"/>
              <a:gd name="connsiteY8" fmla="*/ 39183 h 1601150"/>
              <a:gd name="connsiteX9" fmla="*/ 353572 w 1157145"/>
              <a:gd name="connsiteY9" fmla="*/ 0 h 1601150"/>
              <a:gd name="connsiteX10" fmla="*/ 385715 w 1157145"/>
              <a:gd name="connsiteY10" fmla="*/ 39183 h 1601150"/>
              <a:gd name="connsiteX11" fmla="*/ 417858 w 1157145"/>
              <a:gd name="connsiteY11" fmla="*/ 152895 h 1601150"/>
              <a:gd name="connsiteX12" fmla="*/ 450001 w 1157145"/>
              <a:gd name="connsiteY12" fmla="*/ 330011 h 1601150"/>
              <a:gd name="connsiteX13" fmla="*/ 482144 w 1157145"/>
              <a:gd name="connsiteY13" fmla="*/ 553182 h 1601150"/>
              <a:gd name="connsiteX14" fmla="*/ 514287 w 1157145"/>
              <a:gd name="connsiteY14" fmla="*/ 800575 h 1601150"/>
              <a:gd name="connsiteX15" fmla="*/ 546430 w 1157145"/>
              <a:gd name="connsiteY15" fmla="*/ 1047967 h 1601150"/>
              <a:gd name="connsiteX16" fmla="*/ 578573 w 1157145"/>
              <a:gd name="connsiteY16" fmla="*/ 1271139 h 1601150"/>
              <a:gd name="connsiteX17" fmla="*/ 610716 w 1157145"/>
              <a:gd name="connsiteY17" fmla="*/ 1448255 h 1601150"/>
              <a:gd name="connsiteX18" fmla="*/ 642859 w 1157145"/>
              <a:gd name="connsiteY18" fmla="*/ 1561967 h 1601150"/>
              <a:gd name="connsiteX19" fmla="*/ 675001 w 1157145"/>
              <a:gd name="connsiteY19" fmla="*/ 1601150 h 1601150"/>
              <a:gd name="connsiteX20" fmla="*/ 707145 w 1157145"/>
              <a:gd name="connsiteY20" fmla="*/ 1561967 h 1601150"/>
              <a:gd name="connsiteX21" fmla="*/ 739287 w 1157145"/>
              <a:gd name="connsiteY21" fmla="*/ 1448255 h 1601150"/>
              <a:gd name="connsiteX22" fmla="*/ 771430 w 1157145"/>
              <a:gd name="connsiteY22" fmla="*/ 1271139 h 1601150"/>
              <a:gd name="connsiteX23" fmla="*/ 803573 w 1157145"/>
              <a:gd name="connsiteY23" fmla="*/ 1047967 h 1601150"/>
              <a:gd name="connsiteX24" fmla="*/ 835716 w 1157145"/>
              <a:gd name="connsiteY24" fmla="*/ 800575 h 1601150"/>
              <a:gd name="connsiteX25" fmla="*/ 867859 w 1157145"/>
              <a:gd name="connsiteY25" fmla="*/ 553182 h 1601150"/>
              <a:gd name="connsiteX26" fmla="*/ 900002 w 1157145"/>
              <a:gd name="connsiteY26" fmla="*/ 330011 h 1601150"/>
              <a:gd name="connsiteX27" fmla="*/ 932145 w 1157145"/>
              <a:gd name="connsiteY27" fmla="*/ 152895 h 1601150"/>
              <a:gd name="connsiteX28" fmla="*/ 964288 w 1157145"/>
              <a:gd name="connsiteY28" fmla="*/ 39183 h 1601150"/>
              <a:gd name="connsiteX29" fmla="*/ 996431 w 1157145"/>
              <a:gd name="connsiteY29" fmla="*/ 0 h 1601150"/>
              <a:gd name="connsiteX30" fmla="*/ 1028574 w 1157145"/>
              <a:gd name="connsiteY30" fmla="*/ 39183 h 1601150"/>
              <a:gd name="connsiteX31" fmla="*/ 1060717 w 1157145"/>
              <a:gd name="connsiteY31" fmla="*/ 152895 h 1601150"/>
              <a:gd name="connsiteX32" fmla="*/ 1092860 w 1157145"/>
              <a:gd name="connsiteY32" fmla="*/ 330011 h 1601150"/>
              <a:gd name="connsiteX33" fmla="*/ 1125003 w 1157145"/>
              <a:gd name="connsiteY33" fmla="*/ 553182 h 1601150"/>
              <a:gd name="connsiteX34" fmla="*/ 1157145 w 1157145"/>
              <a:gd name="connsiteY34" fmla="*/ 800575 h 1601150"/>
              <a:gd name="connsiteX0" fmla="*/ 0 w 1092859"/>
              <a:gd name="connsiteY0" fmla="*/ 1561967 h 1601150"/>
              <a:gd name="connsiteX1" fmla="*/ 64286 w 1092859"/>
              <a:gd name="connsiteY1" fmla="*/ 1271139 h 1601150"/>
              <a:gd name="connsiteX2" fmla="*/ 96429 w 1092859"/>
              <a:gd name="connsiteY2" fmla="*/ 1047967 h 1601150"/>
              <a:gd name="connsiteX3" fmla="*/ 128572 w 1092859"/>
              <a:gd name="connsiteY3" fmla="*/ 800575 h 1601150"/>
              <a:gd name="connsiteX4" fmla="*/ 160715 w 1092859"/>
              <a:gd name="connsiteY4" fmla="*/ 553182 h 1601150"/>
              <a:gd name="connsiteX5" fmla="*/ 192858 w 1092859"/>
              <a:gd name="connsiteY5" fmla="*/ 330011 h 1601150"/>
              <a:gd name="connsiteX6" fmla="*/ 225001 w 1092859"/>
              <a:gd name="connsiteY6" fmla="*/ 152895 h 1601150"/>
              <a:gd name="connsiteX7" fmla="*/ 257144 w 1092859"/>
              <a:gd name="connsiteY7" fmla="*/ 39183 h 1601150"/>
              <a:gd name="connsiteX8" fmla="*/ 289286 w 1092859"/>
              <a:gd name="connsiteY8" fmla="*/ 0 h 1601150"/>
              <a:gd name="connsiteX9" fmla="*/ 321429 w 1092859"/>
              <a:gd name="connsiteY9" fmla="*/ 39183 h 1601150"/>
              <a:gd name="connsiteX10" fmla="*/ 353572 w 1092859"/>
              <a:gd name="connsiteY10" fmla="*/ 152895 h 1601150"/>
              <a:gd name="connsiteX11" fmla="*/ 385715 w 1092859"/>
              <a:gd name="connsiteY11" fmla="*/ 330011 h 1601150"/>
              <a:gd name="connsiteX12" fmla="*/ 417858 w 1092859"/>
              <a:gd name="connsiteY12" fmla="*/ 553182 h 1601150"/>
              <a:gd name="connsiteX13" fmla="*/ 450001 w 1092859"/>
              <a:gd name="connsiteY13" fmla="*/ 800575 h 1601150"/>
              <a:gd name="connsiteX14" fmla="*/ 482144 w 1092859"/>
              <a:gd name="connsiteY14" fmla="*/ 1047967 h 1601150"/>
              <a:gd name="connsiteX15" fmla="*/ 514287 w 1092859"/>
              <a:gd name="connsiteY15" fmla="*/ 1271139 h 1601150"/>
              <a:gd name="connsiteX16" fmla="*/ 546430 w 1092859"/>
              <a:gd name="connsiteY16" fmla="*/ 1448255 h 1601150"/>
              <a:gd name="connsiteX17" fmla="*/ 578573 w 1092859"/>
              <a:gd name="connsiteY17" fmla="*/ 1561967 h 1601150"/>
              <a:gd name="connsiteX18" fmla="*/ 610715 w 1092859"/>
              <a:gd name="connsiteY18" fmla="*/ 1601150 h 1601150"/>
              <a:gd name="connsiteX19" fmla="*/ 642859 w 1092859"/>
              <a:gd name="connsiteY19" fmla="*/ 1561967 h 1601150"/>
              <a:gd name="connsiteX20" fmla="*/ 675001 w 1092859"/>
              <a:gd name="connsiteY20" fmla="*/ 1448255 h 1601150"/>
              <a:gd name="connsiteX21" fmla="*/ 707144 w 1092859"/>
              <a:gd name="connsiteY21" fmla="*/ 1271139 h 1601150"/>
              <a:gd name="connsiteX22" fmla="*/ 739287 w 1092859"/>
              <a:gd name="connsiteY22" fmla="*/ 1047967 h 1601150"/>
              <a:gd name="connsiteX23" fmla="*/ 771430 w 1092859"/>
              <a:gd name="connsiteY23" fmla="*/ 800575 h 1601150"/>
              <a:gd name="connsiteX24" fmla="*/ 803573 w 1092859"/>
              <a:gd name="connsiteY24" fmla="*/ 553182 h 1601150"/>
              <a:gd name="connsiteX25" fmla="*/ 835716 w 1092859"/>
              <a:gd name="connsiteY25" fmla="*/ 330011 h 1601150"/>
              <a:gd name="connsiteX26" fmla="*/ 867859 w 1092859"/>
              <a:gd name="connsiteY26" fmla="*/ 152895 h 1601150"/>
              <a:gd name="connsiteX27" fmla="*/ 900002 w 1092859"/>
              <a:gd name="connsiteY27" fmla="*/ 39183 h 1601150"/>
              <a:gd name="connsiteX28" fmla="*/ 932145 w 1092859"/>
              <a:gd name="connsiteY28" fmla="*/ 0 h 1601150"/>
              <a:gd name="connsiteX29" fmla="*/ 964288 w 1092859"/>
              <a:gd name="connsiteY29" fmla="*/ 39183 h 1601150"/>
              <a:gd name="connsiteX30" fmla="*/ 996431 w 1092859"/>
              <a:gd name="connsiteY30" fmla="*/ 152895 h 1601150"/>
              <a:gd name="connsiteX31" fmla="*/ 1028574 w 1092859"/>
              <a:gd name="connsiteY31" fmla="*/ 330011 h 1601150"/>
              <a:gd name="connsiteX32" fmla="*/ 1060717 w 1092859"/>
              <a:gd name="connsiteY32" fmla="*/ 553182 h 1601150"/>
              <a:gd name="connsiteX33" fmla="*/ 1092859 w 1092859"/>
              <a:gd name="connsiteY33" fmla="*/ 800575 h 1601150"/>
              <a:gd name="connsiteX0" fmla="*/ 0 w 1028573"/>
              <a:gd name="connsiteY0" fmla="*/ 1271139 h 1601150"/>
              <a:gd name="connsiteX1" fmla="*/ 32143 w 1028573"/>
              <a:gd name="connsiteY1" fmla="*/ 1047967 h 1601150"/>
              <a:gd name="connsiteX2" fmla="*/ 64286 w 1028573"/>
              <a:gd name="connsiteY2" fmla="*/ 800575 h 1601150"/>
              <a:gd name="connsiteX3" fmla="*/ 96429 w 1028573"/>
              <a:gd name="connsiteY3" fmla="*/ 553182 h 1601150"/>
              <a:gd name="connsiteX4" fmla="*/ 128572 w 1028573"/>
              <a:gd name="connsiteY4" fmla="*/ 330011 h 1601150"/>
              <a:gd name="connsiteX5" fmla="*/ 160715 w 1028573"/>
              <a:gd name="connsiteY5" fmla="*/ 152895 h 1601150"/>
              <a:gd name="connsiteX6" fmla="*/ 192858 w 1028573"/>
              <a:gd name="connsiteY6" fmla="*/ 39183 h 1601150"/>
              <a:gd name="connsiteX7" fmla="*/ 225000 w 1028573"/>
              <a:gd name="connsiteY7" fmla="*/ 0 h 1601150"/>
              <a:gd name="connsiteX8" fmla="*/ 257143 w 1028573"/>
              <a:gd name="connsiteY8" fmla="*/ 39183 h 1601150"/>
              <a:gd name="connsiteX9" fmla="*/ 289286 w 1028573"/>
              <a:gd name="connsiteY9" fmla="*/ 152895 h 1601150"/>
              <a:gd name="connsiteX10" fmla="*/ 321429 w 1028573"/>
              <a:gd name="connsiteY10" fmla="*/ 330011 h 1601150"/>
              <a:gd name="connsiteX11" fmla="*/ 353572 w 1028573"/>
              <a:gd name="connsiteY11" fmla="*/ 553182 h 1601150"/>
              <a:gd name="connsiteX12" fmla="*/ 385715 w 1028573"/>
              <a:gd name="connsiteY12" fmla="*/ 800575 h 1601150"/>
              <a:gd name="connsiteX13" fmla="*/ 417858 w 1028573"/>
              <a:gd name="connsiteY13" fmla="*/ 1047967 h 1601150"/>
              <a:gd name="connsiteX14" fmla="*/ 450001 w 1028573"/>
              <a:gd name="connsiteY14" fmla="*/ 1271139 h 1601150"/>
              <a:gd name="connsiteX15" fmla="*/ 482144 w 1028573"/>
              <a:gd name="connsiteY15" fmla="*/ 1448255 h 1601150"/>
              <a:gd name="connsiteX16" fmla="*/ 514287 w 1028573"/>
              <a:gd name="connsiteY16" fmla="*/ 1561967 h 1601150"/>
              <a:gd name="connsiteX17" fmla="*/ 546429 w 1028573"/>
              <a:gd name="connsiteY17" fmla="*/ 1601150 h 1601150"/>
              <a:gd name="connsiteX18" fmla="*/ 578573 w 1028573"/>
              <a:gd name="connsiteY18" fmla="*/ 1561967 h 1601150"/>
              <a:gd name="connsiteX19" fmla="*/ 610715 w 1028573"/>
              <a:gd name="connsiteY19" fmla="*/ 1448255 h 1601150"/>
              <a:gd name="connsiteX20" fmla="*/ 642858 w 1028573"/>
              <a:gd name="connsiteY20" fmla="*/ 1271139 h 1601150"/>
              <a:gd name="connsiteX21" fmla="*/ 675001 w 1028573"/>
              <a:gd name="connsiteY21" fmla="*/ 1047967 h 1601150"/>
              <a:gd name="connsiteX22" fmla="*/ 707144 w 1028573"/>
              <a:gd name="connsiteY22" fmla="*/ 800575 h 1601150"/>
              <a:gd name="connsiteX23" fmla="*/ 739287 w 1028573"/>
              <a:gd name="connsiteY23" fmla="*/ 553182 h 1601150"/>
              <a:gd name="connsiteX24" fmla="*/ 771430 w 1028573"/>
              <a:gd name="connsiteY24" fmla="*/ 330011 h 1601150"/>
              <a:gd name="connsiteX25" fmla="*/ 803573 w 1028573"/>
              <a:gd name="connsiteY25" fmla="*/ 152895 h 1601150"/>
              <a:gd name="connsiteX26" fmla="*/ 835716 w 1028573"/>
              <a:gd name="connsiteY26" fmla="*/ 39183 h 1601150"/>
              <a:gd name="connsiteX27" fmla="*/ 867859 w 1028573"/>
              <a:gd name="connsiteY27" fmla="*/ 0 h 1601150"/>
              <a:gd name="connsiteX28" fmla="*/ 900002 w 1028573"/>
              <a:gd name="connsiteY28" fmla="*/ 39183 h 1601150"/>
              <a:gd name="connsiteX29" fmla="*/ 932145 w 1028573"/>
              <a:gd name="connsiteY29" fmla="*/ 152895 h 1601150"/>
              <a:gd name="connsiteX30" fmla="*/ 964288 w 1028573"/>
              <a:gd name="connsiteY30" fmla="*/ 330011 h 1601150"/>
              <a:gd name="connsiteX31" fmla="*/ 996431 w 1028573"/>
              <a:gd name="connsiteY31" fmla="*/ 553182 h 1601150"/>
              <a:gd name="connsiteX32" fmla="*/ 1028573 w 1028573"/>
              <a:gd name="connsiteY32" fmla="*/ 800575 h 1601150"/>
              <a:gd name="connsiteX0" fmla="*/ 0 w 996430"/>
              <a:gd name="connsiteY0" fmla="*/ 1047967 h 1601150"/>
              <a:gd name="connsiteX1" fmla="*/ 32143 w 996430"/>
              <a:gd name="connsiteY1" fmla="*/ 800575 h 1601150"/>
              <a:gd name="connsiteX2" fmla="*/ 64286 w 996430"/>
              <a:gd name="connsiteY2" fmla="*/ 553182 h 1601150"/>
              <a:gd name="connsiteX3" fmla="*/ 96429 w 996430"/>
              <a:gd name="connsiteY3" fmla="*/ 330011 h 1601150"/>
              <a:gd name="connsiteX4" fmla="*/ 128572 w 996430"/>
              <a:gd name="connsiteY4" fmla="*/ 152895 h 1601150"/>
              <a:gd name="connsiteX5" fmla="*/ 160715 w 996430"/>
              <a:gd name="connsiteY5" fmla="*/ 39183 h 1601150"/>
              <a:gd name="connsiteX6" fmla="*/ 192857 w 996430"/>
              <a:gd name="connsiteY6" fmla="*/ 0 h 1601150"/>
              <a:gd name="connsiteX7" fmla="*/ 225000 w 996430"/>
              <a:gd name="connsiteY7" fmla="*/ 39183 h 1601150"/>
              <a:gd name="connsiteX8" fmla="*/ 257143 w 996430"/>
              <a:gd name="connsiteY8" fmla="*/ 152895 h 1601150"/>
              <a:gd name="connsiteX9" fmla="*/ 289286 w 996430"/>
              <a:gd name="connsiteY9" fmla="*/ 330011 h 1601150"/>
              <a:gd name="connsiteX10" fmla="*/ 321429 w 996430"/>
              <a:gd name="connsiteY10" fmla="*/ 553182 h 1601150"/>
              <a:gd name="connsiteX11" fmla="*/ 353572 w 996430"/>
              <a:gd name="connsiteY11" fmla="*/ 800575 h 1601150"/>
              <a:gd name="connsiteX12" fmla="*/ 385715 w 996430"/>
              <a:gd name="connsiteY12" fmla="*/ 1047967 h 1601150"/>
              <a:gd name="connsiteX13" fmla="*/ 417858 w 996430"/>
              <a:gd name="connsiteY13" fmla="*/ 1271139 h 1601150"/>
              <a:gd name="connsiteX14" fmla="*/ 450001 w 996430"/>
              <a:gd name="connsiteY14" fmla="*/ 1448255 h 1601150"/>
              <a:gd name="connsiteX15" fmla="*/ 482144 w 996430"/>
              <a:gd name="connsiteY15" fmla="*/ 1561967 h 1601150"/>
              <a:gd name="connsiteX16" fmla="*/ 514286 w 996430"/>
              <a:gd name="connsiteY16" fmla="*/ 1601150 h 1601150"/>
              <a:gd name="connsiteX17" fmla="*/ 546430 w 996430"/>
              <a:gd name="connsiteY17" fmla="*/ 1561967 h 1601150"/>
              <a:gd name="connsiteX18" fmla="*/ 578572 w 996430"/>
              <a:gd name="connsiteY18" fmla="*/ 1448255 h 1601150"/>
              <a:gd name="connsiteX19" fmla="*/ 610715 w 996430"/>
              <a:gd name="connsiteY19" fmla="*/ 1271139 h 1601150"/>
              <a:gd name="connsiteX20" fmla="*/ 642858 w 996430"/>
              <a:gd name="connsiteY20" fmla="*/ 1047967 h 1601150"/>
              <a:gd name="connsiteX21" fmla="*/ 675001 w 996430"/>
              <a:gd name="connsiteY21" fmla="*/ 800575 h 1601150"/>
              <a:gd name="connsiteX22" fmla="*/ 707144 w 996430"/>
              <a:gd name="connsiteY22" fmla="*/ 553182 h 1601150"/>
              <a:gd name="connsiteX23" fmla="*/ 739287 w 996430"/>
              <a:gd name="connsiteY23" fmla="*/ 330011 h 1601150"/>
              <a:gd name="connsiteX24" fmla="*/ 771430 w 996430"/>
              <a:gd name="connsiteY24" fmla="*/ 152895 h 1601150"/>
              <a:gd name="connsiteX25" fmla="*/ 803573 w 996430"/>
              <a:gd name="connsiteY25" fmla="*/ 39183 h 1601150"/>
              <a:gd name="connsiteX26" fmla="*/ 835716 w 996430"/>
              <a:gd name="connsiteY26" fmla="*/ 0 h 1601150"/>
              <a:gd name="connsiteX27" fmla="*/ 867859 w 996430"/>
              <a:gd name="connsiteY27" fmla="*/ 39183 h 1601150"/>
              <a:gd name="connsiteX28" fmla="*/ 900002 w 996430"/>
              <a:gd name="connsiteY28" fmla="*/ 152895 h 1601150"/>
              <a:gd name="connsiteX29" fmla="*/ 932145 w 996430"/>
              <a:gd name="connsiteY29" fmla="*/ 330011 h 1601150"/>
              <a:gd name="connsiteX30" fmla="*/ 964288 w 996430"/>
              <a:gd name="connsiteY30" fmla="*/ 553182 h 1601150"/>
              <a:gd name="connsiteX31" fmla="*/ 996430 w 996430"/>
              <a:gd name="connsiteY31" fmla="*/ 800575 h 1601150"/>
              <a:gd name="connsiteX0" fmla="*/ 0 w 964287"/>
              <a:gd name="connsiteY0" fmla="*/ 800575 h 1601150"/>
              <a:gd name="connsiteX1" fmla="*/ 32143 w 964287"/>
              <a:gd name="connsiteY1" fmla="*/ 553182 h 1601150"/>
              <a:gd name="connsiteX2" fmla="*/ 64286 w 964287"/>
              <a:gd name="connsiteY2" fmla="*/ 330011 h 1601150"/>
              <a:gd name="connsiteX3" fmla="*/ 96429 w 964287"/>
              <a:gd name="connsiteY3" fmla="*/ 152895 h 1601150"/>
              <a:gd name="connsiteX4" fmla="*/ 128572 w 964287"/>
              <a:gd name="connsiteY4" fmla="*/ 39183 h 1601150"/>
              <a:gd name="connsiteX5" fmla="*/ 160714 w 964287"/>
              <a:gd name="connsiteY5" fmla="*/ 0 h 1601150"/>
              <a:gd name="connsiteX6" fmla="*/ 192857 w 964287"/>
              <a:gd name="connsiteY6" fmla="*/ 39183 h 1601150"/>
              <a:gd name="connsiteX7" fmla="*/ 225000 w 964287"/>
              <a:gd name="connsiteY7" fmla="*/ 152895 h 1601150"/>
              <a:gd name="connsiteX8" fmla="*/ 257143 w 964287"/>
              <a:gd name="connsiteY8" fmla="*/ 330011 h 1601150"/>
              <a:gd name="connsiteX9" fmla="*/ 289286 w 964287"/>
              <a:gd name="connsiteY9" fmla="*/ 553182 h 1601150"/>
              <a:gd name="connsiteX10" fmla="*/ 321429 w 964287"/>
              <a:gd name="connsiteY10" fmla="*/ 800575 h 1601150"/>
              <a:gd name="connsiteX11" fmla="*/ 353572 w 964287"/>
              <a:gd name="connsiteY11" fmla="*/ 1047967 h 1601150"/>
              <a:gd name="connsiteX12" fmla="*/ 385715 w 964287"/>
              <a:gd name="connsiteY12" fmla="*/ 1271139 h 1601150"/>
              <a:gd name="connsiteX13" fmla="*/ 417858 w 964287"/>
              <a:gd name="connsiteY13" fmla="*/ 1448255 h 1601150"/>
              <a:gd name="connsiteX14" fmla="*/ 450001 w 964287"/>
              <a:gd name="connsiteY14" fmla="*/ 1561967 h 1601150"/>
              <a:gd name="connsiteX15" fmla="*/ 482143 w 964287"/>
              <a:gd name="connsiteY15" fmla="*/ 1601150 h 1601150"/>
              <a:gd name="connsiteX16" fmla="*/ 514287 w 964287"/>
              <a:gd name="connsiteY16" fmla="*/ 1561967 h 1601150"/>
              <a:gd name="connsiteX17" fmla="*/ 546429 w 964287"/>
              <a:gd name="connsiteY17" fmla="*/ 1448255 h 1601150"/>
              <a:gd name="connsiteX18" fmla="*/ 578572 w 964287"/>
              <a:gd name="connsiteY18" fmla="*/ 1271139 h 1601150"/>
              <a:gd name="connsiteX19" fmla="*/ 610715 w 964287"/>
              <a:gd name="connsiteY19" fmla="*/ 1047967 h 1601150"/>
              <a:gd name="connsiteX20" fmla="*/ 642858 w 964287"/>
              <a:gd name="connsiteY20" fmla="*/ 800575 h 1601150"/>
              <a:gd name="connsiteX21" fmla="*/ 675001 w 964287"/>
              <a:gd name="connsiteY21" fmla="*/ 553182 h 1601150"/>
              <a:gd name="connsiteX22" fmla="*/ 707144 w 964287"/>
              <a:gd name="connsiteY22" fmla="*/ 330011 h 1601150"/>
              <a:gd name="connsiteX23" fmla="*/ 739287 w 964287"/>
              <a:gd name="connsiteY23" fmla="*/ 152895 h 1601150"/>
              <a:gd name="connsiteX24" fmla="*/ 771430 w 964287"/>
              <a:gd name="connsiteY24" fmla="*/ 39183 h 1601150"/>
              <a:gd name="connsiteX25" fmla="*/ 803573 w 964287"/>
              <a:gd name="connsiteY25" fmla="*/ 0 h 1601150"/>
              <a:gd name="connsiteX26" fmla="*/ 835716 w 964287"/>
              <a:gd name="connsiteY26" fmla="*/ 39183 h 1601150"/>
              <a:gd name="connsiteX27" fmla="*/ 867859 w 964287"/>
              <a:gd name="connsiteY27" fmla="*/ 152895 h 1601150"/>
              <a:gd name="connsiteX28" fmla="*/ 900002 w 964287"/>
              <a:gd name="connsiteY28" fmla="*/ 330011 h 1601150"/>
              <a:gd name="connsiteX29" fmla="*/ 932145 w 964287"/>
              <a:gd name="connsiteY29" fmla="*/ 553182 h 1601150"/>
              <a:gd name="connsiteX30" fmla="*/ 964287 w 964287"/>
              <a:gd name="connsiteY30" fmla="*/ 800575 h 1601150"/>
              <a:gd name="connsiteX0" fmla="*/ 0 w 932144"/>
              <a:gd name="connsiteY0" fmla="*/ 553182 h 1601150"/>
              <a:gd name="connsiteX1" fmla="*/ 32143 w 932144"/>
              <a:gd name="connsiteY1" fmla="*/ 330011 h 1601150"/>
              <a:gd name="connsiteX2" fmla="*/ 64286 w 932144"/>
              <a:gd name="connsiteY2" fmla="*/ 152895 h 1601150"/>
              <a:gd name="connsiteX3" fmla="*/ 96429 w 932144"/>
              <a:gd name="connsiteY3" fmla="*/ 39183 h 1601150"/>
              <a:gd name="connsiteX4" fmla="*/ 128571 w 932144"/>
              <a:gd name="connsiteY4" fmla="*/ 0 h 1601150"/>
              <a:gd name="connsiteX5" fmla="*/ 160714 w 932144"/>
              <a:gd name="connsiteY5" fmla="*/ 39183 h 1601150"/>
              <a:gd name="connsiteX6" fmla="*/ 192857 w 932144"/>
              <a:gd name="connsiteY6" fmla="*/ 152895 h 1601150"/>
              <a:gd name="connsiteX7" fmla="*/ 225000 w 932144"/>
              <a:gd name="connsiteY7" fmla="*/ 330011 h 1601150"/>
              <a:gd name="connsiteX8" fmla="*/ 257143 w 932144"/>
              <a:gd name="connsiteY8" fmla="*/ 553182 h 1601150"/>
              <a:gd name="connsiteX9" fmla="*/ 289286 w 932144"/>
              <a:gd name="connsiteY9" fmla="*/ 800575 h 1601150"/>
              <a:gd name="connsiteX10" fmla="*/ 321429 w 932144"/>
              <a:gd name="connsiteY10" fmla="*/ 1047967 h 1601150"/>
              <a:gd name="connsiteX11" fmla="*/ 353572 w 932144"/>
              <a:gd name="connsiteY11" fmla="*/ 1271139 h 1601150"/>
              <a:gd name="connsiteX12" fmla="*/ 385715 w 932144"/>
              <a:gd name="connsiteY12" fmla="*/ 1448255 h 1601150"/>
              <a:gd name="connsiteX13" fmla="*/ 417858 w 932144"/>
              <a:gd name="connsiteY13" fmla="*/ 1561967 h 1601150"/>
              <a:gd name="connsiteX14" fmla="*/ 450000 w 932144"/>
              <a:gd name="connsiteY14" fmla="*/ 1601150 h 1601150"/>
              <a:gd name="connsiteX15" fmla="*/ 482144 w 932144"/>
              <a:gd name="connsiteY15" fmla="*/ 1561967 h 1601150"/>
              <a:gd name="connsiteX16" fmla="*/ 514286 w 932144"/>
              <a:gd name="connsiteY16" fmla="*/ 1448255 h 1601150"/>
              <a:gd name="connsiteX17" fmla="*/ 546429 w 932144"/>
              <a:gd name="connsiteY17" fmla="*/ 1271139 h 1601150"/>
              <a:gd name="connsiteX18" fmla="*/ 578572 w 932144"/>
              <a:gd name="connsiteY18" fmla="*/ 1047967 h 1601150"/>
              <a:gd name="connsiteX19" fmla="*/ 610715 w 932144"/>
              <a:gd name="connsiteY19" fmla="*/ 800575 h 1601150"/>
              <a:gd name="connsiteX20" fmla="*/ 642858 w 932144"/>
              <a:gd name="connsiteY20" fmla="*/ 553182 h 1601150"/>
              <a:gd name="connsiteX21" fmla="*/ 675001 w 932144"/>
              <a:gd name="connsiteY21" fmla="*/ 330011 h 1601150"/>
              <a:gd name="connsiteX22" fmla="*/ 707144 w 932144"/>
              <a:gd name="connsiteY22" fmla="*/ 152895 h 1601150"/>
              <a:gd name="connsiteX23" fmla="*/ 739287 w 932144"/>
              <a:gd name="connsiteY23" fmla="*/ 39183 h 1601150"/>
              <a:gd name="connsiteX24" fmla="*/ 771430 w 932144"/>
              <a:gd name="connsiteY24" fmla="*/ 0 h 1601150"/>
              <a:gd name="connsiteX25" fmla="*/ 803573 w 932144"/>
              <a:gd name="connsiteY25" fmla="*/ 39183 h 1601150"/>
              <a:gd name="connsiteX26" fmla="*/ 835716 w 932144"/>
              <a:gd name="connsiteY26" fmla="*/ 152895 h 1601150"/>
              <a:gd name="connsiteX27" fmla="*/ 867859 w 932144"/>
              <a:gd name="connsiteY27" fmla="*/ 330011 h 1601150"/>
              <a:gd name="connsiteX28" fmla="*/ 900002 w 932144"/>
              <a:gd name="connsiteY28" fmla="*/ 553182 h 1601150"/>
              <a:gd name="connsiteX29" fmla="*/ 932144 w 932144"/>
              <a:gd name="connsiteY29" fmla="*/ 800575 h 1601150"/>
              <a:gd name="connsiteX0" fmla="*/ 0 w 900001"/>
              <a:gd name="connsiteY0" fmla="*/ 330011 h 1601150"/>
              <a:gd name="connsiteX1" fmla="*/ 32143 w 900001"/>
              <a:gd name="connsiteY1" fmla="*/ 152895 h 1601150"/>
              <a:gd name="connsiteX2" fmla="*/ 64286 w 900001"/>
              <a:gd name="connsiteY2" fmla="*/ 39183 h 1601150"/>
              <a:gd name="connsiteX3" fmla="*/ 96428 w 900001"/>
              <a:gd name="connsiteY3" fmla="*/ 0 h 1601150"/>
              <a:gd name="connsiteX4" fmla="*/ 128571 w 900001"/>
              <a:gd name="connsiteY4" fmla="*/ 39183 h 1601150"/>
              <a:gd name="connsiteX5" fmla="*/ 160714 w 900001"/>
              <a:gd name="connsiteY5" fmla="*/ 152895 h 1601150"/>
              <a:gd name="connsiteX6" fmla="*/ 192857 w 900001"/>
              <a:gd name="connsiteY6" fmla="*/ 330011 h 1601150"/>
              <a:gd name="connsiteX7" fmla="*/ 225000 w 900001"/>
              <a:gd name="connsiteY7" fmla="*/ 553182 h 1601150"/>
              <a:gd name="connsiteX8" fmla="*/ 257143 w 900001"/>
              <a:gd name="connsiteY8" fmla="*/ 800575 h 1601150"/>
              <a:gd name="connsiteX9" fmla="*/ 289286 w 900001"/>
              <a:gd name="connsiteY9" fmla="*/ 1047967 h 1601150"/>
              <a:gd name="connsiteX10" fmla="*/ 321429 w 900001"/>
              <a:gd name="connsiteY10" fmla="*/ 1271139 h 1601150"/>
              <a:gd name="connsiteX11" fmla="*/ 353572 w 900001"/>
              <a:gd name="connsiteY11" fmla="*/ 1448255 h 1601150"/>
              <a:gd name="connsiteX12" fmla="*/ 385715 w 900001"/>
              <a:gd name="connsiteY12" fmla="*/ 1561967 h 1601150"/>
              <a:gd name="connsiteX13" fmla="*/ 417857 w 900001"/>
              <a:gd name="connsiteY13" fmla="*/ 1601150 h 1601150"/>
              <a:gd name="connsiteX14" fmla="*/ 450001 w 900001"/>
              <a:gd name="connsiteY14" fmla="*/ 1561967 h 1601150"/>
              <a:gd name="connsiteX15" fmla="*/ 482143 w 900001"/>
              <a:gd name="connsiteY15" fmla="*/ 1448255 h 1601150"/>
              <a:gd name="connsiteX16" fmla="*/ 514286 w 900001"/>
              <a:gd name="connsiteY16" fmla="*/ 1271139 h 1601150"/>
              <a:gd name="connsiteX17" fmla="*/ 546429 w 900001"/>
              <a:gd name="connsiteY17" fmla="*/ 1047967 h 1601150"/>
              <a:gd name="connsiteX18" fmla="*/ 578572 w 900001"/>
              <a:gd name="connsiteY18" fmla="*/ 800575 h 1601150"/>
              <a:gd name="connsiteX19" fmla="*/ 610715 w 900001"/>
              <a:gd name="connsiteY19" fmla="*/ 553182 h 1601150"/>
              <a:gd name="connsiteX20" fmla="*/ 642858 w 900001"/>
              <a:gd name="connsiteY20" fmla="*/ 330011 h 1601150"/>
              <a:gd name="connsiteX21" fmla="*/ 675001 w 900001"/>
              <a:gd name="connsiteY21" fmla="*/ 152895 h 1601150"/>
              <a:gd name="connsiteX22" fmla="*/ 707144 w 900001"/>
              <a:gd name="connsiteY22" fmla="*/ 39183 h 1601150"/>
              <a:gd name="connsiteX23" fmla="*/ 739287 w 900001"/>
              <a:gd name="connsiteY23" fmla="*/ 0 h 1601150"/>
              <a:gd name="connsiteX24" fmla="*/ 771430 w 900001"/>
              <a:gd name="connsiteY24" fmla="*/ 39183 h 1601150"/>
              <a:gd name="connsiteX25" fmla="*/ 803573 w 900001"/>
              <a:gd name="connsiteY25" fmla="*/ 152895 h 1601150"/>
              <a:gd name="connsiteX26" fmla="*/ 835716 w 900001"/>
              <a:gd name="connsiteY26" fmla="*/ 330011 h 1601150"/>
              <a:gd name="connsiteX27" fmla="*/ 867859 w 900001"/>
              <a:gd name="connsiteY27" fmla="*/ 553182 h 1601150"/>
              <a:gd name="connsiteX28" fmla="*/ 900001 w 900001"/>
              <a:gd name="connsiteY28" fmla="*/ 800575 h 1601150"/>
              <a:gd name="connsiteX0" fmla="*/ 0 w 867858"/>
              <a:gd name="connsiteY0" fmla="*/ 152895 h 1601150"/>
              <a:gd name="connsiteX1" fmla="*/ 32143 w 867858"/>
              <a:gd name="connsiteY1" fmla="*/ 39183 h 1601150"/>
              <a:gd name="connsiteX2" fmla="*/ 64285 w 867858"/>
              <a:gd name="connsiteY2" fmla="*/ 0 h 1601150"/>
              <a:gd name="connsiteX3" fmla="*/ 96428 w 867858"/>
              <a:gd name="connsiteY3" fmla="*/ 39183 h 1601150"/>
              <a:gd name="connsiteX4" fmla="*/ 128571 w 867858"/>
              <a:gd name="connsiteY4" fmla="*/ 152895 h 1601150"/>
              <a:gd name="connsiteX5" fmla="*/ 160714 w 867858"/>
              <a:gd name="connsiteY5" fmla="*/ 330011 h 1601150"/>
              <a:gd name="connsiteX6" fmla="*/ 192857 w 867858"/>
              <a:gd name="connsiteY6" fmla="*/ 553182 h 1601150"/>
              <a:gd name="connsiteX7" fmla="*/ 225000 w 867858"/>
              <a:gd name="connsiteY7" fmla="*/ 800575 h 1601150"/>
              <a:gd name="connsiteX8" fmla="*/ 257143 w 867858"/>
              <a:gd name="connsiteY8" fmla="*/ 1047967 h 1601150"/>
              <a:gd name="connsiteX9" fmla="*/ 289286 w 867858"/>
              <a:gd name="connsiteY9" fmla="*/ 1271139 h 1601150"/>
              <a:gd name="connsiteX10" fmla="*/ 321429 w 867858"/>
              <a:gd name="connsiteY10" fmla="*/ 1448255 h 1601150"/>
              <a:gd name="connsiteX11" fmla="*/ 353572 w 867858"/>
              <a:gd name="connsiteY11" fmla="*/ 1561967 h 1601150"/>
              <a:gd name="connsiteX12" fmla="*/ 385714 w 867858"/>
              <a:gd name="connsiteY12" fmla="*/ 1601150 h 1601150"/>
              <a:gd name="connsiteX13" fmla="*/ 417858 w 867858"/>
              <a:gd name="connsiteY13" fmla="*/ 1561967 h 1601150"/>
              <a:gd name="connsiteX14" fmla="*/ 450000 w 867858"/>
              <a:gd name="connsiteY14" fmla="*/ 1448255 h 1601150"/>
              <a:gd name="connsiteX15" fmla="*/ 482143 w 867858"/>
              <a:gd name="connsiteY15" fmla="*/ 1271139 h 1601150"/>
              <a:gd name="connsiteX16" fmla="*/ 514286 w 867858"/>
              <a:gd name="connsiteY16" fmla="*/ 1047967 h 1601150"/>
              <a:gd name="connsiteX17" fmla="*/ 546429 w 867858"/>
              <a:gd name="connsiteY17" fmla="*/ 800575 h 1601150"/>
              <a:gd name="connsiteX18" fmla="*/ 578572 w 867858"/>
              <a:gd name="connsiteY18" fmla="*/ 553182 h 1601150"/>
              <a:gd name="connsiteX19" fmla="*/ 610715 w 867858"/>
              <a:gd name="connsiteY19" fmla="*/ 330011 h 1601150"/>
              <a:gd name="connsiteX20" fmla="*/ 642858 w 867858"/>
              <a:gd name="connsiteY20" fmla="*/ 152895 h 1601150"/>
              <a:gd name="connsiteX21" fmla="*/ 675001 w 867858"/>
              <a:gd name="connsiteY21" fmla="*/ 39183 h 1601150"/>
              <a:gd name="connsiteX22" fmla="*/ 707144 w 867858"/>
              <a:gd name="connsiteY22" fmla="*/ 0 h 1601150"/>
              <a:gd name="connsiteX23" fmla="*/ 739287 w 867858"/>
              <a:gd name="connsiteY23" fmla="*/ 39183 h 1601150"/>
              <a:gd name="connsiteX24" fmla="*/ 771430 w 867858"/>
              <a:gd name="connsiteY24" fmla="*/ 152895 h 1601150"/>
              <a:gd name="connsiteX25" fmla="*/ 803573 w 867858"/>
              <a:gd name="connsiteY25" fmla="*/ 330011 h 1601150"/>
              <a:gd name="connsiteX26" fmla="*/ 835716 w 867858"/>
              <a:gd name="connsiteY26" fmla="*/ 553182 h 1601150"/>
              <a:gd name="connsiteX27" fmla="*/ 867858 w 867858"/>
              <a:gd name="connsiteY27" fmla="*/ 800575 h 1601150"/>
              <a:gd name="connsiteX0" fmla="*/ 0 w 835715"/>
              <a:gd name="connsiteY0" fmla="*/ 39183 h 1601150"/>
              <a:gd name="connsiteX1" fmla="*/ 32142 w 835715"/>
              <a:gd name="connsiteY1" fmla="*/ 0 h 1601150"/>
              <a:gd name="connsiteX2" fmla="*/ 64285 w 835715"/>
              <a:gd name="connsiteY2" fmla="*/ 39183 h 1601150"/>
              <a:gd name="connsiteX3" fmla="*/ 96428 w 835715"/>
              <a:gd name="connsiteY3" fmla="*/ 152895 h 1601150"/>
              <a:gd name="connsiteX4" fmla="*/ 128571 w 835715"/>
              <a:gd name="connsiteY4" fmla="*/ 330011 h 1601150"/>
              <a:gd name="connsiteX5" fmla="*/ 160714 w 835715"/>
              <a:gd name="connsiteY5" fmla="*/ 553182 h 1601150"/>
              <a:gd name="connsiteX6" fmla="*/ 192857 w 835715"/>
              <a:gd name="connsiteY6" fmla="*/ 800575 h 1601150"/>
              <a:gd name="connsiteX7" fmla="*/ 225000 w 835715"/>
              <a:gd name="connsiteY7" fmla="*/ 1047967 h 1601150"/>
              <a:gd name="connsiteX8" fmla="*/ 257143 w 835715"/>
              <a:gd name="connsiteY8" fmla="*/ 1271139 h 1601150"/>
              <a:gd name="connsiteX9" fmla="*/ 289286 w 835715"/>
              <a:gd name="connsiteY9" fmla="*/ 1448255 h 1601150"/>
              <a:gd name="connsiteX10" fmla="*/ 321429 w 835715"/>
              <a:gd name="connsiteY10" fmla="*/ 1561967 h 1601150"/>
              <a:gd name="connsiteX11" fmla="*/ 353571 w 835715"/>
              <a:gd name="connsiteY11" fmla="*/ 1601150 h 1601150"/>
              <a:gd name="connsiteX12" fmla="*/ 385715 w 835715"/>
              <a:gd name="connsiteY12" fmla="*/ 1561967 h 1601150"/>
              <a:gd name="connsiteX13" fmla="*/ 417857 w 835715"/>
              <a:gd name="connsiteY13" fmla="*/ 1448255 h 1601150"/>
              <a:gd name="connsiteX14" fmla="*/ 450000 w 835715"/>
              <a:gd name="connsiteY14" fmla="*/ 1271139 h 1601150"/>
              <a:gd name="connsiteX15" fmla="*/ 482143 w 835715"/>
              <a:gd name="connsiteY15" fmla="*/ 1047967 h 1601150"/>
              <a:gd name="connsiteX16" fmla="*/ 514286 w 835715"/>
              <a:gd name="connsiteY16" fmla="*/ 800575 h 1601150"/>
              <a:gd name="connsiteX17" fmla="*/ 546429 w 835715"/>
              <a:gd name="connsiteY17" fmla="*/ 553182 h 1601150"/>
              <a:gd name="connsiteX18" fmla="*/ 578572 w 835715"/>
              <a:gd name="connsiteY18" fmla="*/ 330011 h 1601150"/>
              <a:gd name="connsiteX19" fmla="*/ 610715 w 835715"/>
              <a:gd name="connsiteY19" fmla="*/ 152895 h 1601150"/>
              <a:gd name="connsiteX20" fmla="*/ 642858 w 835715"/>
              <a:gd name="connsiteY20" fmla="*/ 39183 h 1601150"/>
              <a:gd name="connsiteX21" fmla="*/ 675001 w 835715"/>
              <a:gd name="connsiteY21" fmla="*/ 0 h 1601150"/>
              <a:gd name="connsiteX22" fmla="*/ 707144 w 835715"/>
              <a:gd name="connsiteY22" fmla="*/ 39183 h 1601150"/>
              <a:gd name="connsiteX23" fmla="*/ 739287 w 835715"/>
              <a:gd name="connsiteY23" fmla="*/ 152895 h 1601150"/>
              <a:gd name="connsiteX24" fmla="*/ 771430 w 835715"/>
              <a:gd name="connsiteY24" fmla="*/ 330011 h 1601150"/>
              <a:gd name="connsiteX25" fmla="*/ 803573 w 835715"/>
              <a:gd name="connsiteY25" fmla="*/ 553182 h 1601150"/>
              <a:gd name="connsiteX26" fmla="*/ 835715 w 835715"/>
              <a:gd name="connsiteY26" fmla="*/ 800575 h 1601150"/>
              <a:gd name="connsiteX0" fmla="*/ 0 w 803573"/>
              <a:gd name="connsiteY0" fmla="*/ 0 h 1601150"/>
              <a:gd name="connsiteX1" fmla="*/ 32143 w 803573"/>
              <a:gd name="connsiteY1" fmla="*/ 39183 h 1601150"/>
              <a:gd name="connsiteX2" fmla="*/ 64286 w 803573"/>
              <a:gd name="connsiteY2" fmla="*/ 152895 h 1601150"/>
              <a:gd name="connsiteX3" fmla="*/ 96429 w 803573"/>
              <a:gd name="connsiteY3" fmla="*/ 330011 h 1601150"/>
              <a:gd name="connsiteX4" fmla="*/ 128572 w 803573"/>
              <a:gd name="connsiteY4" fmla="*/ 553182 h 1601150"/>
              <a:gd name="connsiteX5" fmla="*/ 160715 w 803573"/>
              <a:gd name="connsiteY5" fmla="*/ 800575 h 1601150"/>
              <a:gd name="connsiteX6" fmla="*/ 192858 w 803573"/>
              <a:gd name="connsiteY6" fmla="*/ 1047967 h 1601150"/>
              <a:gd name="connsiteX7" fmla="*/ 225001 w 803573"/>
              <a:gd name="connsiteY7" fmla="*/ 1271139 h 1601150"/>
              <a:gd name="connsiteX8" fmla="*/ 257144 w 803573"/>
              <a:gd name="connsiteY8" fmla="*/ 1448255 h 1601150"/>
              <a:gd name="connsiteX9" fmla="*/ 289287 w 803573"/>
              <a:gd name="connsiteY9" fmla="*/ 1561967 h 1601150"/>
              <a:gd name="connsiteX10" fmla="*/ 321429 w 803573"/>
              <a:gd name="connsiteY10" fmla="*/ 1601150 h 1601150"/>
              <a:gd name="connsiteX11" fmla="*/ 353573 w 803573"/>
              <a:gd name="connsiteY11" fmla="*/ 1561967 h 1601150"/>
              <a:gd name="connsiteX12" fmla="*/ 385715 w 803573"/>
              <a:gd name="connsiteY12" fmla="*/ 1448255 h 1601150"/>
              <a:gd name="connsiteX13" fmla="*/ 417858 w 803573"/>
              <a:gd name="connsiteY13" fmla="*/ 1271139 h 1601150"/>
              <a:gd name="connsiteX14" fmla="*/ 450001 w 803573"/>
              <a:gd name="connsiteY14" fmla="*/ 1047967 h 1601150"/>
              <a:gd name="connsiteX15" fmla="*/ 482144 w 803573"/>
              <a:gd name="connsiteY15" fmla="*/ 800575 h 1601150"/>
              <a:gd name="connsiteX16" fmla="*/ 514287 w 803573"/>
              <a:gd name="connsiteY16" fmla="*/ 553182 h 1601150"/>
              <a:gd name="connsiteX17" fmla="*/ 546430 w 803573"/>
              <a:gd name="connsiteY17" fmla="*/ 330011 h 1601150"/>
              <a:gd name="connsiteX18" fmla="*/ 578573 w 803573"/>
              <a:gd name="connsiteY18" fmla="*/ 152895 h 1601150"/>
              <a:gd name="connsiteX19" fmla="*/ 610716 w 803573"/>
              <a:gd name="connsiteY19" fmla="*/ 39183 h 1601150"/>
              <a:gd name="connsiteX20" fmla="*/ 642859 w 803573"/>
              <a:gd name="connsiteY20" fmla="*/ 0 h 1601150"/>
              <a:gd name="connsiteX21" fmla="*/ 675002 w 803573"/>
              <a:gd name="connsiteY21" fmla="*/ 39183 h 1601150"/>
              <a:gd name="connsiteX22" fmla="*/ 707145 w 803573"/>
              <a:gd name="connsiteY22" fmla="*/ 152895 h 1601150"/>
              <a:gd name="connsiteX23" fmla="*/ 739288 w 803573"/>
              <a:gd name="connsiteY23" fmla="*/ 330011 h 1601150"/>
              <a:gd name="connsiteX24" fmla="*/ 771431 w 803573"/>
              <a:gd name="connsiteY24" fmla="*/ 553182 h 1601150"/>
              <a:gd name="connsiteX25" fmla="*/ 803573 w 803573"/>
              <a:gd name="connsiteY25" fmla="*/ 800575 h 1601150"/>
              <a:gd name="connsiteX0" fmla="*/ 0 w 771430"/>
              <a:gd name="connsiteY0" fmla="*/ 39183 h 1601150"/>
              <a:gd name="connsiteX1" fmla="*/ 32143 w 771430"/>
              <a:gd name="connsiteY1" fmla="*/ 152895 h 1601150"/>
              <a:gd name="connsiteX2" fmla="*/ 64286 w 771430"/>
              <a:gd name="connsiteY2" fmla="*/ 330011 h 1601150"/>
              <a:gd name="connsiteX3" fmla="*/ 96429 w 771430"/>
              <a:gd name="connsiteY3" fmla="*/ 553182 h 1601150"/>
              <a:gd name="connsiteX4" fmla="*/ 128572 w 771430"/>
              <a:gd name="connsiteY4" fmla="*/ 800575 h 1601150"/>
              <a:gd name="connsiteX5" fmla="*/ 160715 w 771430"/>
              <a:gd name="connsiteY5" fmla="*/ 1047967 h 1601150"/>
              <a:gd name="connsiteX6" fmla="*/ 192858 w 771430"/>
              <a:gd name="connsiteY6" fmla="*/ 1271139 h 1601150"/>
              <a:gd name="connsiteX7" fmla="*/ 225001 w 771430"/>
              <a:gd name="connsiteY7" fmla="*/ 1448255 h 1601150"/>
              <a:gd name="connsiteX8" fmla="*/ 257144 w 771430"/>
              <a:gd name="connsiteY8" fmla="*/ 1561967 h 1601150"/>
              <a:gd name="connsiteX9" fmla="*/ 289286 w 771430"/>
              <a:gd name="connsiteY9" fmla="*/ 1601150 h 1601150"/>
              <a:gd name="connsiteX10" fmla="*/ 321430 w 771430"/>
              <a:gd name="connsiteY10" fmla="*/ 1561967 h 1601150"/>
              <a:gd name="connsiteX11" fmla="*/ 353572 w 771430"/>
              <a:gd name="connsiteY11" fmla="*/ 1448255 h 1601150"/>
              <a:gd name="connsiteX12" fmla="*/ 385715 w 771430"/>
              <a:gd name="connsiteY12" fmla="*/ 1271139 h 1601150"/>
              <a:gd name="connsiteX13" fmla="*/ 417858 w 771430"/>
              <a:gd name="connsiteY13" fmla="*/ 1047967 h 1601150"/>
              <a:gd name="connsiteX14" fmla="*/ 450001 w 771430"/>
              <a:gd name="connsiteY14" fmla="*/ 800575 h 1601150"/>
              <a:gd name="connsiteX15" fmla="*/ 482144 w 771430"/>
              <a:gd name="connsiteY15" fmla="*/ 553182 h 1601150"/>
              <a:gd name="connsiteX16" fmla="*/ 514287 w 771430"/>
              <a:gd name="connsiteY16" fmla="*/ 330011 h 1601150"/>
              <a:gd name="connsiteX17" fmla="*/ 546430 w 771430"/>
              <a:gd name="connsiteY17" fmla="*/ 152895 h 1601150"/>
              <a:gd name="connsiteX18" fmla="*/ 578573 w 771430"/>
              <a:gd name="connsiteY18" fmla="*/ 39183 h 1601150"/>
              <a:gd name="connsiteX19" fmla="*/ 610716 w 771430"/>
              <a:gd name="connsiteY19" fmla="*/ 0 h 1601150"/>
              <a:gd name="connsiteX20" fmla="*/ 642859 w 771430"/>
              <a:gd name="connsiteY20" fmla="*/ 39183 h 1601150"/>
              <a:gd name="connsiteX21" fmla="*/ 675002 w 771430"/>
              <a:gd name="connsiteY21" fmla="*/ 152895 h 1601150"/>
              <a:gd name="connsiteX22" fmla="*/ 707145 w 771430"/>
              <a:gd name="connsiteY22" fmla="*/ 330011 h 1601150"/>
              <a:gd name="connsiteX23" fmla="*/ 739288 w 771430"/>
              <a:gd name="connsiteY23" fmla="*/ 553182 h 1601150"/>
              <a:gd name="connsiteX24" fmla="*/ 771430 w 771430"/>
              <a:gd name="connsiteY24" fmla="*/ 800575 h 1601150"/>
              <a:gd name="connsiteX0" fmla="*/ 0 w 739287"/>
              <a:gd name="connsiteY0" fmla="*/ 152895 h 1601150"/>
              <a:gd name="connsiteX1" fmla="*/ 32143 w 739287"/>
              <a:gd name="connsiteY1" fmla="*/ 330011 h 1601150"/>
              <a:gd name="connsiteX2" fmla="*/ 64286 w 739287"/>
              <a:gd name="connsiteY2" fmla="*/ 553182 h 1601150"/>
              <a:gd name="connsiteX3" fmla="*/ 96429 w 739287"/>
              <a:gd name="connsiteY3" fmla="*/ 800575 h 1601150"/>
              <a:gd name="connsiteX4" fmla="*/ 128572 w 739287"/>
              <a:gd name="connsiteY4" fmla="*/ 1047967 h 1601150"/>
              <a:gd name="connsiteX5" fmla="*/ 160715 w 739287"/>
              <a:gd name="connsiteY5" fmla="*/ 1271139 h 1601150"/>
              <a:gd name="connsiteX6" fmla="*/ 192858 w 739287"/>
              <a:gd name="connsiteY6" fmla="*/ 1448255 h 1601150"/>
              <a:gd name="connsiteX7" fmla="*/ 225001 w 739287"/>
              <a:gd name="connsiteY7" fmla="*/ 1561967 h 1601150"/>
              <a:gd name="connsiteX8" fmla="*/ 257143 w 739287"/>
              <a:gd name="connsiteY8" fmla="*/ 1601150 h 1601150"/>
              <a:gd name="connsiteX9" fmla="*/ 289287 w 739287"/>
              <a:gd name="connsiteY9" fmla="*/ 1561967 h 1601150"/>
              <a:gd name="connsiteX10" fmla="*/ 321429 w 739287"/>
              <a:gd name="connsiteY10" fmla="*/ 1448255 h 1601150"/>
              <a:gd name="connsiteX11" fmla="*/ 353572 w 739287"/>
              <a:gd name="connsiteY11" fmla="*/ 1271139 h 1601150"/>
              <a:gd name="connsiteX12" fmla="*/ 385715 w 739287"/>
              <a:gd name="connsiteY12" fmla="*/ 1047967 h 1601150"/>
              <a:gd name="connsiteX13" fmla="*/ 417858 w 739287"/>
              <a:gd name="connsiteY13" fmla="*/ 800575 h 1601150"/>
              <a:gd name="connsiteX14" fmla="*/ 450001 w 739287"/>
              <a:gd name="connsiteY14" fmla="*/ 553182 h 1601150"/>
              <a:gd name="connsiteX15" fmla="*/ 482144 w 739287"/>
              <a:gd name="connsiteY15" fmla="*/ 330011 h 1601150"/>
              <a:gd name="connsiteX16" fmla="*/ 514287 w 739287"/>
              <a:gd name="connsiteY16" fmla="*/ 152895 h 1601150"/>
              <a:gd name="connsiteX17" fmla="*/ 546430 w 739287"/>
              <a:gd name="connsiteY17" fmla="*/ 39183 h 1601150"/>
              <a:gd name="connsiteX18" fmla="*/ 578573 w 739287"/>
              <a:gd name="connsiteY18" fmla="*/ 0 h 1601150"/>
              <a:gd name="connsiteX19" fmla="*/ 610716 w 739287"/>
              <a:gd name="connsiteY19" fmla="*/ 39183 h 1601150"/>
              <a:gd name="connsiteX20" fmla="*/ 642859 w 739287"/>
              <a:gd name="connsiteY20" fmla="*/ 152895 h 1601150"/>
              <a:gd name="connsiteX21" fmla="*/ 675002 w 739287"/>
              <a:gd name="connsiteY21" fmla="*/ 330011 h 1601150"/>
              <a:gd name="connsiteX22" fmla="*/ 707145 w 739287"/>
              <a:gd name="connsiteY22" fmla="*/ 553182 h 1601150"/>
              <a:gd name="connsiteX23" fmla="*/ 739287 w 739287"/>
              <a:gd name="connsiteY23" fmla="*/ 800575 h 1601150"/>
              <a:gd name="connsiteX0" fmla="*/ 0 w 707144"/>
              <a:gd name="connsiteY0" fmla="*/ 330011 h 1601150"/>
              <a:gd name="connsiteX1" fmla="*/ 32143 w 707144"/>
              <a:gd name="connsiteY1" fmla="*/ 553182 h 1601150"/>
              <a:gd name="connsiteX2" fmla="*/ 64286 w 707144"/>
              <a:gd name="connsiteY2" fmla="*/ 800575 h 1601150"/>
              <a:gd name="connsiteX3" fmla="*/ 96429 w 707144"/>
              <a:gd name="connsiteY3" fmla="*/ 1047967 h 1601150"/>
              <a:gd name="connsiteX4" fmla="*/ 128572 w 707144"/>
              <a:gd name="connsiteY4" fmla="*/ 1271139 h 1601150"/>
              <a:gd name="connsiteX5" fmla="*/ 160715 w 707144"/>
              <a:gd name="connsiteY5" fmla="*/ 1448255 h 1601150"/>
              <a:gd name="connsiteX6" fmla="*/ 192858 w 707144"/>
              <a:gd name="connsiteY6" fmla="*/ 1561967 h 1601150"/>
              <a:gd name="connsiteX7" fmla="*/ 225000 w 707144"/>
              <a:gd name="connsiteY7" fmla="*/ 1601150 h 1601150"/>
              <a:gd name="connsiteX8" fmla="*/ 257144 w 707144"/>
              <a:gd name="connsiteY8" fmla="*/ 1561967 h 1601150"/>
              <a:gd name="connsiteX9" fmla="*/ 289286 w 707144"/>
              <a:gd name="connsiteY9" fmla="*/ 1448255 h 1601150"/>
              <a:gd name="connsiteX10" fmla="*/ 321429 w 707144"/>
              <a:gd name="connsiteY10" fmla="*/ 1271139 h 1601150"/>
              <a:gd name="connsiteX11" fmla="*/ 353572 w 707144"/>
              <a:gd name="connsiteY11" fmla="*/ 1047967 h 1601150"/>
              <a:gd name="connsiteX12" fmla="*/ 385715 w 707144"/>
              <a:gd name="connsiteY12" fmla="*/ 800575 h 1601150"/>
              <a:gd name="connsiteX13" fmla="*/ 417858 w 707144"/>
              <a:gd name="connsiteY13" fmla="*/ 553182 h 1601150"/>
              <a:gd name="connsiteX14" fmla="*/ 450001 w 707144"/>
              <a:gd name="connsiteY14" fmla="*/ 330011 h 1601150"/>
              <a:gd name="connsiteX15" fmla="*/ 482144 w 707144"/>
              <a:gd name="connsiteY15" fmla="*/ 152895 h 1601150"/>
              <a:gd name="connsiteX16" fmla="*/ 514287 w 707144"/>
              <a:gd name="connsiteY16" fmla="*/ 39183 h 1601150"/>
              <a:gd name="connsiteX17" fmla="*/ 546430 w 707144"/>
              <a:gd name="connsiteY17" fmla="*/ 0 h 1601150"/>
              <a:gd name="connsiteX18" fmla="*/ 578573 w 707144"/>
              <a:gd name="connsiteY18" fmla="*/ 39183 h 1601150"/>
              <a:gd name="connsiteX19" fmla="*/ 610716 w 707144"/>
              <a:gd name="connsiteY19" fmla="*/ 152895 h 1601150"/>
              <a:gd name="connsiteX20" fmla="*/ 642859 w 707144"/>
              <a:gd name="connsiteY20" fmla="*/ 330011 h 1601150"/>
              <a:gd name="connsiteX21" fmla="*/ 675002 w 707144"/>
              <a:gd name="connsiteY21" fmla="*/ 553182 h 1601150"/>
              <a:gd name="connsiteX22" fmla="*/ 707144 w 707144"/>
              <a:gd name="connsiteY22" fmla="*/ 800575 h 1601150"/>
              <a:gd name="connsiteX0" fmla="*/ 0 w 675001"/>
              <a:gd name="connsiteY0" fmla="*/ 553182 h 1601150"/>
              <a:gd name="connsiteX1" fmla="*/ 32143 w 675001"/>
              <a:gd name="connsiteY1" fmla="*/ 800575 h 1601150"/>
              <a:gd name="connsiteX2" fmla="*/ 64286 w 675001"/>
              <a:gd name="connsiteY2" fmla="*/ 1047967 h 1601150"/>
              <a:gd name="connsiteX3" fmla="*/ 96429 w 675001"/>
              <a:gd name="connsiteY3" fmla="*/ 1271139 h 1601150"/>
              <a:gd name="connsiteX4" fmla="*/ 128572 w 675001"/>
              <a:gd name="connsiteY4" fmla="*/ 1448255 h 1601150"/>
              <a:gd name="connsiteX5" fmla="*/ 160715 w 675001"/>
              <a:gd name="connsiteY5" fmla="*/ 1561967 h 1601150"/>
              <a:gd name="connsiteX6" fmla="*/ 192857 w 675001"/>
              <a:gd name="connsiteY6" fmla="*/ 1601150 h 1601150"/>
              <a:gd name="connsiteX7" fmla="*/ 225001 w 675001"/>
              <a:gd name="connsiteY7" fmla="*/ 1561967 h 1601150"/>
              <a:gd name="connsiteX8" fmla="*/ 257143 w 675001"/>
              <a:gd name="connsiteY8" fmla="*/ 1448255 h 1601150"/>
              <a:gd name="connsiteX9" fmla="*/ 289286 w 675001"/>
              <a:gd name="connsiteY9" fmla="*/ 1271139 h 1601150"/>
              <a:gd name="connsiteX10" fmla="*/ 321429 w 675001"/>
              <a:gd name="connsiteY10" fmla="*/ 1047967 h 1601150"/>
              <a:gd name="connsiteX11" fmla="*/ 353572 w 675001"/>
              <a:gd name="connsiteY11" fmla="*/ 800575 h 1601150"/>
              <a:gd name="connsiteX12" fmla="*/ 385715 w 675001"/>
              <a:gd name="connsiteY12" fmla="*/ 553182 h 1601150"/>
              <a:gd name="connsiteX13" fmla="*/ 417858 w 675001"/>
              <a:gd name="connsiteY13" fmla="*/ 330011 h 1601150"/>
              <a:gd name="connsiteX14" fmla="*/ 450001 w 675001"/>
              <a:gd name="connsiteY14" fmla="*/ 152895 h 1601150"/>
              <a:gd name="connsiteX15" fmla="*/ 482144 w 675001"/>
              <a:gd name="connsiteY15" fmla="*/ 39183 h 1601150"/>
              <a:gd name="connsiteX16" fmla="*/ 514287 w 675001"/>
              <a:gd name="connsiteY16" fmla="*/ 0 h 1601150"/>
              <a:gd name="connsiteX17" fmla="*/ 546430 w 675001"/>
              <a:gd name="connsiteY17" fmla="*/ 39183 h 1601150"/>
              <a:gd name="connsiteX18" fmla="*/ 578573 w 675001"/>
              <a:gd name="connsiteY18" fmla="*/ 152895 h 1601150"/>
              <a:gd name="connsiteX19" fmla="*/ 610716 w 675001"/>
              <a:gd name="connsiteY19" fmla="*/ 330011 h 1601150"/>
              <a:gd name="connsiteX20" fmla="*/ 642859 w 675001"/>
              <a:gd name="connsiteY20" fmla="*/ 553182 h 1601150"/>
              <a:gd name="connsiteX21" fmla="*/ 675001 w 675001"/>
              <a:gd name="connsiteY21" fmla="*/ 800575 h 1601150"/>
              <a:gd name="connsiteX0" fmla="*/ 0 w 642858"/>
              <a:gd name="connsiteY0" fmla="*/ 800575 h 1601150"/>
              <a:gd name="connsiteX1" fmla="*/ 32143 w 642858"/>
              <a:gd name="connsiteY1" fmla="*/ 1047967 h 1601150"/>
              <a:gd name="connsiteX2" fmla="*/ 64286 w 642858"/>
              <a:gd name="connsiteY2" fmla="*/ 1271139 h 1601150"/>
              <a:gd name="connsiteX3" fmla="*/ 96429 w 642858"/>
              <a:gd name="connsiteY3" fmla="*/ 1448255 h 1601150"/>
              <a:gd name="connsiteX4" fmla="*/ 128572 w 642858"/>
              <a:gd name="connsiteY4" fmla="*/ 1561967 h 1601150"/>
              <a:gd name="connsiteX5" fmla="*/ 160714 w 642858"/>
              <a:gd name="connsiteY5" fmla="*/ 1601150 h 1601150"/>
              <a:gd name="connsiteX6" fmla="*/ 192858 w 642858"/>
              <a:gd name="connsiteY6" fmla="*/ 1561967 h 1601150"/>
              <a:gd name="connsiteX7" fmla="*/ 225000 w 642858"/>
              <a:gd name="connsiteY7" fmla="*/ 1448255 h 1601150"/>
              <a:gd name="connsiteX8" fmla="*/ 257143 w 642858"/>
              <a:gd name="connsiteY8" fmla="*/ 1271139 h 1601150"/>
              <a:gd name="connsiteX9" fmla="*/ 289286 w 642858"/>
              <a:gd name="connsiteY9" fmla="*/ 1047967 h 1601150"/>
              <a:gd name="connsiteX10" fmla="*/ 321429 w 642858"/>
              <a:gd name="connsiteY10" fmla="*/ 800575 h 1601150"/>
              <a:gd name="connsiteX11" fmla="*/ 353572 w 642858"/>
              <a:gd name="connsiteY11" fmla="*/ 553182 h 1601150"/>
              <a:gd name="connsiteX12" fmla="*/ 385715 w 642858"/>
              <a:gd name="connsiteY12" fmla="*/ 330011 h 1601150"/>
              <a:gd name="connsiteX13" fmla="*/ 417858 w 642858"/>
              <a:gd name="connsiteY13" fmla="*/ 152895 h 1601150"/>
              <a:gd name="connsiteX14" fmla="*/ 450001 w 642858"/>
              <a:gd name="connsiteY14" fmla="*/ 39183 h 1601150"/>
              <a:gd name="connsiteX15" fmla="*/ 482144 w 642858"/>
              <a:gd name="connsiteY15" fmla="*/ 0 h 1601150"/>
              <a:gd name="connsiteX16" fmla="*/ 514287 w 642858"/>
              <a:gd name="connsiteY16" fmla="*/ 39183 h 1601150"/>
              <a:gd name="connsiteX17" fmla="*/ 546430 w 642858"/>
              <a:gd name="connsiteY17" fmla="*/ 152895 h 1601150"/>
              <a:gd name="connsiteX18" fmla="*/ 578573 w 642858"/>
              <a:gd name="connsiteY18" fmla="*/ 330011 h 1601150"/>
              <a:gd name="connsiteX19" fmla="*/ 610716 w 642858"/>
              <a:gd name="connsiteY19" fmla="*/ 553182 h 1601150"/>
              <a:gd name="connsiteX20" fmla="*/ 642858 w 642858"/>
              <a:gd name="connsiteY20" fmla="*/ 800575 h 160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2858" h="1601150">
                <a:moveTo>
                  <a:pt x="0" y="800575"/>
                </a:moveTo>
                <a:cubicBezTo>
                  <a:pt x="10716" y="883037"/>
                  <a:pt x="21427" y="969541"/>
                  <a:pt x="32143" y="1047967"/>
                </a:cubicBezTo>
                <a:cubicBezTo>
                  <a:pt x="42859" y="1126394"/>
                  <a:pt x="53569" y="1204424"/>
                  <a:pt x="64286" y="1271139"/>
                </a:cubicBezTo>
                <a:cubicBezTo>
                  <a:pt x="75002" y="1337854"/>
                  <a:pt x="85713" y="1399783"/>
                  <a:pt x="96429" y="1448255"/>
                </a:cubicBezTo>
                <a:cubicBezTo>
                  <a:pt x="107145" y="1496721"/>
                  <a:pt x="117855" y="1536486"/>
                  <a:pt x="128572" y="1561967"/>
                </a:cubicBezTo>
                <a:cubicBezTo>
                  <a:pt x="138394" y="1585324"/>
                  <a:pt x="150892" y="1601150"/>
                  <a:pt x="160714" y="1601150"/>
                </a:cubicBezTo>
                <a:cubicBezTo>
                  <a:pt x="170537" y="1601150"/>
                  <a:pt x="183035" y="1585324"/>
                  <a:pt x="192858" y="1561967"/>
                </a:cubicBezTo>
                <a:cubicBezTo>
                  <a:pt x="203574" y="1536486"/>
                  <a:pt x="214284" y="1496721"/>
                  <a:pt x="225000" y="1448255"/>
                </a:cubicBezTo>
                <a:cubicBezTo>
                  <a:pt x="235717" y="1399783"/>
                  <a:pt x="246427" y="1337854"/>
                  <a:pt x="257143" y="1271139"/>
                </a:cubicBezTo>
                <a:cubicBezTo>
                  <a:pt x="267860" y="1204424"/>
                  <a:pt x="278570" y="1126394"/>
                  <a:pt x="289286" y="1047967"/>
                </a:cubicBezTo>
                <a:cubicBezTo>
                  <a:pt x="300003" y="969541"/>
                  <a:pt x="310713" y="883037"/>
                  <a:pt x="321429" y="800575"/>
                </a:cubicBezTo>
                <a:cubicBezTo>
                  <a:pt x="332146" y="718113"/>
                  <a:pt x="342856" y="631609"/>
                  <a:pt x="353572" y="553182"/>
                </a:cubicBezTo>
                <a:cubicBezTo>
                  <a:pt x="364288" y="474756"/>
                  <a:pt x="374999" y="396725"/>
                  <a:pt x="385715" y="330011"/>
                </a:cubicBezTo>
                <a:cubicBezTo>
                  <a:pt x="396431" y="263296"/>
                  <a:pt x="407142" y="201367"/>
                  <a:pt x="417858" y="152895"/>
                </a:cubicBezTo>
                <a:cubicBezTo>
                  <a:pt x="428574" y="104423"/>
                  <a:pt x="439284" y="64664"/>
                  <a:pt x="450001" y="39183"/>
                </a:cubicBezTo>
                <a:cubicBezTo>
                  <a:pt x="459824" y="15826"/>
                  <a:pt x="472321" y="0"/>
                  <a:pt x="482144" y="0"/>
                </a:cubicBezTo>
                <a:cubicBezTo>
                  <a:pt x="491960" y="0"/>
                  <a:pt x="504464" y="15826"/>
                  <a:pt x="514287" y="39183"/>
                </a:cubicBezTo>
                <a:cubicBezTo>
                  <a:pt x="524997" y="64664"/>
                  <a:pt x="535713" y="104423"/>
                  <a:pt x="546430" y="152895"/>
                </a:cubicBezTo>
                <a:cubicBezTo>
                  <a:pt x="557146" y="201367"/>
                  <a:pt x="567856" y="263296"/>
                  <a:pt x="578573" y="330011"/>
                </a:cubicBezTo>
                <a:cubicBezTo>
                  <a:pt x="589289" y="396725"/>
                  <a:pt x="599999" y="474756"/>
                  <a:pt x="610716" y="553182"/>
                </a:cubicBezTo>
                <a:cubicBezTo>
                  <a:pt x="621432" y="631609"/>
                  <a:pt x="632142" y="718113"/>
                  <a:pt x="642858" y="800575"/>
                </a:cubicBez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880FC6A-B738-C012-1E71-E059D530FA34}"/>
              </a:ext>
            </a:extLst>
          </p:cNvPr>
          <p:cNvGrpSpPr/>
          <p:nvPr/>
        </p:nvGrpSpPr>
        <p:grpSpPr>
          <a:xfrm>
            <a:off x="1378003" y="1372075"/>
            <a:ext cx="6583069" cy="400110"/>
            <a:chOff x="1370297" y="3830566"/>
            <a:chExt cx="6583069" cy="400110"/>
          </a:xfrm>
          <a:effectLst/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333BC970-6368-D731-891D-D98FED88550A}"/>
                </a:ext>
              </a:extLst>
            </p:cNvPr>
            <p:cNvCxnSpPr>
              <a:cxnSpLocks/>
            </p:cNvCxnSpPr>
            <p:nvPr/>
          </p:nvCxnSpPr>
          <p:spPr>
            <a:xfrm>
              <a:off x="1370297" y="4030621"/>
              <a:ext cx="6583069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D692292-3D6E-3ECC-8DF8-0ADBE7CC42A9}"/>
                </a:ext>
              </a:extLst>
            </p:cNvPr>
            <p:cNvSpPr txBox="1"/>
            <p:nvPr/>
          </p:nvSpPr>
          <p:spPr>
            <a:xfrm>
              <a:off x="4222447" y="3830566"/>
              <a:ext cx="87876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/>
                <a:t>1 </a:t>
              </a:r>
              <a:r>
                <a:rPr kumimoji="1" lang="ja-JP" altLang="en-US" sz="2000" dirty="0"/>
                <a:t>周期</a:t>
              </a: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33603F6-96E5-CA18-5CD8-5C8EEFBBAD0E}"/>
              </a:ext>
            </a:extLst>
          </p:cNvPr>
          <p:cNvGrpSpPr/>
          <p:nvPr/>
        </p:nvGrpSpPr>
        <p:grpSpPr>
          <a:xfrm>
            <a:off x="1039845" y="3828336"/>
            <a:ext cx="7826310" cy="400110"/>
            <a:chOff x="1085988" y="3830566"/>
            <a:chExt cx="7826310" cy="400110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2F2027B6-1A56-92AF-B519-492B4059839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1085988" y="4030621"/>
              <a:ext cx="7128683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133B20A-1524-FE20-4917-B834D95C4493}"/>
                </a:ext>
              </a:extLst>
            </p:cNvPr>
            <p:cNvSpPr txBox="1"/>
            <p:nvPr/>
          </p:nvSpPr>
          <p:spPr>
            <a:xfrm>
              <a:off x="8214671" y="3830566"/>
              <a:ext cx="69762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時間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3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3846E-6 -3.7037E-6 L -1.53846E-6 -0.0618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3846E-6 -3.7037E-6 L -1.53846E-6 -0.087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5128E-6 -3.7037E-6 L -2.05128E-6 -0.0618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7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6 -4.07407E-6 L -2.5641E-6 0.06065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3.33333E-6 0.08981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641E-6 -3.7037E-6 L -2.5641E-6 0.06459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6" presetID="17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uiExpand="1" build="p"/>
      <p:bldP spid="11" grpId="0" animBg="1"/>
      <p:bldP spid="17" grpId="0" animBg="1"/>
      <p:bldP spid="17" grpId="1" animBg="1"/>
      <p:bldP spid="22" grpId="0" animBg="1"/>
      <p:bldP spid="22" grpId="1" animBg="1"/>
      <p:bldP spid="37" grpId="0" animBg="1"/>
      <p:bldP spid="42" grpId="0" animBg="1"/>
      <p:bldP spid="42" grpId="1" animBg="1"/>
      <p:bldP spid="47" grpId="0" animBg="1"/>
      <p:bldP spid="47" grpId="1" animBg="1"/>
      <p:bldP spid="57" grpId="0" animBg="1"/>
      <p:bldP spid="66" grpId="0" animBg="1"/>
      <p:bldP spid="66" grpId="1" animBg="1"/>
      <p:bldP spid="67" grpId="0" animBg="1"/>
      <p:bldP spid="67" grpId="1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161" grpId="0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CD46AC-4A36-0868-E6C4-F305BBAB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004BCCF6-F35C-A4CF-2655-942214E30CD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34</a:t>
            </a:fld>
            <a:endParaRPr kumimoji="1" lang="ja-JP" altLang="en-US"/>
          </a:p>
        </p:txBody>
      </p:sp>
      <p:sp>
        <p:nvSpPr>
          <p:cNvPr id="68" name="テキスト プレースホルダー 67">
            <a:extLst>
              <a:ext uri="{FF2B5EF4-FFF2-40B4-BE49-F238E27FC236}">
                <a16:creationId xmlns:a16="http://schemas.microsoft.com/office/drawing/2014/main" id="{6F1204AC-F47A-E33A-24DA-8BED55C317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交流は，＋と－が</a:t>
            </a:r>
            <a:r>
              <a:rPr lang="ja-JP" altLang="en-US" dirty="0">
                <a:solidFill>
                  <a:schemeClr val="accent6"/>
                </a:solidFill>
              </a:rPr>
              <a:t>常に切り替わる</a:t>
            </a:r>
            <a:r>
              <a:rPr lang="ja-JP" altLang="en-US" dirty="0"/>
              <a:t>．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この切り替わる時間が</a:t>
            </a:r>
            <a:r>
              <a:rPr lang="ja-JP" altLang="en-US" dirty="0">
                <a:solidFill>
                  <a:schemeClr val="accent6"/>
                </a:solidFill>
              </a:rPr>
              <a:t>周期的</a:t>
            </a:r>
            <a:r>
              <a:rPr lang="ja-JP" altLang="en-US" dirty="0"/>
              <a:t>である．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A6004BF-25A0-1C26-1248-6D724407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交流電源</a:t>
            </a:r>
            <a:r>
              <a:rPr kumimoji="1" lang="ja-JP" altLang="en-US" dirty="0"/>
              <a:t>は波である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54395C0-89B4-227D-7CCA-059A21118D3E}"/>
              </a:ext>
            </a:extLst>
          </p:cNvPr>
          <p:cNvCxnSpPr>
            <a:cxnSpLocks/>
          </p:cNvCxnSpPr>
          <p:nvPr/>
        </p:nvCxnSpPr>
        <p:spPr>
          <a:xfrm>
            <a:off x="125417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01E3469-B48C-6B9B-142D-9F8065DB1428}"/>
              </a:ext>
            </a:extLst>
          </p:cNvPr>
          <p:cNvCxnSpPr>
            <a:cxnSpLocks/>
          </p:cNvCxnSpPr>
          <p:nvPr/>
        </p:nvCxnSpPr>
        <p:spPr>
          <a:xfrm>
            <a:off x="1501829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4BBCCC46-9CDB-73BB-65E0-A58EDA571174}"/>
              </a:ext>
            </a:extLst>
          </p:cNvPr>
          <p:cNvSpPr/>
          <p:nvPr/>
        </p:nvSpPr>
        <p:spPr>
          <a:xfrm>
            <a:off x="1287516" y="2638615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8710CC9-E525-9A7B-4DC4-25A8F09B99B9}"/>
              </a:ext>
            </a:extLst>
          </p:cNvPr>
          <p:cNvCxnSpPr>
            <a:cxnSpLocks/>
          </p:cNvCxnSpPr>
          <p:nvPr/>
        </p:nvCxnSpPr>
        <p:spPr>
          <a:xfrm>
            <a:off x="2079857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311E665-9968-4833-362E-E2F34CE125EB}"/>
              </a:ext>
            </a:extLst>
          </p:cNvPr>
          <p:cNvCxnSpPr>
            <a:cxnSpLocks/>
          </p:cNvCxnSpPr>
          <p:nvPr/>
        </p:nvCxnSpPr>
        <p:spPr>
          <a:xfrm>
            <a:off x="2327508" y="1856723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3F0C9A7-D523-7B36-17A9-D6C9C70622B6}"/>
              </a:ext>
            </a:extLst>
          </p:cNvPr>
          <p:cNvCxnSpPr>
            <a:cxnSpLocks/>
          </p:cNvCxnSpPr>
          <p:nvPr/>
        </p:nvCxnSpPr>
        <p:spPr>
          <a:xfrm>
            <a:off x="2905645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9814B61-3C03-AFA7-8F2D-3652A133F281}"/>
              </a:ext>
            </a:extLst>
          </p:cNvPr>
          <p:cNvCxnSpPr>
            <a:cxnSpLocks/>
          </p:cNvCxnSpPr>
          <p:nvPr/>
        </p:nvCxnSpPr>
        <p:spPr>
          <a:xfrm>
            <a:off x="3153296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F89E394-0F81-FB76-F7A6-E17E3BF34A2A}"/>
              </a:ext>
            </a:extLst>
          </p:cNvPr>
          <p:cNvCxnSpPr>
            <a:cxnSpLocks/>
          </p:cNvCxnSpPr>
          <p:nvPr/>
        </p:nvCxnSpPr>
        <p:spPr>
          <a:xfrm>
            <a:off x="3700630" y="1852381"/>
            <a:ext cx="0" cy="1800225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A8017FF-B1D2-5BE6-3D1A-181C7AD2E6D0}"/>
              </a:ext>
            </a:extLst>
          </p:cNvPr>
          <p:cNvCxnSpPr>
            <a:cxnSpLocks/>
          </p:cNvCxnSpPr>
          <p:nvPr/>
        </p:nvCxnSpPr>
        <p:spPr>
          <a:xfrm>
            <a:off x="3948281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CF4830C-4E05-9682-28EE-C5E6523DA81C}"/>
              </a:ext>
            </a:extLst>
          </p:cNvPr>
          <p:cNvCxnSpPr>
            <a:cxnSpLocks/>
          </p:cNvCxnSpPr>
          <p:nvPr/>
        </p:nvCxnSpPr>
        <p:spPr>
          <a:xfrm>
            <a:off x="4526309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E350A3A-3D3C-1556-D4F9-A25CA619A92A}"/>
              </a:ext>
            </a:extLst>
          </p:cNvPr>
          <p:cNvCxnSpPr>
            <a:cxnSpLocks/>
          </p:cNvCxnSpPr>
          <p:nvPr/>
        </p:nvCxnSpPr>
        <p:spPr>
          <a:xfrm>
            <a:off x="4773960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6FD43D0C-3AEB-3068-14D8-8F1EC3420018}"/>
              </a:ext>
            </a:extLst>
          </p:cNvPr>
          <p:cNvSpPr/>
          <p:nvPr/>
        </p:nvSpPr>
        <p:spPr>
          <a:xfrm>
            <a:off x="4559646" y="264295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2F4E1F8-E965-1882-5883-72C29E57DA0F}"/>
              </a:ext>
            </a:extLst>
          </p:cNvPr>
          <p:cNvCxnSpPr>
            <a:cxnSpLocks/>
          </p:cNvCxnSpPr>
          <p:nvPr/>
        </p:nvCxnSpPr>
        <p:spPr>
          <a:xfrm>
            <a:off x="5340396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C2935FFE-B1EE-219B-97B2-768452F03917}"/>
              </a:ext>
            </a:extLst>
          </p:cNvPr>
          <p:cNvCxnSpPr>
            <a:cxnSpLocks/>
          </p:cNvCxnSpPr>
          <p:nvPr/>
        </p:nvCxnSpPr>
        <p:spPr>
          <a:xfrm>
            <a:off x="5588047" y="1856403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52C15FB-BC5C-DA55-1E54-CA6D96D04080}"/>
              </a:ext>
            </a:extLst>
          </p:cNvPr>
          <p:cNvCxnSpPr>
            <a:cxnSpLocks/>
          </p:cNvCxnSpPr>
          <p:nvPr/>
        </p:nvCxnSpPr>
        <p:spPr>
          <a:xfrm>
            <a:off x="6169841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1487ADA-38B1-9828-F2FA-C089B0B1CCDB}"/>
              </a:ext>
            </a:extLst>
          </p:cNvPr>
          <p:cNvCxnSpPr>
            <a:cxnSpLocks/>
          </p:cNvCxnSpPr>
          <p:nvPr/>
        </p:nvCxnSpPr>
        <p:spPr>
          <a:xfrm>
            <a:off x="6417492" y="1838615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A4A26734-4216-0F15-26CE-4BF65CE41BA5}"/>
              </a:ext>
            </a:extLst>
          </p:cNvPr>
          <p:cNvCxnSpPr>
            <a:cxnSpLocks/>
          </p:cNvCxnSpPr>
          <p:nvPr/>
        </p:nvCxnSpPr>
        <p:spPr>
          <a:xfrm>
            <a:off x="6983927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5E0C7E3-C09F-49FA-D6EF-8C72FAB8AEB9}"/>
              </a:ext>
            </a:extLst>
          </p:cNvPr>
          <p:cNvCxnSpPr>
            <a:cxnSpLocks/>
          </p:cNvCxnSpPr>
          <p:nvPr/>
        </p:nvCxnSpPr>
        <p:spPr>
          <a:xfrm>
            <a:off x="7231578" y="1843698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48D704F7-04B2-08C7-0E59-860381843C86}"/>
              </a:ext>
            </a:extLst>
          </p:cNvPr>
          <p:cNvCxnSpPr>
            <a:cxnSpLocks/>
          </p:cNvCxnSpPr>
          <p:nvPr/>
        </p:nvCxnSpPr>
        <p:spPr>
          <a:xfrm>
            <a:off x="7820186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4B689E14-3D61-4CB0-DE1A-F553A34DBC3C}"/>
              </a:ext>
            </a:extLst>
          </p:cNvPr>
          <p:cNvCxnSpPr>
            <a:cxnSpLocks/>
          </p:cNvCxnSpPr>
          <p:nvPr/>
        </p:nvCxnSpPr>
        <p:spPr>
          <a:xfrm>
            <a:off x="8067837" y="1852381"/>
            <a:ext cx="0" cy="1808908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楕円 56">
            <a:extLst>
              <a:ext uri="{FF2B5EF4-FFF2-40B4-BE49-F238E27FC236}">
                <a16:creationId xmlns:a16="http://schemas.microsoft.com/office/drawing/2014/main" id="{F294BA5E-8CCD-69BF-67AD-8DFA3CCE9A20}"/>
              </a:ext>
            </a:extLst>
          </p:cNvPr>
          <p:cNvSpPr/>
          <p:nvPr/>
        </p:nvSpPr>
        <p:spPr>
          <a:xfrm>
            <a:off x="7853524" y="2642956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99F64A93-65F3-B904-381D-4A1B43C29B6F}"/>
              </a:ext>
            </a:extLst>
          </p:cNvPr>
          <p:cNvSpPr/>
          <p:nvPr/>
        </p:nvSpPr>
        <p:spPr>
          <a:xfrm rot="5400000">
            <a:off x="1638092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CC65119F-1B3D-0615-C263-CF4B2E7FA846}"/>
              </a:ext>
            </a:extLst>
          </p:cNvPr>
          <p:cNvSpPr/>
          <p:nvPr/>
        </p:nvSpPr>
        <p:spPr>
          <a:xfrm rot="5400000">
            <a:off x="2463170" y="2615055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E6F4C933-F76C-BD63-0027-2DD662ED2BA5}"/>
              </a:ext>
            </a:extLst>
          </p:cNvPr>
          <p:cNvSpPr/>
          <p:nvPr/>
        </p:nvSpPr>
        <p:spPr>
          <a:xfrm rot="5400000">
            <a:off x="3291246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CCFC5301-7E5D-EB97-DE9E-20416636E663}"/>
              </a:ext>
            </a:extLst>
          </p:cNvPr>
          <p:cNvSpPr/>
          <p:nvPr/>
        </p:nvSpPr>
        <p:spPr>
          <a:xfrm rot="5400000">
            <a:off x="4086231" y="2602349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41A429FA-3433-300F-314F-A0B028DD2724}"/>
              </a:ext>
            </a:extLst>
          </p:cNvPr>
          <p:cNvSpPr/>
          <p:nvPr/>
        </p:nvSpPr>
        <p:spPr>
          <a:xfrm rot="5400000">
            <a:off x="4903522" y="259726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6E7A21B9-D292-81A7-5AAB-D42AF66C03A1}"/>
              </a:ext>
            </a:extLst>
          </p:cNvPr>
          <p:cNvSpPr/>
          <p:nvPr/>
        </p:nvSpPr>
        <p:spPr>
          <a:xfrm rot="5400000">
            <a:off x="5727469" y="2615056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二等辺三角形 74">
            <a:extLst>
              <a:ext uri="{FF2B5EF4-FFF2-40B4-BE49-F238E27FC236}">
                <a16:creationId xmlns:a16="http://schemas.microsoft.com/office/drawing/2014/main" id="{96B7046F-E870-AA11-9A06-7B48B6E110FC}"/>
              </a:ext>
            </a:extLst>
          </p:cNvPr>
          <p:cNvSpPr/>
          <p:nvPr/>
        </p:nvSpPr>
        <p:spPr>
          <a:xfrm rot="5400000">
            <a:off x="6551837" y="260669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27D88AA7-67D4-02D8-B378-183B85B5C093}"/>
              </a:ext>
            </a:extLst>
          </p:cNvPr>
          <p:cNvSpPr/>
          <p:nvPr/>
        </p:nvSpPr>
        <p:spPr>
          <a:xfrm rot="5400000">
            <a:off x="7371444" y="2591662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二等辺三角形 76">
            <a:extLst>
              <a:ext uri="{FF2B5EF4-FFF2-40B4-BE49-F238E27FC236}">
                <a16:creationId xmlns:a16="http://schemas.microsoft.com/office/drawing/2014/main" id="{B9AE8EDF-4AE5-B38C-E3C9-1D8779D372DA}"/>
              </a:ext>
            </a:extLst>
          </p:cNvPr>
          <p:cNvSpPr/>
          <p:nvPr/>
        </p:nvSpPr>
        <p:spPr>
          <a:xfrm rot="5400000">
            <a:off x="8205949" y="2582390"/>
            <a:ext cx="340651" cy="291606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869E243B-5A02-943F-5A3F-A6371DEF9522}"/>
              </a:ext>
            </a:extLst>
          </p:cNvPr>
          <p:cNvSpPr txBox="1"/>
          <p:nvPr/>
        </p:nvSpPr>
        <p:spPr>
          <a:xfrm>
            <a:off x="8612527" y="2280485"/>
            <a:ext cx="677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…</a:t>
            </a:r>
            <a:endParaRPr kumimoji="1" lang="ja-JP" altLang="en-US" sz="36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A4AA5F3-2FAE-149C-5BE1-D7FD05E7C87D}"/>
              </a:ext>
            </a:extLst>
          </p:cNvPr>
          <p:cNvGrpSpPr/>
          <p:nvPr/>
        </p:nvGrpSpPr>
        <p:grpSpPr>
          <a:xfrm>
            <a:off x="493699" y="1532560"/>
            <a:ext cx="415498" cy="2498061"/>
            <a:chOff x="-69562" y="1266938"/>
            <a:chExt cx="415498" cy="2498061"/>
          </a:xfrm>
        </p:grpSpPr>
        <p:sp>
          <p:nvSpPr>
            <p:cNvPr id="169" name="フローチャート: 処理 168">
              <a:extLst>
                <a:ext uri="{FF2B5EF4-FFF2-40B4-BE49-F238E27FC236}">
                  <a16:creationId xmlns:a16="http://schemas.microsoft.com/office/drawing/2014/main" id="{C671267D-74F8-A61F-27A9-14A4A9457FC9}"/>
                </a:ext>
              </a:extLst>
            </p:cNvPr>
            <p:cNvSpPr/>
            <p:nvPr/>
          </p:nvSpPr>
          <p:spPr>
            <a:xfrm>
              <a:off x="52763" y="1586759"/>
              <a:ext cx="151036" cy="180890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D79BAE91-CCB9-0F0F-7D7A-974662AD29EA}"/>
                </a:ext>
              </a:extLst>
            </p:cNvPr>
            <p:cNvSpPr txBox="1"/>
            <p:nvPr/>
          </p:nvSpPr>
          <p:spPr>
            <a:xfrm>
              <a:off x="-69562" y="126693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＋</a:t>
              </a:r>
            </a:p>
          </p:txBody>
        </p:sp>
        <p:sp>
          <p:nvSpPr>
            <p:cNvPr id="171" name="テキスト ボックス 170">
              <a:extLst>
                <a:ext uri="{FF2B5EF4-FFF2-40B4-BE49-F238E27FC236}">
                  <a16:creationId xmlns:a16="http://schemas.microsoft.com/office/drawing/2014/main" id="{E68418D2-D77C-C5AB-DD40-A5F0DC0A3BC9}"/>
                </a:ext>
              </a:extLst>
            </p:cNvPr>
            <p:cNvSpPr txBox="1"/>
            <p:nvPr/>
          </p:nvSpPr>
          <p:spPr>
            <a:xfrm>
              <a:off x="-69562" y="339566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800" dirty="0"/>
                <a:t>－</a:t>
              </a:r>
            </a:p>
          </p:txBody>
        </p:sp>
      </p:grpSp>
      <p:sp>
        <p:nvSpPr>
          <p:cNvPr id="5" name="楕円 4">
            <a:extLst>
              <a:ext uri="{FF2B5EF4-FFF2-40B4-BE49-F238E27FC236}">
                <a16:creationId xmlns:a16="http://schemas.microsoft.com/office/drawing/2014/main" id="{375D24C8-AE3B-B7AF-26B9-5D926F1318C2}"/>
              </a:ext>
            </a:extLst>
          </p:cNvPr>
          <p:cNvSpPr/>
          <p:nvPr/>
        </p:nvSpPr>
        <p:spPr>
          <a:xfrm>
            <a:off x="2113290" y="2214664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0442F9F-56BF-BC70-4CD4-DBE2E201E690}"/>
              </a:ext>
            </a:extLst>
          </p:cNvPr>
          <p:cNvSpPr/>
          <p:nvPr/>
        </p:nvSpPr>
        <p:spPr>
          <a:xfrm>
            <a:off x="2938982" y="2033689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2EFE8EDB-ED5A-A0D7-0745-EBAA488C9F7B}"/>
              </a:ext>
            </a:extLst>
          </p:cNvPr>
          <p:cNvSpPr/>
          <p:nvPr/>
        </p:nvSpPr>
        <p:spPr>
          <a:xfrm>
            <a:off x="3735554" y="2211488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71B04774-A801-365C-BE49-7FBEA450EC12}"/>
              </a:ext>
            </a:extLst>
          </p:cNvPr>
          <p:cNvSpPr/>
          <p:nvPr/>
        </p:nvSpPr>
        <p:spPr>
          <a:xfrm>
            <a:off x="5373297" y="3062569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52C331D-9E00-0C3C-CE7E-48D8F1564BC1}"/>
              </a:ext>
            </a:extLst>
          </p:cNvPr>
          <p:cNvSpPr/>
          <p:nvPr/>
        </p:nvSpPr>
        <p:spPr>
          <a:xfrm>
            <a:off x="6203179" y="3246300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F198571-9E01-F3EC-63C8-96FB23246F8A}"/>
              </a:ext>
            </a:extLst>
          </p:cNvPr>
          <p:cNvSpPr/>
          <p:nvPr/>
        </p:nvSpPr>
        <p:spPr>
          <a:xfrm>
            <a:off x="7017265" y="3076064"/>
            <a:ext cx="180975" cy="1809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グラフィックス 12">
            <a:extLst>
              <a:ext uri="{FF2B5EF4-FFF2-40B4-BE49-F238E27FC236}">
                <a16:creationId xmlns:a16="http://schemas.microsoft.com/office/drawing/2014/main" id="{86E18D02-E512-685B-910C-95F48301B32A}"/>
              </a:ext>
            </a:extLst>
          </p:cNvPr>
          <p:cNvSpPr/>
          <p:nvPr/>
        </p:nvSpPr>
        <p:spPr>
          <a:xfrm rot="10800000" flipV="1">
            <a:off x="1370297" y="2127250"/>
            <a:ext cx="6583069" cy="1204357"/>
          </a:xfrm>
          <a:custGeom>
            <a:avLst/>
            <a:gdLst>
              <a:gd name="connsiteX0" fmla="*/ -327 w 3214292"/>
              <a:gd name="connsiteY0" fmla="*/ 800437 h 1601149"/>
              <a:gd name="connsiteX1" fmla="*/ 31816 w 3214292"/>
              <a:gd name="connsiteY1" fmla="*/ 1047829 h 1601149"/>
              <a:gd name="connsiteX2" fmla="*/ 63959 w 3214292"/>
              <a:gd name="connsiteY2" fmla="*/ 1271001 h 1601149"/>
              <a:gd name="connsiteX3" fmla="*/ 96102 w 3214292"/>
              <a:gd name="connsiteY3" fmla="*/ 1448117 h 1601149"/>
              <a:gd name="connsiteX4" fmla="*/ 128245 w 3214292"/>
              <a:gd name="connsiteY4" fmla="*/ 1561829 h 1601149"/>
              <a:gd name="connsiteX5" fmla="*/ 160388 w 3214292"/>
              <a:gd name="connsiteY5" fmla="*/ 1601012 h 1601149"/>
              <a:gd name="connsiteX6" fmla="*/ 192531 w 3214292"/>
              <a:gd name="connsiteY6" fmla="*/ 1561829 h 1601149"/>
              <a:gd name="connsiteX7" fmla="*/ 224673 w 3214292"/>
              <a:gd name="connsiteY7" fmla="*/ 1448117 h 1601149"/>
              <a:gd name="connsiteX8" fmla="*/ 256816 w 3214292"/>
              <a:gd name="connsiteY8" fmla="*/ 1271001 h 1601149"/>
              <a:gd name="connsiteX9" fmla="*/ 288959 w 3214292"/>
              <a:gd name="connsiteY9" fmla="*/ 1047829 h 1601149"/>
              <a:gd name="connsiteX10" fmla="*/ 321102 w 3214292"/>
              <a:gd name="connsiteY10" fmla="*/ 800437 h 1601149"/>
              <a:gd name="connsiteX11" fmla="*/ 353245 w 3214292"/>
              <a:gd name="connsiteY11" fmla="*/ 553044 h 1601149"/>
              <a:gd name="connsiteX12" fmla="*/ 385388 w 3214292"/>
              <a:gd name="connsiteY12" fmla="*/ 329873 h 1601149"/>
              <a:gd name="connsiteX13" fmla="*/ 417531 w 3214292"/>
              <a:gd name="connsiteY13" fmla="*/ 152757 h 1601149"/>
              <a:gd name="connsiteX14" fmla="*/ 449674 w 3214292"/>
              <a:gd name="connsiteY14" fmla="*/ 39045 h 1601149"/>
              <a:gd name="connsiteX15" fmla="*/ 481817 w 3214292"/>
              <a:gd name="connsiteY15" fmla="*/ -138 h 1601149"/>
              <a:gd name="connsiteX16" fmla="*/ 513960 w 3214292"/>
              <a:gd name="connsiteY16" fmla="*/ 39045 h 1601149"/>
              <a:gd name="connsiteX17" fmla="*/ 546103 w 3214292"/>
              <a:gd name="connsiteY17" fmla="*/ 152757 h 1601149"/>
              <a:gd name="connsiteX18" fmla="*/ 578246 w 3214292"/>
              <a:gd name="connsiteY18" fmla="*/ 329873 h 1601149"/>
              <a:gd name="connsiteX19" fmla="*/ 610389 w 3214292"/>
              <a:gd name="connsiteY19" fmla="*/ 553044 h 1601149"/>
              <a:gd name="connsiteX20" fmla="*/ 642532 w 3214292"/>
              <a:gd name="connsiteY20" fmla="*/ 800437 h 1601149"/>
              <a:gd name="connsiteX21" fmla="*/ 674674 w 3214292"/>
              <a:gd name="connsiteY21" fmla="*/ 1047829 h 1601149"/>
              <a:gd name="connsiteX22" fmla="*/ 706817 w 3214292"/>
              <a:gd name="connsiteY22" fmla="*/ 1271001 h 1601149"/>
              <a:gd name="connsiteX23" fmla="*/ 738960 w 3214292"/>
              <a:gd name="connsiteY23" fmla="*/ 1448117 h 1601149"/>
              <a:gd name="connsiteX24" fmla="*/ 771103 w 3214292"/>
              <a:gd name="connsiteY24" fmla="*/ 1561829 h 1601149"/>
              <a:gd name="connsiteX25" fmla="*/ 803246 w 3214292"/>
              <a:gd name="connsiteY25" fmla="*/ 1601012 h 1601149"/>
              <a:gd name="connsiteX26" fmla="*/ 835389 w 3214292"/>
              <a:gd name="connsiteY26" fmla="*/ 1561829 h 1601149"/>
              <a:gd name="connsiteX27" fmla="*/ 867532 w 3214292"/>
              <a:gd name="connsiteY27" fmla="*/ 1448117 h 1601149"/>
              <a:gd name="connsiteX28" fmla="*/ 899675 w 3214292"/>
              <a:gd name="connsiteY28" fmla="*/ 1271001 h 1601149"/>
              <a:gd name="connsiteX29" fmla="*/ 931818 w 3214292"/>
              <a:gd name="connsiteY29" fmla="*/ 1047829 h 1601149"/>
              <a:gd name="connsiteX30" fmla="*/ 963961 w 3214292"/>
              <a:gd name="connsiteY30" fmla="*/ 800437 h 1601149"/>
              <a:gd name="connsiteX31" fmla="*/ 996103 w 3214292"/>
              <a:gd name="connsiteY31" fmla="*/ 553044 h 1601149"/>
              <a:gd name="connsiteX32" fmla="*/ 1028247 w 3214292"/>
              <a:gd name="connsiteY32" fmla="*/ 329873 h 1601149"/>
              <a:gd name="connsiteX33" fmla="*/ 1060390 w 3214292"/>
              <a:gd name="connsiteY33" fmla="*/ 152757 h 1601149"/>
              <a:gd name="connsiteX34" fmla="*/ 1092532 w 3214292"/>
              <a:gd name="connsiteY34" fmla="*/ 39045 h 1601149"/>
              <a:gd name="connsiteX35" fmla="*/ 1124675 w 3214292"/>
              <a:gd name="connsiteY35" fmla="*/ -138 h 1601149"/>
              <a:gd name="connsiteX36" fmla="*/ 1156818 w 3214292"/>
              <a:gd name="connsiteY36" fmla="*/ 39045 h 1601149"/>
              <a:gd name="connsiteX37" fmla="*/ 1188961 w 3214292"/>
              <a:gd name="connsiteY37" fmla="*/ 152757 h 1601149"/>
              <a:gd name="connsiteX38" fmla="*/ 1221104 w 3214292"/>
              <a:gd name="connsiteY38" fmla="*/ 329873 h 1601149"/>
              <a:gd name="connsiteX39" fmla="*/ 1253247 w 3214292"/>
              <a:gd name="connsiteY39" fmla="*/ 553044 h 1601149"/>
              <a:gd name="connsiteX40" fmla="*/ 1285390 w 3214292"/>
              <a:gd name="connsiteY40" fmla="*/ 800437 h 1601149"/>
              <a:gd name="connsiteX41" fmla="*/ 1317533 w 3214292"/>
              <a:gd name="connsiteY41" fmla="*/ 1047829 h 1601149"/>
              <a:gd name="connsiteX42" fmla="*/ 1349676 w 3214292"/>
              <a:gd name="connsiteY42" fmla="*/ 1271001 h 1601149"/>
              <a:gd name="connsiteX43" fmla="*/ 1381819 w 3214292"/>
              <a:gd name="connsiteY43" fmla="*/ 1448117 h 1601149"/>
              <a:gd name="connsiteX44" fmla="*/ 1413962 w 3214292"/>
              <a:gd name="connsiteY44" fmla="*/ 1561829 h 1601149"/>
              <a:gd name="connsiteX45" fmla="*/ 1446105 w 3214292"/>
              <a:gd name="connsiteY45" fmla="*/ 1601012 h 1601149"/>
              <a:gd name="connsiteX46" fmla="*/ 1478248 w 3214292"/>
              <a:gd name="connsiteY46" fmla="*/ 1561829 h 1601149"/>
              <a:gd name="connsiteX47" fmla="*/ 1510390 w 3214292"/>
              <a:gd name="connsiteY47" fmla="*/ 1448117 h 1601149"/>
              <a:gd name="connsiteX48" fmla="*/ 1542534 w 3214292"/>
              <a:gd name="connsiteY48" fmla="*/ 1271001 h 1601149"/>
              <a:gd name="connsiteX49" fmla="*/ 1574676 w 3214292"/>
              <a:gd name="connsiteY49" fmla="*/ 1047829 h 1601149"/>
              <a:gd name="connsiteX50" fmla="*/ 1606819 w 3214292"/>
              <a:gd name="connsiteY50" fmla="*/ 800437 h 1601149"/>
              <a:gd name="connsiteX51" fmla="*/ 1638962 w 3214292"/>
              <a:gd name="connsiteY51" fmla="*/ 553044 h 1601149"/>
              <a:gd name="connsiteX52" fmla="*/ 1671105 w 3214292"/>
              <a:gd name="connsiteY52" fmla="*/ 329873 h 1601149"/>
              <a:gd name="connsiteX53" fmla="*/ 1703248 w 3214292"/>
              <a:gd name="connsiteY53" fmla="*/ 152757 h 1601149"/>
              <a:gd name="connsiteX54" fmla="*/ 1735391 w 3214292"/>
              <a:gd name="connsiteY54" fmla="*/ 39045 h 1601149"/>
              <a:gd name="connsiteX55" fmla="*/ 1767534 w 3214292"/>
              <a:gd name="connsiteY55" fmla="*/ -138 h 1601149"/>
              <a:gd name="connsiteX56" fmla="*/ 1799677 w 3214292"/>
              <a:gd name="connsiteY56" fmla="*/ 39045 h 1601149"/>
              <a:gd name="connsiteX57" fmla="*/ 1831820 w 3214292"/>
              <a:gd name="connsiteY57" fmla="*/ 152757 h 1601149"/>
              <a:gd name="connsiteX58" fmla="*/ 1863963 w 3214292"/>
              <a:gd name="connsiteY58" fmla="*/ 329873 h 1601149"/>
              <a:gd name="connsiteX59" fmla="*/ 1896105 w 3214292"/>
              <a:gd name="connsiteY59" fmla="*/ 553044 h 1601149"/>
              <a:gd name="connsiteX60" fmla="*/ 1928248 w 3214292"/>
              <a:gd name="connsiteY60" fmla="*/ 800437 h 1601149"/>
              <a:gd name="connsiteX61" fmla="*/ 1960392 w 3214292"/>
              <a:gd name="connsiteY61" fmla="*/ 1047829 h 1601149"/>
              <a:gd name="connsiteX62" fmla="*/ 1992534 w 3214292"/>
              <a:gd name="connsiteY62" fmla="*/ 1271001 h 1601149"/>
              <a:gd name="connsiteX63" fmla="*/ 2024677 w 3214292"/>
              <a:gd name="connsiteY63" fmla="*/ 1448117 h 1601149"/>
              <a:gd name="connsiteX64" fmla="*/ 2056820 w 3214292"/>
              <a:gd name="connsiteY64" fmla="*/ 1561829 h 1601149"/>
              <a:gd name="connsiteX65" fmla="*/ 2088963 w 3214292"/>
              <a:gd name="connsiteY65" fmla="*/ 1601012 h 1601149"/>
              <a:gd name="connsiteX66" fmla="*/ 2121106 w 3214292"/>
              <a:gd name="connsiteY66" fmla="*/ 1561829 h 1601149"/>
              <a:gd name="connsiteX67" fmla="*/ 2153249 w 3214292"/>
              <a:gd name="connsiteY67" fmla="*/ 1448117 h 1601149"/>
              <a:gd name="connsiteX68" fmla="*/ 2185392 w 3214292"/>
              <a:gd name="connsiteY68" fmla="*/ 1271001 h 1601149"/>
              <a:gd name="connsiteX69" fmla="*/ 2217535 w 3214292"/>
              <a:gd name="connsiteY69" fmla="*/ 1047829 h 1601149"/>
              <a:gd name="connsiteX70" fmla="*/ 2249678 w 3214292"/>
              <a:gd name="connsiteY70" fmla="*/ 800437 h 1601149"/>
              <a:gd name="connsiteX71" fmla="*/ 2281821 w 3214292"/>
              <a:gd name="connsiteY71" fmla="*/ 553044 h 1601149"/>
              <a:gd name="connsiteX72" fmla="*/ 2313964 w 3214292"/>
              <a:gd name="connsiteY72" fmla="*/ 329873 h 1601149"/>
              <a:gd name="connsiteX73" fmla="*/ 2346107 w 3214292"/>
              <a:gd name="connsiteY73" fmla="*/ 152757 h 1601149"/>
              <a:gd name="connsiteX74" fmla="*/ 2378250 w 3214292"/>
              <a:gd name="connsiteY74" fmla="*/ 39045 h 1601149"/>
              <a:gd name="connsiteX75" fmla="*/ 2410392 w 3214292"/>
              <a:gd name="connsiteY75" fmla="*/ -138 h 1601149"/>
              <a:gd name="connsiteX76" fmla="*/ 2442535 w 3214292"/>
              <a:gd name="connsiteY76" fmla="*/ 39045 h 1601149"/>
              <a:gd name="connsiteX77" fmla="*/ 2474678 w 3214292"/>
              <a:gd name="connsiteY77" fmla="*/ 152757 h 1601149"/>
              <a:gd name="connsiteX78" fmla="*/ 2506821 w 3214292"/>
              <a:gd name="connsiteY78" fmla="*/ 329873 h 1601149"/>
              <a:gd name="connsiteX79" fmla="*/ 2538964 w 3214292"/>
              <a:gd name="connsiteY79" fmla="*/ 553044 h 1601149"/>
              <a:gd name="connsiteX80" fmla="*/ 2571107 w 3214292"/>
              <a:gd name="connsiteY80" fmla="*/ 800437 h 1601149"/>
              <a:gd name="connsiteX81" fmla="*/ 2603250 w 3214292"/>
              <a:gd name="connsiteY81" fmla="*/ 1047829 h 1601149"/>
              <a:gd name="connsiteX82" fmla="*/ 2635393 w 3214292"/>
              <a:gd name="connsiteY82" fmla="*/ 1271001 h 1601149"/>
              <a:gd name="connsiteX83" fmla="*/ 2667536 w 3214292"/>
              <a:gd name="connsiteY83" fmla="*/ 1448117 h 1601149"/>
              <a:gd name="connsiteX84" fmla="*/ 2699679 w 3214292"/>
              <a:gd name="connsiteY84" fmla="*/ 1561829 h 1601149"/>
              <a:gd name="connsiteX85" fmla="*/ 2731821 w 3214292"/>
              <a:gd name="connsiteY85" fmla="*/ 1601012 h 1601149"/>
              <a:gd name="connsiteX86" fmla="*/ 2763965 w 3214292"/>
              <a:gd name="connsiteY86" fmla="*/ 1561829 h 1601149"/>
              <a:gd name="connsiteX87" fmla="*/ 2796107 w 3214292"/>
              <a:gd name="connsiteY87" fmla="*/ 1448117 h 1601149"/>
              <a:gd name="connsiteX88" fmla="*/ 2828250 w 3214292"/>
              <a:gd name="connsiteY88" fmla="*/ 1271001 h 1601149"/>
              <a:gd name="connsiteX89" fmla="*/ 2860393 w 3214292"/>
              <a:gd name="connsiteY89" fmla="*/ 1047829 h 1601149"/>
              <a:gd name="connsiteX90" fmla="*/ 2892536 w 3214292"/>
              <a:gd name="connsiteY90" fmla="*/ 800437 h 1601149"/>
              <a:gd name="connsiteX91" fmla="*/ 2924679 w 3214292"/>
              <a:gd name="connsiteY91" fmla="*/ 553044 h 1601149"/>
              <a:gd name="connsiteX92" fmla="*/ 2956822 w 3214292"/>
              <a:gd name="connsiteY92" fmla="*/ 329873 h 1601149"/>
              <a:gd name="connsiteX93" fmla="*/ 2988965 w 3214292"/>
              <a:gd name="connsiteY93" fmla="*/ 152757 h 1601149"/>
              <a:gd name="connsiteX94" fmla="*/ 3021108 w 3214292"/>
              <a:gd name="connsiteY94" fmla="*/ 39045 h 1601149"/>
              <a:gd name="connsiteX95" fmla="*/ 3053251 w 3214292"/>
              <a:gd name="connsiteY95" fmla="*/ -138 h 1601149"/>
              <a:gd name="connsiteX96" fmla="*/ 3085394 w 3214292"/>
              <a:gd name="connsiteY96" fmla="*/ 39045 h 1601149"/>
              <a:gd name="connsiteX97" fmla="*/ 3117537 w 3214292"/>
              <a:gd name="connsiteY97" fmla="*/ 152757 h 1601149"/>
              <a:gd name="connsiteX98" fmla="*/ 3149680 w 3214292"/>
              <a:gd name="connsiteY98" fmla="*/ 329873 h 1601149"/>
              <a:gd name="connsiteX99" fmla="*/ 3181823 w 3214292"/>
              <a:gd name="connsiteY99" fmla="*/ 553044 h 1601149"/>
              <a:gd name="connsiteX100" fmla="*/ 3213965 w 3214292"/>
              <a:gd name="connsiteY100" fmla="*/ 800437 h 1601149"/>
              <a:gd name="connsiteX0" fmla="*/ 0 w 3182149"/>
              <a:gd name="connsiteY0" fmla="*/ 1047966 h 1601149"/>
              <a:gd name="connsiteX1" fmla="*/ 32143 w 3182149"/>
              <a:gd name="connsiteY1" fmla="*/ 1271138 h 1601149"/>
              <a:gd name="connsiteX2" fmla="*/ 64286 w 3182149"/>
              <a:gd name="connsiteY2" fmla="*/ 1448254 h 1601149"/>
              <a:gd name="connsiteX3" fmla="*/ 96429 w 3182149"/>
              <a:gd name="connsiteY3" fmla="*/ 1561966 h 1601149"/>
              <a:gd name="connsiteX4" fmla="*/ 128572 w 3182149"/>
              <a:gd name="connsiteY4" fmla="*/ 1601149 h 1601149"/>
              <a:gd name="connsiteX5" fmla="*/ 160715 w 3182149"/>
              <a:gd name="connsiteY5" fmla="*/ 1561966 h 1601149"/>
              <a:gd name="connsiteX6" fmla="*/ 192857 w 3182149"/>
              <a:gd name="connsiteY6" fmla="*/ 1448254 h 1601149"/>
              <a:gd name="connsiteX7" fmla="*/ 225000 w 3182149"/>
              <a:gd name="connsiteY7" fmla="*/ 1271138 h 1601149"/>
              <a:gd name="connsiteX8" fmla="*/ 257143 w 3182149"/>
              <a:gd name="connsiteY8" fmla="*/ 1047966 h 1601149"/>
              <a:gd name="connsiteX9" fmla="*/ 289286 w 3182149"/>
              <a:gd name="connsiteY9" fmla="*/ 800574 h 1601149"/>
              <a:gd name="connsiteX10" fmla="*/ 321429 w 3182149"/>
              <a:gd name="connsiteY10" fmla="*/ 553181 h 1601149"/>
              <a:gd name="connsiteX11" fmla="*/ 353572 w 3182149"/>
              <a:gd name="connsiteY11" fmla="*/ 330010 h 1601149"/>
              <a:gd name="connsiteX12" fmla="*/ 385715 w 3182149"/>
              <a:gd name="connsiteY12" fmla="*/ 152894 h 1601149"/>
              <a:gd name="connsiteX13" fmla="*/ 417858 w 3182149"/>
              <a:gd name="connsiteY13" fmla="*/ 39182 h 1601149"/>
              <a:gd name="connsiteX14" fmla="*/ 450001 w 3182149"/>
              <a:gd name="connsiteY14" fmla="*/ -1 h 1601149"/>
              <a:gd name="connsiteX15" fmla="*/ 482144 w 3182149"/>
              <a:gd name="connsiteY15" fmla="*/ 39182 h 1601149"/>
              <a:gd name="connsiteX16" fmla="*/ 514287 w 3182149"/>
              <a:gd name="connsiteY16" fmla="*/ 152894 h 1601149"/>
              <a:gd name="connsiteX17" fmla="*/ 546430 w 3182149"/>
              <a:gd name="connsiteY17" fmla="*/ 330010 h 1601149"/>
              <a:gd name="connsiteX18" fmla="*/ 578573 w 3182149"/>
              <a:gd name="connsiteY18" fmla="*/ 553181 h 1601149"/>
              <a:gd name="connsiteX19" fmla="*/ 610716 w 3182149"/>
              <a:gd name="connsiteY19" fmla="*/ 800574 h 1601149"/>
              <a:gd name="connsiteX20" fmla="*/ 642858 w 3182149"/>
              <a:gd name="connsiteY20" fmla="*/ 1047966 h 1601149"/>
              <a:gd name="connsiteX21" fmla="*/ 675001 w 3182149"/>
              <a:gd name="connsiteY21" fmla="*/ 1271138 h 1601149"/>
              <a:gd name="connsiteX22" fmla="*/ 707144 w 3182149"/>
              <a:gd name="connsiteY22" fmla="*/ 1448254 h 1601149"/>
              <a:gd name="connsiteX23" fmla="*/ 739287 w 3182149"/>
              <a:gd name="connsiteY23" fmla="*/ 1561966 h 1601149"/>
              <a:gd name="connsiteX24" fmla="*/ 771430 w 3182149"/>
              <a:gd name="connsiteY24" fmla="*/ 1601149 h 1601149"/>
              <a:gd name="connsiteX25" fmla="*/ 803573 w 3182149"/>
              <a:gd name="connsiteY25" fmla="*/ 1561966 h 1601149"/>
              <a:gd name="connsiteX26" fmla="*/ 835716 w 3182149"/>
              <a:gd name="connsiteY26" fmla="*/ 1448254 h 1601149"/>
              <a:gd name="connsiteX27" fmla="*/ 867859 w 3182149"/>
              <a:gd name="connsiteY27" fmla="*/ 1271138 h 1601149"/>
              <a:gd name="connsiteX28" fmla="*/ 900002 w 3182149"/>
              <a:gd name="connsiteY28" fmla="*/ 1047966 h 1601149"/>
              <a:gd name="connsiteX29" fmla="*/ 932145 w 3182149"/>
              <a:gd name="connsiteY29" fmla="*/ 800574 h 1601149"/>
              <a:gd name="connsiteX30" fmla="*/ 964287 w 3182149"/>
              <a:gd name="connsiteY30" fmla="*/ 553181 h 1601149"/>
              <a:gd name="connsiteX31" fmla="*/ 996431 w 3182149"/>
              <a:gd name="connsiteY31" fmla="*/ 330010 h 1601149"/>
              <a:gd name="connsiteX32" fmla="*/ 1028574 w 3182149"/>
              <a:gd name="connsiteY32" fmla="*/ 152894 h 1601149"/>
              <a:gd name="connsiteX33" fmla="*/ 1060716 w 3182149"/>
              <a:gd name="connsiteY33" fmla="*/ 39182 h 1601149"/>
              <a:gd name="connsiteX34" fmla="*/ 1092859 w 3182149"/>
              <a:gd name="connsiteY34" fmla="*/ -1 h 1601149"/>
              <a:gd name="connsiteX35" fmla="*/ 1125002 w 3182149"/>
              <a:gd name="connsiteY35" fmla="*/ 39182 h 1601149"/>
              <a:gd name="connsiteX36" fmla="*/ 1157145 w 3182149"/>
              <a:gd name="connsiteY36" fmla="*/ 152894 h 1601149"/>
              <a:gd name="connsiteX37" fmla="*/ 1189288 w 3182149"/>
              <a:gd name="connsiteY37" fmla="*/ 330010 h 1601149"/>
              <a:gd name="connsiteX38" fmla="*/ 1221431 w 3182149"/>
              <a:gd name="connsiteY38" fmla="*/ 553181 h 1601149"/>
              <a:gd name="connsiteX39" fmla="*/ 1253574 w 3182149"/>
              <a:gd name="connsiteY39" fmla="*/ 800574 h 1601149"/>
              <a:gd name="connsiteX40" fmla="*/ 1285717 w 3182149"/>
              <a:gd name="connsiteY40" fmla="*/ 1047966 h 1601149"/>
              <a:gd name="connsiteX41" fmla="*/ 1317860 w 3182149"/>
              <a:gd name="connsiteY41" fmla="*/ 1271138 h 1601149"/>
              <a:gd name="connsiteX42" fmla="*/ 1350003 w 3182149"/>
              <a:gd name="connsiteY42" fmla="*/ 1448254 h 1601149"/>
              <a:gd name="connsiteX43" fmla="*/ 1382146 w 3182149"/>
              <a:gd name="connsiteY43" fmla="*/ 1561966 h 1601149"/>
              <a:gd name="connsiteX44" fmla="*/ 1414289 w 3182149"/>
              <a:gd name="connsiteY44" fmla="*/ 1601149 h 1601149"/>
              <a:gd name="connsiteX45" fmla="*/ 1446432 w 3182149"/>
              <a:gd name="connsiteY45" fmla="*/ 1561966 h 1601149"/>
              <a:gd name="connsiteX46" fmla="*/ 1478574 w 3182149"/>
              <a:gd name="connsiteY46" fmla="*/ 1448254 h 1601149"/>
              <a:gd name="connsiteX47" fmla="*/ 1510718 w 3182149"/>
              <a:gd name="connsiteY47" fmla="*/ 1271138 h 1601149"/>
              <a:gd name="connsiteX48" fmla="*/ 1542860 w 3182149"/>
              <a:gd name="connsiteY48" fmla="*/ 1047966 h 1601149"/>
              <a:gd name="connsiteX49" fmla="*/ 1575003 w 3182149"/>
              <a:gd name="connsiteY49" fmla="*/ 800574 h 1601149"/>
              <a:gd name="connsiteX50" fmla="*/ 1607146 w 3182149"/>
              <a:gd name="connsiteY50" fmla="*/ 553181 h 1601149"/>
              <a:gd name="connsiteX51" fmla="*/ 1639289 w 3182149"/>
              <a:gd name="connsiteY51" fmla="*/ 330010 h 1601149"/>
              <a:gd name="connsiteX52" fmla="*/ 1671432 w 3182149"/>
              <a:gd name="connsiteY52" fmla="*/ 152894 h 1601149"/>
              <a:gd name="connsiteX53" fmla="*/ 1703575 w 3182149"/>
              <a:gd name="connsiteY53" fmla="*/ 39182 h 1601149"/>
              <a:gd name="connsiteX54" fmla="*/ 1735718 w 3182149"/>
              <a:gd name="connsiteY54" fmla="*/ -1 h 1601149"/>
              <a:gd name="connsiteX55" fmla="*/ 1767861 w 3182149"/>
              <a:gd name="connsiteY55" fmla="*/ 39182 h 1601149"/>
              <a:gd name="connsiteX56" fmla="*/ 1800004 w 3182149"/>
              <a:gd name="connsiteY56" fmla="*/ 152894 h 1601149"/>
              <a:gd name="connsiteX57" fmla="*/ 1832147 w 3182149"/>
              <a:gd name="connsiteY57" fmla="*/ 330010 h 1601149"/>
              <a:gd name="connsiteX58" fmla="*/ 1864289 w 3182149"/>
              <a:gd name="connsiteY58" fmla="*/ 553181 h 1601149"/>
              <a:gd name="connsiteX59" fmla="*/ 1896432 w 3182149"/>
              <a:gd name="connsiteY59" fmla="*/ 800574 h 1601149"/>
              <a:gd name="connsiteX60" fmla="*/ 1928576 w 3182149"/>
              <a:gd name="connsiteY60" fmla="*/ 1047966 h 1601149"/>
              <a:gd name="connsiteX61" fmla="*/ 1960718 w 3182149"/>
              <a:gd name="connsiteY61" fmla="*/ 1271138 h 1601149"/>
              <a:gd name="connsiteX62" fmla="*/ 1992861 w 3182149"/>
              <a:gd name="connsiteY62" fmla="*/ 1448254 h 1601149"/>
              <a:gd name="connsiteX63" fmla="*/ 2025004 w 3182149"/>
              <a:gd name="connsiteY63" fmla="*/ 1561966 h 1601149"/>
              <a:gd name="connsiteX64" fmla="*/ 2057147 w 3182149"/>
              <a:gd name="connsiteY64" fmla="*/ 1601149 h 1601149"/>
              <a:gd name="connsiteX65" fmla="*/ 2089290 w 3182149"/>
              <a:gd name="connsiteY65" fmla="*/ 1561966 h 1601149"/>
              <a:gd name="connsiteX66" fmla="*/ 2121433 w 3182149"/>
              <a:gd name="connsiteY66" fmla="*/ 1448254 h 1601149"/>
              <a:gd name="connsiteX67" fmla="*/ 2153576 w 3182149"/>
              <a:gd name="connsiteY67" fmla="*/ 1271138 h 1601149"/>
              <a:gd name="connsiteX68" fmla="*/ 2185719 w 3182149"/>
              <a:gd name="connsiteY68" fmla="*/ 1047966 h 1601149"/>
              <a:gd name="connsiteX69" fmla="*/ 2217862 w 3182149"/>
              <a:gd name="connsiteY69" fmla="*/ 800574 h 1601149"/>
              <a:gd name="connsiteX70" fmla="*/ 2250005 w 3182149"/>
              <a:gd name="connsiteY70" fmla="*/ 553181 h 1601149"/>
              <a:gd name="connsiteX71" fmla="*/ 2282148 w 3182149"/>
              <a:gd name="connsiteY71" fmla="*/ 330010 h 1601149"/>
              <a:gd name="connsiteX72" fmla="*/ 2314291 w 3182149"/>
              <a:gd name="connsiteY72" fmla="*/ 152894 h 1601149"/>
              <a:gd name="connsiteX73" fmla="*/ 2346434 w 3182149"/>
              <a:gd name="connsiteY73" fmla="*/ 39182 h 1601149"/>
              <a:gd name="connsiteX74" fmla="*/ 2378576 w 3182149"/>
              <a:gd name="connsiteY74" fmla="*/ -1 h 1601149"/>
              <a:gd name="connsiteX75" fmla="*/ 2410719 w 3182149"/>
              <a:gd name="connsiteY75" fmla="*/ 39182 h 1601149"/>
              <a:gd name="connsiteX76" fmla="*/ 2442862 w 3182149"/>
              <a:gd name="connsiteY76" fmla="*/ 152894 h 1601149"/>
              <a:gd name="connsiteX77" fmla="*/ 2475005 w 3182149"/>
              <a:gd name="connsiteY77" fmla="*/ 330010 h 1601149"/>
              <a:gd name="connsiteX78" fmla="*/ 2507148 w 3182149"/>
              <a:gd name="connsiteY78" fmla="*/ 553181 h 1601149"/>
              <a:gd name="connsiteX79" fmla="*/ 2539291 w 3182149"/>
              <a:gd name="connsiteY79" fmla="*/ 800574 h 1601149"/>
              <a:gd name="connsiteX80" fmla="*/ 2571434 w 3182149"/>
              <a:gd name="connsiteY80" fmla="*/ 1047966 h 1601149"/>
              <a:gd name="connsiteX81" fmla="*/ 2603577 w 3182149"/>
              <a:gd name="connsiteY81" fmla="*/ 1271138 h 1601149"/>
              <a:gd name="connsiteX82" fmla="*/ 2635720 w 3182149"/>
              <a:gd name="connsiteY82" fmla="*/ 1448254 h 1601149"/>
              <a:gd name="connsiteX83" fmla="*/ 2667863 w 3182149"/>
              <a:gd name="connsiteY83" fmla="*/ 1561966 h 1601149"/>
              <a:gd name="connsiteX84" fmla="*/ 2700005 w 3182149"/>
              <a:gd name="connsiteY84" fmla="*/ 1601149 h 1601149"/>
              <a:gd name="connsiteX85" fmla="*/ 2732149 w 3182149"/>
              <a:gd name="connsiteY85" fmla="*/ 1561966 h 1601149"/>
              <a:gd name="connsiteX86" fmla="*/ 2764291 w 3182149"/>
              <a:gd name="connsiteY86" fmla="*/ 1448254 h 1601149"/>
              <a:gd name="connsiteX87" fmla="*/ 2796434 w 3182149"/>
              <a:gd name="connsiteY87" fmla="*/ 1271138 h 1601149"/>
              <a:gd name="connsiteX88" fmla="*/ 2828577 w 3182149"/>
              <a:gd name="connsiteY88" fmla="*/ 1047966 h 1601149"/>
              <a:gd name="connsiteX89" fmla="*/ 2860720 w 3182149"/>
              <a:gd name="connsiteY89" fmla="*/ 800574 h 1601149"/>
              <a:gd name="connsiteX90" fmla="*/ 2892863 w 3182149"/>
              <a:gd name="connsiteY90" fmla="*/ 553181 h 1601149"/>
              <a:gd name="connsiteX91" fmla="*/ 2925006 w 3182149"/>
              <a:gd name="connsiteY91" fmla="*/ 330010 h 1601149"/>
              <a:gd name="connsiteX92" fmla="*/ 2957149 w 3182149"/>
              <a:gd name="connsiteY92" fmla="*/ 152894 h 1601149"/>
              <a:gd name="connsiteX93" fmla="*/ 2989292 w 3182149"/>
              <a:gd name="connsiteY93" fmla="*/ 39182 h 1601149"/>
              <a:gd name="connsiteX94" fmla="*/ 3021435 w 3182149"/>
              <a:gd name="connsiteY94" fmla="*/ -1 h 1601149"/>
              <a:gd name="connsiteX95" fmla="*/ 3053578 w 3182149"/>
              <a:gd name="connsiteY95" fmla="*/ 39182 h 1601149"/>
              <a:gd name="connsiteX96" fmla="*/ 3085721 w 3182149"/>
              <a:gd name="connsiteY96" fmla="*/ 152894 h 1601149"/>
              <a:gd name="connsiteX97" fmla="*/ 3117864 w 3182149"/>
              <a:gd name="connsiteY97" fmla="*/ 330010 h 1601149"/>
              <a:gd name="connsiteX98" fmla="*/ 3150007 w 3182149"/>
              <a:gd name="connsiteY98" fmla="*/ 553181 h 1601149"/>
              <a:gd name="connsiteX99" fmla="*/ 3182149 w 3182149"/>
              <a:gd name="connsiteY99" fmla="*/ 800574 h 1601149"/>
              <a:gd name="connsiteX0" fmla="*/ 0 w 3150006"/>
              <a:gd name="connsiteY0" fmla="*/ 1271139 h 1601150"/>
              <a:gd name="connsiteX1" fmla="*/ 32143 w 3150006"/>
              <a:gd name="connsiteY1" fmla="*/ 1448255 h 1601150"/>
              <a:gd name="connsiteX2" fmla="*/ 64286 w 3150006"/>
              <a:gd name="connsiteY2" fmla="*/ 1561967 h 1601150"/>
              <a:gd name="connsiteX3" fmla="*/ 96429 w 3150006"/>
              <a:gd name="connsiteY3" fmla="*/ 1601150 h 1601150"/>
              <a:gd name="connsiteX4" fmla="*/ 128572 w 3150006"/>
              <a:gd name="connsiteY4" fmla="*/ 1561967 h 1601150"/>
              <a:gd name="connsiteX5" fmla="*/ 160714 w 3150006"/>
              <a:gd name="connsiteY5" fmla="*/ 1448255 h 1601150"/>
              <a:gd name="connsiteX6" fmla="*/ 192857 w 3150006"/>
              <a:gd name="connsiteY6" fmla="*/ 1271139 h 1601150"/>
              <a:gd name="connsiteX7" fmla="*/ 225000 w 3150006"/>
              <a:gd name="connsiteY7" fmla="*/ 1047967 h 1601150"/>
              <a:gd name="connsiteX8" fmla="*/ 257143 w 3150006"/>
              <a:gd name="connsiteY8" fmla="*/ 800575 h 1601150"/>
              <a:gd name="connsiteX9" fmla="*/ 289286 w 3150006"/>
              <a:gd name="connsiteY9" fmla="*/ 553182 h 1601150"/>
              <a:gd name="connsiteX10" fmla="*/ 321429 w 3150006"/>
              <a:gd name="connsiteY10" fmla="*/ 330011 h 1601150"/>
              <a:gd name="connsiteX11" fmla="*/ 353572 w 3150006"/>
              <a:gd name="connsiteY11" fmla="*/ 152895 h 1601150"/>
              <a:gd name="connsiteX12" fmla="*/ 385715 w 3150006"/>
              <a:gd name="connsiteY12" fmla="*/ 39183 h 1601150"/>
              <a:gd name="connsiteX13" fmla="*/ 417858 w 3150006"/>
              <a:gd name="connsiteY13" fmla="*/ 0 h 1601150"/>
              <a:gd name="connsiteX14" fmla="*/ 450001 w 3150006"/>
              <a:gd name="connsiteY14" fmla="*/ 39183 h 1601150"/>
              <a:gd name="connsiteX15" fmla="*/ 482144 w 3150006"/>
              <a:gd name="connsiteY15" fmla="*/ 152895 h 1601150"/>
              <a:gd name="connsiteX16" fmla="*/ 514287 w 3150006"/>
              <a:gd name="connsiteY16" fmla="*/ 330011 h 1601150"/>
              <a:gd name="connsiteX17" fmla="*/ 546430 w 3150006"/>
              <a:gd name="connsiteY17" fmla="*/ 553182 h 1601150"/>
              <a:gd name="connsiteX18" fmla="*/ 578573 w 3150006"/>
              <a:gd name="connsiteY18" fmla="*/ 800575 h 1601150"/>
              <a:gd name="connsiteX19" fmla="*/ 610715 w 3150006"/>
              <a:gd name="connsiteY19" fmla="*/ 1047967 h 1601150"/>
              <a:gd name="connsiteX20" fmla="*/ 642858 w 3150006"/>
              <a:gd name="connsiteY20" fmla="*/ 1271139 h 1601150"/>
              <a:gd name="connsiteX21" fmla="*/ 675001 w 3150006"/>
              <a:gd name="connsiteY21" fmla="*/ 1448255 h 1601150"/>
              <a:gd name="connsiteX22" fmla="*/ 707144 w 3150006"/>
              <a:gd name="connsiteY22" fmla="*/ 1561967 h 1601150"/>
              <a:gd name="connsiteX23" fmla="*/ 739287 w 3150006"/>
              <a:gd name="connsiteY23" fmla="*/ 1601150 h 1601150"/>
              <a:gd name="connsiteX24" fmla="*/ 771430 w 3150006"/>
              <a:gd name="connsiteY24" fmla="*/ 1561967 h 1601150"/>
              <a:gd name="connsiteX25" fmla="*/ 803573 w 3150006"/>
              <a:gd name="connsiteY25" fmla="*/ 1448255 h 1601150"/>
              <a:gd name="connsiteX26" fmla="*/ 835716 w 3150006"/>
              <a:gd name="connsiteY26" fmla="*/ 1271139 h 1601150"/>
              <a:gd name="connsiteX27" fmla="*/ 867859 w 3150006"/>
              <a:gd name="connsiteY27" fmla="*/ 1047967 h 1601150"/>
              <a:gd name="connsiteX28" fmla="*/ 900002 w 3150006"/>
              <a:gd name="connsiteY28" fmla="*/ 800575 h 1601150"/>
              <a:gd name="connsiteX29" fmla="*/ 932144 w 3150006"/>
              <a:gd name="connsiteY29" fmla="*/ 553182 h 1601150"/>
              <a:gd name="connsiteX30" fmla="*/ 964288 w 3150006"/>
              <a:gd name="connsiteY30" fmla="*/ 330011 h 1601150"/>
              <a:gd name="connsiteX31" fmla="*/ 996431 w 3150006"/>
              <a:gd name="connsiteY31" fmla="*/ 152895 h 1601150"/>
              <a:gd name="connsiteX32" fmla="*/ 1028573 w 3150006"/>
              <a:gd name="connsiteY32" fmla="*/ 39183 h 1601150"/>
              <a:gd name="connsiteX33" fmla="*/ 1060716 w 3150006"/>
              <a:gd name="connsiteY33" fmla="*/ 0 h 1601150"/>
              <a:gd name="connsiteX34" fmla="*/ 1092859 w 3150006"/>
              <a:gd name="connsiteY34" fmla="*/ 39183 h 1601150"/>
              <a:gd name="connsiteX35" fmla="*/ 1125002 w 3150006"/>
              <a:gd name="connsiteY35" fmla="*/ 152895 h 1601150"/>
              <a:gd name="connsiteX36" fmla="*/ 1157145 w 3150006"/>
              <a:gd name="connsiteY36" fmla="*/ 330011 h 1601150"/>
              <a:gd name="connsiteX37" fmla="*/ 1189288 w 3150006"/>
              <a:gd name="connsiteY37" fmla="*/ 553182 h 1601150"/>
              <a:gd name="connsiteX38" fmla="*/ 1221431 w 3150006"/>
              <a:gd name="connsiteY38" fmla="*/ 800575 h 1601150"/>
              <a:gd name="connsiteX39" fmla="*/ 1253574 w 3150006"/>
              <a:gd name="connsiteY39" fmla="*/ 1047967 h 1601150"/>
              <a:gd name="connsiteX40" fmla="*/ 1285717 w 3150006"/>
              <a:gd name="connsiteY40" fmla="*/ 1271139 h 1601150"/>
              <a:gd name="connsiteX41" fmla="*/ 1317860 w 3150006"/>
              <a:gd name="connsiteY41" fmla="*/ 1448255 h 1601150"/>
              <a:gd name="connsiteX42" fmla="*/ 1350003 w 3150006"/>
              <a:gd name="connsiteY42" fmla="*/ 1561967 h 1601150"/>
              <a:gd name="connsiteX43" fmla="*/ 1382146 w 3150006"/>
              <a:gd name="connsiteY43" fmla="*/ 1601150 h 1601150"/>
              <a:gd name="connsiteX44" fmla="*/ 1414289 w 3150006"/>
              <a:gd name="connsiteY44" fmla="*/ 1561967 h 1601150"/>
              <a:gd name="connsiteX45" fmla="*/ 1446431 w 3150006"/>
              <a:gd name="connsiteY45" fmla="*/ 1448255 h 1601150"/>
              <a:gd name="connsiteX46" fmla="*/ 1478575 w 3150006"/>
              <a:gd name="connsiteY46" fmla="*/ 1271139 h 1601150"/>
              <a:gd name="connsiteX47" fmla="*/ 1510717 w 3150006"/>
              <a:gd name="connsiteY47" fmla="*/ 1047967 h 1601150"/>
              <a:gd name="connsiteX48" fmla="*/ 1542860 w 3150006"/>
              <a:gd name="connsiteY48" fmla="*/ 800575 h 1601150"/>
              <a:gd name="connsiteX49" fmla="*/ 1575003 w 3150006"/>
              <a:gd name="connsiteY49" fmla="*/ 553182 h 1601150"/>
              <a:gd name="connsiteX50" fmla="*/ 1607146 w 3150006"/>
              <a:gd name="connsiteY50" fmla="*/ 330011 h 1601150"/>
              <a:gd name="connsiteX51" fmla="*/ 1639289 w 3150006"/>
              <a:gd name="connsiteY51" fmla="*/ 152895 h 1601150"/>
              <a:gd name="connsiteX52" fmla="*/ 1671432 w 3150006"/>
              <a:gd name="connsiteY52" fmla="*/ 39183 h 1601150"/>
              <a:gd name="connsiteX53" fmla="*/ 1703575 w 3150006"/>
              <a:gd name="connsiteY53" fmla="*/ 0 h 1601150"/>
              <a:gd name="connsiteX54" fmla="*/ 1735718 w 3150006"/>
              <a:gd name="connsiteY54" fmla="*/ 39183 h 1601150"/>
              <a:gd name="connsiteX55" fmla="*/ 1767861 w 3150006"/>
              <a:gd name="connsiteY55" fmla="*/ 152895 h 1601150"/>
              <a:gd name="connsiteX56" fmla="*/ 1800004 w 3150006"/>
              <a:gd name="connsiteY56" fmla="*/ 330011 h 1601150"/>
              <a:gd name="connsiteX57" fmla="*/ 1832146 w 3150006"/>
              <a:gd name="connsiteY57" fmla="*/ 553182 h 1601150"/>
              <a:gd name="connsiteX58" fmla="*/ 1864289 w 3150006"/>
              <a:gd name="connsiteY58" fmla="*/ 800575 h 1601150"/>
              <a:gd name="connsiteX59" fmla="*/ 1896433 w 3150006"/>
              <a:gd name="connsiteY59" fmla="*/ 1047967 h 1601150"/>
              <a:gd name="connsiteX60" fmla="*/ 1928575 w 3150006"/>
              <a:gd name="connsiteY60" fmla="*/ 1271139 h 1601150"/>
              <a:gd name="connsiteX61" fmla="*/ 1960718 w 3150006"/>
              <a:gd name="connsiteY61" fmla="*/ 1448255 h 1601150"/>
              <a:gd name="connsiteX62" fmla="*/ 1992861 w 3150006"/>
              <a:gd name="connsiteY62" fmla="*/ 1561967 h 1601150"/>
              <a:gd name="connsiteX63" fmla="*/ 2025004 w 3150006"/>
              <a:gd name="connsiteY63" fmla="*/ 1601150 h 1601150"/>
              <a:gd name="connsiteX64" fmla="*/ 2057147 w 3150006"/>
              <a:gd name="connsiteY64" fmla="*/ 1561967 h 1601150"/>
              <a:gd name="connsiteX65" fmla="*/ 2089290 w 3150006"/>
              <a:gd name="connsiteY65" fmla="*/ 1448255 h 1601150"/>
              <a:gd name="connsiteX66" fmla="*/ 2121433 w 3150006"/>
              <a:gd name="connsiteY66" fmla="*/ 1271139 h 1601150"/>
              <a:gd name="connsiteX67" fmla="*/ 2153576 w 3150006"/>
              <a:gd name="connsiteY67" fmla="*/ 1047967 h 1601150"/>
              <a:gd name="connsiteX68" fmla="*/ 2185719 w 3150006"/>
              <a:gd name="connsiteY68" fmla="*/ 800575 h 1601150"/>
              <a:gd name="connsiteX69" fmla="*/ 2217862 w 3150006"/>
              <a:gd name="connsiteY69" fmla="*/ 553182 h 1601150"/>
              <a:gd name="connsiteX70" fmla="*/ 2250005 w 3150006"/>
              <a:gd name="connsiteY70" fmla="*/ 330011 h 1601150"/>
              <a:gd name="connsiteX71" fmla="*/ 2282148 w 3150006"/>
              <a:gd name="connsiteY71" fmla="*/ 152895 h 1601150"/>
              <a:gd name="connsiteX72" fmla="*/ 2314291 w 3150006"/>
              <a:gd name="connsiteY72" fmla="*/ 39183 h 1601150"/>
              <a:gd name="connsiteX73" fmla="*/ 2346433 w 3150006"/>
              <a:gd name="connsiteY73" fmla="*/ 0 h 1601150"/>
              <a:gd name="connsiteX74" fmla="*/ 2378576 w 3150006"/>
              <a:gd name="connsiteY74" fmla="*/ 39183 h 1601150"/>
              <a:gd name="connsiteX75" fmla="*/ 2410719 w 3150006"/>
              <a:gd name="connsiteY75" fmla="*/ 152895 h 1601150"/>
              <a:gd name="connsiteX76" fmla="*/ 2442862 w 3150006"/>
              <a:gd name="connsiteY76" fmla="*/ 330011 h 1601150"/>
              <a:gd name="connsiteX77" fmla="*/ 2475005 w 3150006"/>
              <a:gd name="connsiteY77" fmla="*/ 553182 h 1601150"/>
              <a:gd name="connsiteX78" fmla="*/ 2507148 w 3150006"/>
              <a:gd name="connsiteY78" fmla="*/ 800575 h 1601150"/>
              <a:gd name="connsiteX79" fmla="*/ 2539291 w 3150006"/>
              <a:gd name="connsiteY79" fmla="*/ 1047967 h 1601150"/>
              <a:gd name="connsiteX80" fmla="*/ 2571434 w 3150006"/>
              <a:gd name="connsiteY80" fmla="*/ 1271139 h 1601150"/>
              <a:gd name="connsiteX81" fmla="*/ 2603577 w 3150006"/>
              <a:gd name="connsiteY81" fmla="*/ 1448255 h 1601150"/>
              <a:gd name="connsiteX82" fmla="*/ 2635720 w 3150006"/>
              <a:gd name="connsiteY82" fmla="*/ 1561967 h 1601150"/>
              <a:gd name="connsiteX83" fmla="*/ 2667862 w 3150006"/>
              <a:gd name="connsiteY83" fmla="*/ 1601150 h 1601150"/>
              <a:gd name="connsiteX84" fmla="*/ 2700006 w 3150006"/>
              <a:gd name="connsiteY84" fmla="*/ 1561967 h 1601150"/>
              <a:gd name="connsiteX85" fmla="*/ 2732148 w 3150006"/>
              <a:gd name="connsiteY85" fmla="*/ 1448255 h 1601150"/>
              <a:gd name="connsiteX86" fmla="*/ 2764291 w 3150006"/>
              <a:gd name="connsiteY86" fmla="*/ 1271139 h 1601150"/>
              <a:gd name="connsiteX87" fmla="*/ 2796434 w 3150006"/>
              <a:gd name="connsiteY87" fmla="*/ 1047967 h 1601150"/>
              <a:gd name="connsiteX88" fmla="*/ 2828577 w 3150006"/>
              <a:gd name="connsiteY88" fmla="*/ 800575 h 1601150"/>
              <a:gd name="connsiteX89" fmla="*/ 2860720 w 3150006"/>
              <a:gd name="connsiteY89" fmla="*/ 553182 h 1601150"/>
              <a:gd name="connsiteX90" fmla="*/ 2892863 w 3150006"/>
              <a:gd name="connsiteY90" fmla="*/ 330011 h 1601150"/>
              <a:gd name="connsiteX91" fmla="*/ 2925006 w 3150006"/>
              <a:gd name="connsiteY91" fmla="*/ 152895 h 1601150"/>
              <a:gd name="connsiteX92" fmla="*/ 2957149 w 3150006"/>
              <a:gd name="connsiteY92" fmla="*/ 39183 h 1601150"/>
              <a:gd name="connsiteX93" fmla="*/ 2989292 w 3150006"/>
              <a:gd name="connsiteY93" fmla="*/ 0 h 1601150"/>
              <a:gd name="connsiteX94" fmla="*/ 3021435 w 3150006"/>
              <a:gd name="connsiteY94" fmla="*/ 39183 h 1601150"/>
              <a:gd name="connsiteX95" fmla="*/ 3053578 w 3150006"/>
              <a:gd name="connsiteY95" fmla="*/ 152895 h 1601150"/>
              <a:gd name="connsiteX96" fmla="*/ 3085721 w 3150006"/>
              <a:gd name="connsiteY96" fmla="*/ 330011 h 1601150"/>
              <a:gd name="connsiteX97" fmla="*/ 3117864 w 3150006"/>
              <a:gd name="connsiteY97" fmla="*/ 553182 h 1601150"/>
              <a:gd name="connsiteX98" fmla="*/ 3150006 w 3150006"/>
              <a:gd name="connsiteY98" fmla="*/ 800575 h 1601150"/>
              <a:gd name="connsiteX0" fmla="*/ 0 w 3117863"/>
              <a:gd name="connsiteY0" fmla="*/ 1448255 h 1601150"/>
              <a:gd name="connsiteX1" fmla="*/ 32143 w 3117863"/>
              <a:gd name="connsiteY1" fmla="*/ 1561967 h 1601150"/>
              <a:gd name="connsiteX2" fmla="*/ 64286 w 3117863"/>
              <a:gd name="connsiteY2" fmla="*/ 1601150 h 1601150"/>
              <a:gd name="connsiteX3" fmla="*/ 96429 w 3117863"/>
              <a:gd name="connsiteY3" fmla="*/ 1561967 h 1601150"/>
              <a:gd name="connsiteX4" fmla="*/ 128571 w 3117863"/>
              <a:gd name="connsiteY4" fmla="*/ 1448255 h 1601150"/>
              <a:gd name="connsiteX5" fmla="*/ 160714 w 3117863"/>
              <a:gd name="connsiteY5" fmla="*/ 1271139 h 1601150"/>
              <a:gd name="connsiteX6" fmla="*/ 192857 w 3117863"/>
              <a:gd name="connsiteY6" fmla="*/ 1047967 h 1601150"/>
              <a:gd name="connsiteX7" fmla="*/ 225000 w 3117863"/>
              <a:gd name="connsiteY7" fmla="*/ 800575 h 1601150"/>
              <a:gd name="connsiteX8" fmla="*/ 257143 w 3117863"/>
              <a:gd name="connsiteY8" fmla="*/ 553182 h 1601150"/>
              <a:gd name="connsiteX9" fmla="*/ 289286 w 3117863"/>
              <a:gd name="connsiteY9" fmla="*/ 330011 h 1601150"/>
              <a:gd name="connsiteX10" fmla="*/ 321429 w 3117863"/>
              <a:gd name="connsiteY10" fmla="*/ 152895 h 1601150"/>
              <a:gd name="connsiteX11" fmla="*/ 353572 w 3117863"/>
              <a:gd name="connsiteY11" fmla="*/ 39183 h 1601150"/>
              <a:gd name="connsiteX12" fmla="*/ 385715 w 3117863"/>
              <a:gd name="connsiteY12" fmla="*/ 0 h 1601150"/>
              <a:gd name="connsiteX13" fmla="*/ 417858 w 3117863"/>
              <a:gd name="connsiteY13" fmla="*/ 39183 h 1601150"/>
              <a:gd name="connsiteX14" fmla="*/ 450001 w 3117863"/>
              <a:gd name="connsiteY14" fmla="*/ 152895 h 1601150"/>
              <a:gd name="connsiteX15" fmla="*/ 482144 w 3117863"/>
              <a:gd name="connsiteY15" fmla="*/ 330011 h 1601150"/>
              <a:gd name="connsiteX16" fmla="*/ 514287 w 3117863"/>
              <a:gd name="connsiteY16" fmla="*/ 553182 h 1601150"/>
              <a:gd name="connsiteX17" fmla="*/ 546430 w 3117863"/>
              <a:gd name="connsiteY17" fmla="*/ 800575 h 1601150"/>
              <a:gd name="connsiteX18" fmla="*/ 578572 w 3117863"/>
              <a:gd name="connsiteY18" fmla="*/ 1047967 h 1601150"/>
              <a:gd name="connsiteX19" fmla="*/ 610715 w 3117863"/>
              <a:gd name="connsiteY19" fmla="*/ 1271139 h 1601150"/>
              <a:gd name="connsiteX20" fmla="*/ 642858 w 3117863"/>
              <a:gd name="connsiteY20" fmla="*/ 1448255 h 1601150"/>
              <a:gd name="connsiteX21" fmla="*/ 675001 w 3117863"/>
              <a:gd name="connsiteY21" fmla="*/ 1561967 h 1601150"/>
              <a:gd name="connsiteX22" fmla="*/ 707144 w 3117863"/>
              <a:gd name="connsiteY22" fmla="*/ 1601150 h 1601150"/>
              <a:gd name="connsiteX23" fmla="*/ 739287 w 3117863"/>
              <a:gd name="connsiteY23" fmla="*/ 1561967 h 1601150"/>
              <a:gd name="connsiteX24" fmla="*/ 771430 w 3117863"/>
              <a:gd name="connsiteY24" fmla="*/ 1448255 h 1601150"/>
              <a:gd name="connsiteX25" fmla="*/ 803573 w 3117863"/>
              <a:gd name="connsiteY25" fmla="*/ 1271139 h 1601150"/>
              <a:gd name="connsiteX26" fmla="*/ 835716 w 3117863"/>
              <a:gd name="connsiteY26" fmla="*/ 1047967 h 1601150"/>
              <a:gd name="connsiteX27" fmla="*/ 867859 w 3117863"/>
              <a:gd name="connsiteY27" fmla="*/ 800575 h 1601150"/>
              <a:gd name="connsiteX28" fmla="*/ 900001 w 3117863"/>
              <a:gd name="connsiteY28" fmla="*/ 553182 h 1601150"/>
              <a:gd name="connsiteX29" fmla="*/ 932145 w 3117863"/>
              <a:gd name="connsiteY29" fmla="*/ 330011 h 1601150"/>
              <a:gd name="connsiteX30" fmla="*/ 964288 w 3117863"/>
              <a:gd name="connsiteY30" fmla="*/ 152895 h 1601150"/>
              <a:gd name="connsiteX31" fmla="*/ 996430 w 3117863"/>
              <a:gd name="connsiteY31" fmla="*/ 39183 h 1601150"/>
              <a:gd name="connsiteX32" fmla="*/ 1028573 w 3117863"/>
              <a:gd name="connsiteY32" fmla="*/ 0 h 1601150"/>
              <a:gd name="connsiteX33" fmla="*/ 1060716 w 3117863"/>
              <a:gd name="connsiteY33" fmla="*/ 39183 h 1601150"/>
              <a:gd name="connsiteX34" fmla="*/ 1092859 w 3117863"/>
              <a:gd name="connsiteY34" fmla="*/ 152895 h 1601150"/>
              <a:gd name="connsiteX35" fmla="*/ 1125002 w 3117863"/>
              <a:gd name="connsiteY35" fmla="*/ 330011 h 1601150"/>
              <a:gd name="connsiteX36" fmla="*/ 1157145 w 3117863"/>
              <a:gd name="connsiteY36" fmla="*/ 553182 h 1601150"/>
              <a:gd name="connsiteX37" fmla="*/ 1189288 w 3117863"/>
              <a:gd name="connsiteY37" fmla="*/ 800575 h 1601150"/>
              <a:gd name="connsiteX38" fmla="*/ 1221431 w 3117863"/>
              <a:gd name="connsiteY38" fmla="*/ 1047967 h 1601150"/>
              <a:gd name="connsiteX39" fmla="*/ 1253574 w 3117863"/>
              <a:gd name="connsiteY39" fmla="*/ 1271139 h 1601150"/>
              <a:gd name="connsiteX40" fmla="*/ 1285717 w 3117863"/>
              <a:gd name="connsiteY40" fmla="*/ 1448255 h 1601150"/>
              <a:gd name="connsiteX41" fmla="*/ 1317860 w 3117863"/>
              <a:gd name="connsiteY41" fmla="*/ 1561967 h 1601150"/>
              <a:gd name="connsiteX42" fmla="*/ 1350003 w 3117863"/>
              <a:gd name="connsiteY42" fmla="*/ 1601150 h 1601150"/>
              <a:gd name="connsiteX43" fmla="*/ 1382146 w 3117863"/>
              <a:gd name="connsiteY43" fmla="*/ 1561967 h 1601150"/>
              <a:gd name="connsiteX44" fmla="*/ 1414288 w 3117863"/>
              <a:gd name="connsiteY44" fmla="*/ 1448255 h 1601150"/>
              <a:gd name="connsiteX45" fmla="*/ 1446432 w 3117863"/>
              <a:gd name="connsiteY45" fmla="*/ 1271139 h 1601150"/>
              <a:gd name="connsiteX46" fmla="*/ 1478574 w 3117863"/>
              <a:gd name="connsiteY46" fmla="*/ 1047967 h 1601150"/>
              <a:gd name="connsiteX47" fmla="*/ 1510717 w 3117863"/>
              <a:gd name="connsiteY47" fmla="*/ 800575 h 1601150"/>
              <a:gd name="connsiteX48" fmla="*/ 1542860 w 3117863"/>
              <a:gd name="connsiteY48" fmla="*/ 553182 h 1601150"/>
              <a:gd name="connsiteX49" fmla="*/ 1575003 w 3117863"/>
              <a:gd name="connsiteY49" fmla="*/ 330011 h 1601150"/>
              <a:gd name="connsiteX50" fmla="*/ 1607146 w 3117863"/>
              <a:gd name="connsiteY50" fmla="*/ 152895 h 1601150"/>
              <a:gd name="connsiteX51" fmla="*/ 1639289 w 3117863"/>
              <a:gd name="connsiteY51" fmla="*/ 39183 h 1601150"/>
              <a:gd name="connsiteX52" fmla="*/ 1671432 w 3117863"/>
              <a:gd name="connsiteY52" fmla="*/ 0 h 1601150"/>
              <a:gd name="connsiteX53" fmla="*/ 1703575 w 3117863"/>
              <a:gd name="connsiteY53" fmla="*/ 39183 h 1601150"/>
              <a:gd name="connsiteX54" fmla="*/ 1735718 w 3117863"/>
              <a:gd name="connsiteY54" fmla="*/ 152895 h 1601150"/>
              <a:gd name="connsiteX55" fmla="*/ 1767861 w 3117863"/>
              <a:gd name="connsiteY55" fmla="*/ 330011 h 1601150"/>
              <a:gd name="connsiteX56" fmla="*/ 1800003 w 3117863"/>
              <a:gd name="connsiteY56" fmla="*/ 553182 h 1601150"/>
              <a:gd name="connsiteX57" fmla="*/ 1832146 w 3117863"/>
              <a:gd name="connsiteY57" fmla="*/ 800575 h 1601150"/>
              <a:gd name="connsiteX58" fmla="*/ 1864290 w 3117863"/>
              <a:gd name="connsiteY58" fmla="*/ 1047967 h 1601150"/>
              <a:gd name="connsiteX59" fmla="*/ 1896432 w 3117863"/>
              <a:gd name="connsiteY59" fmla="*/ 1271139 h 1601150"/>
              <a:gd name="connsiteX60" fmla="*/ 1928575 w 3117863"/>
              <a:gd name="connsiteY60" fmla="*/ 1448255 h 1601150"/>
              <a:gd name="connsiteX61" fmla="*/ 1960718 w 3117863"/>
              <a:gd name="connsiteY61" fmla="*/ 1561967 h 1601150"/>
              <a:gd name="connsiteX62" fmla="*/ 1992861 w 3117863"/>
              <a:gd name="connsiteY62" fmla="*/ 1601150 h 1601150"/>
              <a:gd name="connsiteX63" fmla="*/ 2025004 w 3117863"/>
              <a:gd name="connsiteY63" fmla="*/ 1561967 h 1601150"/>
              <a:gd name="connsiteX64" fmla="*/ 2057147 w 3117863"/>
              <a:gd name="connsiteY64" fmla="*/ 1448255 h 1601150"/>
              <a:gd name="connsiteX65" fmla="*/ 2089290 w 3117863"/>
              <a:gd name="connsiteY65" fmla="*/ 1271139 h 1601150"/>
              <a:gd name="connsiteX66" fmla="*/ 2121433 w 3117863"/>
              <a:gd name="connsiteY66" fmla="*/ 1047967 h 1601150"/>
              <a:gd name="connsiteX67" fmla="*/ 2153576 w 3117863"/>
              <a:gd name="connsiteY67" fmla="*/ 800575 h 1601150"/>
              <a:gd name="connsiteX68" fmla="*/ 2185719 w 3117863"/>
              <a:gd name="connsiteY68" fmla="*/ 553182 h 1601150"/>
              <a:gd name="connsiteX69" fmla="*/ 2217862 w 3117863"/>
              <a:gd name="connsiteY69" fmla="*/ 330011 h 1601150"/>
              <a:gd name="connsiteX70" fmla="*/ 2250005 w 3117863"/>
              <a:gd name="connsiteY70" fmla="*/ 152895 h 1601150"/>
              <a:gd name="connsiteX71" fmla="*/ 2282148 w 3117863"/>
              <a:gd name="connsiteY71" fmla="*/ 39183 h 1601150"/>
              <a:gd name="connsiteX72" fmla="*/ 2314290 w 3117863"/>
              <a:gd name="connsiteY72" fmla="*/ 0 h 1601150"/>
              <a:gd name="connsiteX73" fmla="*/ 2346433 w 3117863"/>
              <a:gd name="connsiteY73" fmla="*/ 39183 h 1601150"/>
              <a:gd name="connsiteX74" fmla="*/ 2378576 w 3117863"/>
              <a:gd name="connsiteY74" fmla="*/ 152895 h 1601150"/>
              <a:gd name="connsiteX75" fmla="*/ 2410719 w 3117863"/>
              <a:gd name="connsiteY75" fmla="*/ 330011 h 1601150"/>
              <a:gd name="connsiteX76" fmla="*/ 2442862 w 3117863"/>
              <a:gd name="connsiteY76" fmla="*/ 553182 h 1601150"/>
              <a:gd name="connsiteX77" fmla="*/ 2475005 w 3117863"/>
              <a:gd name="connsiteY77" fmla="*/ 800575 h 1601150"/>
              <a:gd name="connsiteX78" fmla="*/ 2507148 w 3117863"/>
              <a:gd name="connsiteY78" fmla="*/ 1047967 h 1601150"/>
              <a:gd name="connsiteX79" fmla="*/ 2539291 w 3117863"/>
              <a:gd name="connsiteY79" fmla="*/ 1271139 h 1601150"/>
              <a:gd name="connsiteX80" fmla="*/ 2571434 w 3117863"/>
              <a:gd name="connsiteY80" fmla="*/ 1448255 h 1601150"/>
              <a:gd name="connsiteX81" fmla="*/ 2603577 w 3117863"/>
              <a:gd name="connsiteY81" fmla="*/ 1561967 h 1601150"/>
              <a:gd name="connsiteX82" fmla="*/ 2635719 w 3117863"/>
              <a:gd name="connsiteY82" fmla="*/ 1601150 h 1601150"/>
              <a:gd name="connsiteX83" fmla="*/ 2667863 w 3117863"/>
              <a:gd name="connsiteY83" fmla="*/ 1561967 h 1601150"/>
              <a:gd name="connsiteX84" fmla="*/ 2700005 w 3117863"/>
              <a:gd name="connsiteY84" fmla="*/ 1448255 h 1601150"/>
              <a:gd name="connsiteX85" fmla="*/ 2732148 w 3117863"/>
              <a:gd name="connsiteY85" fmla="*/ 1271139 h 1601150"/>
              <a:gd name="connsiteX86" fmla="*/ 2764291 w 3117863"/>
              <a:gd name="connsiteY86" fmla="*/ 1047967 h 1601150"/>
              <a:gd name="connsiteX87" fmla="*/ 2796434 w 3117863"/>
              <a:gd name="connsiteY87" fmla="*/ 800575 h 1601150"/>
              <a:gd name="connsiteX88" fmla="*/ 2828577 w 3117863"/>
              <a:gd name="connsiteY88" fmla="*/ 553182 h 1601150"/>
              <a:gd name="connsiteX89" fmla="*/ 2860720 w 3117863"/>
              <a:gd name="connsiteY89" fmla="*/ 330011 h 1601150"/>
              <a:gd name="connsiteX90" fmla="*/ 2892863 w 3117863"/>
              <a:gd name="connsiteY90" fmla="*/ 152895 h 1601150"/>
              <a:gd name="connsiteX91" fmla="*/ 2925006 w 3117863"/>
              <a:gd name="connsiteY91" fmla="*/ 39183 h 1601150"/>
              <a:gd name="connsiteX92" fmla="*/ 2957149 w 3117863"/>
              <a:gd name="connsiteY92" fmla="*/ 0 h 1601150"/>
              <a:gd name="connsiteX93" fmla="*/ 2989292 w 3117863"/>
              <a:gd name="connsiteY93" fmla="*/ 39183 h 1601150"/>
              <a:gd name="connsiteX94" fmla="*/ 3021435 w 3117863"/>
              <a:gd name="connsiteY94" fmla="*/ 152895 h 1601150"/>
              <a:gd name="connsiteX95" fmla="*/ 3053578 w 3117863"/>
              <a:gd name="connsiteY95" fmla="*/ 330011 h 1601150"/>
              <a:gd name="connsiteX96" fmla="*/ 3085721 w 3117863"/>
              <a:gd name="connsiteY96" fmla="*/ 553182 h 1601150"/>
              <a:gd name="connsiteX97" fmla="*/ 3117863 w 3117863"/>
              <a:gd name="connsiteY97" fmla="*/ 800575 h 1601150"/>
              <a:gd name="connsiteX0" fmla="*/ 0 w 3085720"/>
              <a:gd name="connsiteY0" fmla="*/ 1561967 h 1601150"/>
              <a:gd name="connsiteX1" fmla="*/ 32143 w 3085720"/>
              <a:gd name="connsiteY1" fmla="*/ 1601150 h 1601150"/>
              <a:gd name="connsiteX2" fmla="*/ 64286 w 3085720"/>
              <a:gd name="connsiteY2" fmla="*/ 1561967 h 1601150"/>
              <a:gd name="connsiteX3" fmla="*/ 96428 w 3085720"/>
              <a:gd name="connsiteY3" fmla="*/ 1448255 h 1601150"/>
              <a:gd name="connsiteX4" fmla="*/ 128571 w 3085720"/>
              <a:gd name="connsiteY4" fmla="*/ 1271139 h 1601150"/>
              <a:gd name="connsiteX5" fmla="*/ 160714 w 3085720"/>
              <a:gd name="connsiteY5" fmla="*/ 1047967 h 1601150"/>
              <a:gd name="connsiteX6" fmla="*/ 192857 w 3085720"/>
              <a:gd name="connsiteY6" fmla="*/ 800575 h 1601150"/>
              <a:gd name="connsiteX7" fmla="*/ 225000 w 3085720"/>
              <a:gd name="connsiteY7" fmla="*/ 553182 h 1601150"/>
              <a:gd name="connsiteX8" fmla="*/ 257143 w 3085720"/>
              <a:gd name="connsiteY8" fmla="*/ 330011 h 1601150"/>
              <a:gd name="connsiteX9" fmla="*/ 289286 w 3085720"/>
              <a:gd name="connsiteY9" fmla="*/ 152895 h 1601150"/>
              <a:gd name="connsiteX10" fmla="*/ 321429 w 3085720"/>
              <a:gd name="connsiteY10" fmla="*/ 39183 h 1601150"/>
              <a:gd name="connsiteX11" fmla="*/ 353572 w 3085720"/>
              <a:gd name="connsiteY11" fmla="*/ 0 h 1601150"/>
              <a:gd name="connsiteX12" fmla="*/ 385715 w 3085720"/>
              <a:gd name="connsiteY12" fmla="*/ 39183 h 1601150"/>
              <a:gd name="connsiteX13" fmla="*/ 417858 w 3085720"/>
              <a:gd name="connsiteY13" fmla="*/ 152895 h 1601150"/>
              <a:gd name="connsiteX14" fmla="*/ 450001 w 3085720"/>
              <a:gd name="connsiteY14" fmla="*/ 330011 h 1601150"/>
              <a:gd name="connsiteX15" fmla="*/ 482144 w 3085720"/>
              <a:gd name="connsiteY15" fmla="*/ 553182 h 1601150"/>
              <a:gd name="connsiteX16" fmla="*/ 514287 w 3085720"/>
              <a:gd name="connsiteY16" fmla="*/ 800575 h 1601150"/>
              <a:gd name="connsiteX17" fmla="*/ 546429 w 3085720"/>
              <a:gd name="connsiteY17" fmla="*/ 1047967 h 1601150"/>
              <a:gd name="connsiteX18" fmla="*/ 578572 w 3085720"/>
              <a:gd name="connsiteY18" fmla="*/ 1271139 h 1601150"/>
              <a:gd name="connsiteX19" fmla="*/ 610715 w 3085720"/>
              <a:gd name="connsiteY19" fmla="*/ 1448255 h 1601150"/>
              <a:gd name="connsiteX20" fmla="*/ 642858 w 3085720"/>
              <a:gd name="connsiteY20" fmla="*/ 1561967 h 1601150"/>
              <a:gd name="connsiteX21" fmla="*/ 675001 w 3085720"/>
              <a:gd name="connsiteY21" fmla="*/ 1601150 h 1601150"/>
              <a:gd name="connsiteX22" fmla="*/ 707144 w 3085720"/>
              <a:gd name="connsiteY22" fmla="*/ 1561967 h 1601150"/>
              <a:gd name="connsiteX23" fmla="*/ 739287 w 3085720"/>
              <a:gd name="connsiteY23" fmla="*/ 1448255 h 1601150"/>
              <a:gd name="connsiteX24" fmla="*/ 771430 w 3085720"/>
              <a:gd name="connsiteY24" fmla="*/ 1271139 h 1601150"/>
              <a:gd name="connsiteX25" fmla="*/ 803573 w 3085720"/>
              <a:gd name="connsiteY25" fmla="*/ 1047967 h 1601150"/>
              <a:gd name="connsiteX26" fmla="*/ 835716 w 3085720"/>
              <a:gd name="connsiteY26" fmla="*/ 800575 h 1601150"/>
              <a:gd name="connsiteX27" fmla="*/ 867858 w 3085720"/>
              <a:gd name="connsiteY27" fmla="*/ 553182 h 1601150"/>
              <a:gd name="connsiteX28" fmla="*/ 900002 w 3085720"/>
              <a:gd name="connsiteY28" fmla="*/ 330011 h 1601150"/>
              <a:gd name="connsiteX29" fmla="*/ 932145 w 3085720"/>
              <a:gd name="connsiteY29" fmla="*/ 152895 h 1601150"/>
              <a:gd name="connsiteX30" fmla="*/ 964287 w 3085720"/>
              <a:gd name="connsiteY30" fmla="*/ 39183 h 1601150"/>
              <a:gd name="connsiteX31" fmla="*/ 996430 w 3085720"/>
              <a:gd name="connsiteY31" fmla="*/ 0 h 1601150"/>
              <a:gd name="connsiteX32" fmla="*/ 1028573 w 3085720"/>
              <a:gd name="connsiteY32" fmla="*/ 39183 h 1601150"/>
              <a:gd name="connsiteX33" fmla="*/ 1060716 w 3085720"/>
              <a:gd name="connsiteY33" fmla="*/ 152895 h 1601150"/>
              <a:gd name="connsiteX34" fmla="*/ 1092859 w 3085720"/>
              <a:gd name="connsiteY34" fmla="*/ 330011 h 1601150"/>
              <a:gd name="connsiteX35" fmla="*/ 1125002 w 3085720"/>
              <a:gd name="connsiteY35" fmla="*/ 553182 h 1601150"/>
              <a:gd name="connsiteX36" fmla="*/ 1157145 w 3085720"/>
              <a:gd name="connsiteY36" fmla="*/ 800575 h 1601150"/>
              <a:gd name="connsiteX37" fmla="*/ 1189288 w 3085720"/>
              <a:gd name="connsiteY37" fmla="*/ 1047967 h 1601150"/>
              <a:gd name="connsiteX38" fmla="*/ 1221431 w 3085720"/>
              <a:gd name="connsiteY38" fmla="*/ 1271139 h 1601150"/>
              <a:gd name="connsiteX39" fmla="*/ 1253574 w 3085720"/>
              <a:gd name="connsiteY39" fmla="*/ 1448255 h 1601150"/>
              <a:gd name="connsiteX40" fmla="*/ 1285717 w 3085720"/>
              <a:gd name="connsiteY40" fmla="*/ 1561967 h 1601150"/>
              <a:gd name="connsiteX41" fmla="*/ 1317860 w 3085720"/>
              <a:gd name="connsiteY41" fmla="*/ 1601150 h 1601150"/>
              <a:gd name="connsiteX42" fmla="*/ 1350003 w 3085720"/>
              <a:gd name="connsiteY42" fmla="*/ 1561967 h 1601150"/>
              <a:gd name="connsiteX43" fmla="*/ 1382145 w 3085720"/>
              <a:gd name="connsiteY43" fmla="*/ 1448255 h 1601150"/>
              <a:gd name="connsiteX44" fmla="*/ 1414289 w 3085720"/>
              <a:gd name="connsiteY44" fmla="*/ 1271139 h 1601150"/>
              <a:gd name="connsiteX45" fmla="*/ 1446431 w 3085720"/>
              <a:gd name="connsiteY45" fmla="*/ 1047967 h 1601150"/>
              <a:gd name="connsiteX46" fmla="*/ 1478574 w 3085720"/>
              <a:gd name="connsiteY46" fmla="*/ 800575 h 1601150"/>
              <a:gd name="connsiteX47" fmla="*/ 1510717 w 3085720"/>
              <a:gd name="connsiteY47" fmla="*/ 553182 h 1601150"/>
              <a:gd name="connsiteX48" fmla="*/ 1542860 w 3085720"/>
              <a:gd name="connsiteY48" fmla="*/ 330011 h 1601150"/>
              <a:gd name="connsiteX49" fmla="*/ 1575003 w 3085720"/>
              <a:gd name="connsiteY49" fmla="*/ 152895 h 1601150"/>
              <a:gd name="connsiteX50" fmla="*/ 1607146 w 3085720"/>
              <a:gd name="connsiteY50" fmla="*/ 39183 h 1601150"/>
              <a:gd name="connsiteX51" fmla="*/ 1639289 w 3085720"/>
              <a:gd name="connsiteY51" fmla="*/ 0 h 1601150"/>
              <a:gd name="connsiteX52" fmla="*/ 1671432 w 3085720"/>
              <a:gd name="connsiteY52" fmla="*/ 39183 h 1601150"/>
              <a:gd name="connsiteX53" fmla="*/ 1703575 w 3085720"/>
              <a:gd name="connsiteY53" fmla="*/ 152895 h 1601150"/>
              <a:gd name="connsiteX54" fmla="*/ 1735718 w 3085720"/>
              <a:gd name="connsiteY54" fmla="*/ 330011 h 1601150"/>
              <a:gd name="connsiteX55" fmla="*/ 1767860 w 3085720"/>
              <a:gd name="connsiteY55" fmla="*/ 553182 h 1601150"/>
              <a:gd name="connsiteX56" fmla="*/ 1800003 w 3085720"/>
              <a:gd name="connsiteY56" fmla="*/ 800575 h 1601150"/>
              <a:gd name="connsiteX57" fmla="*/ 1832147 w 3085720"/>
              <a:gd name="connsiteY57" fmla="*/ 1047967 h 1601150"/>
              <a:gd name="connsiteX58" fmla="*/ 1864289 w 3085720"/>
              <a:gd name="connsiteY58" fmla="*/ 1271139 h 1601150"/>
              <a:gd name="connsiteX59" fmla="*/ 1896432 w 3085720"/>
              <a:gd name="connsiteY59" fmla="*/ 1448255 h 1601150"/>
              <a:gd name="connsiteX60" fmla="*/ 1928575 w 3085720"/>
              <a:gd name="connsiteY60" fmla="*/ 1561967 h 1601150"/>
              <a:gd name="connsiteX61" fmla="*/ 1960718 w 3085720"/>
              <a:gd name="connsiteY61" fmla="*/ 1601150 h 1601150"/>
              <a:gd name="connsiteX62" fmla="*/ 1992861 w 3085720"/>
              <a:gd name="connsiteY62" fmla="*/ 1561967 h 1601150"/>
              <a:gd name="connsiteX63" fmla="*/ 2025004 w 3085720"/>
              <a:gd name="connsiteY63" fmla="*/ 1448255 h 1601150"/>
              <a:gd name="connsiteX64" fmla="*/ 2057147 w 3085720"/>
              <a:gd name="connsiteY64" fmla="*/ 1271139 h 1601150"/>
              <a:gd name="connsiteX65" fmla="*/ 2089290 w 3085720"/>
              <a:gd name="connsiteY65" fmla="*/ 1047967 h 1601150"/>
              <a:gd name="connsiteX66" fmla="*/ 2121433 w 3085720"/>
              <a:gd name="connsiteY66" fmla="*/ 800575 h 1601150"/>
              <a:gd name="connsiteX67" fmla="*/ 2153576 w 3085720"/>
              <a:gd name="connsiteY67" fmla="*/ 553182 h 1601150"/>
              <a:gd name="connsiteX68" fmla="*/ 2185719 w 3085720"/>
              <a:gd name="connsiteY68" fmla="*/ 330011 h 1601150"/>
              <a:gd name="connsiteX69" fmla="*/ 2217862 w 3085720"/>
              <a:gd name="connsiteY69" fmla="*/ 152895 h 1601150"/>
              <a:gd name="connsiteX70" fmla="*/ 2250005 w 3085720"/>
              <a:gd name="connsiteY70" fmla="*/ 39183 h 1601150"/>
              <a:gd name="connsiteX71" fmla="*/ 2282147 w 3085720"/>
              <a:gd name="connsiteY71" fmla="*/ 0 h 1601150"/>
              <a:gd name="connsiteX72" fmla="*/ 2314290 w 3085720"/>
              <a:gd name="connsiteY72" fmla="*/ 39183 h 1601150"/>
              <a:gd name="connsiteX73" fmla="*/ 2346433 w 3085720"/>
              <a:gd name="connsiteY73" fmla="*/ 152895 h 1601150"/>
              <a:gd name="connsiteX74" fmla="*/ 2378576 w 3085720"/>
              <a:gd name="connsiteY74" fmla="*/ 330011 h 1601150"/>
              <a:gd name="connsiteX75" fmla="*/ 2410719 w 3085720"/>
              <a:gd name="connsiteY75" fmla="*/ 553182 h 1601150"/>
              <a:gd name="connsiteX76" fmla="*/ 2442862 w 3085720"/>
              <a:gd name="connsiteY76" fmla="*/ 800575 h 1601150"/>
              <a:gd name="connsiteX77" fmla="*/ 2475005 w 3085720"/>
              <a:gd name="connsiteY77" fmla="*/ 1047967 h 1601150"/>
              <a:gd name="connsiteX78" fmla="*/ 2507148 w 3085720"/>
              <a:gd name="connsiteY78" fmla="*/ 1271139 h 1601150"/>
              <a:gd name="connsiteX79" fmla="*/ 2539291 w 3085720"/>
              <a:gd name="connsiteY79" fmla="*/ 1448255 h 1601150"/>
              <a:gd name="connsiteX80" fmla="*/ 2571434 w 3085720"/>
              <a:gd name="connsiteY80" fmla="*/ 1561967 h 1601150"/>
              <a:gd name="connsiteX81" fmla="*/ 2603576 w 3085720"/>
              <a:gd name="connsiteY81" fmla="*/ 1601150 h 1601150"/>
              <a:gd name="connsiteX82" fmla="*/ 2635720 w 3085720"/>
              <a:gd name="connsiteY82" fmla="*/ 1561967 h 1601150"/>
              <a:gd name="connsiteX83" fmla="*/ 2667862 w 3085720"/>
              <a:gd name="connsiteY83" fmla="*/ 1448255 h 1601150"/>
              <a:gd name="connsiteX84" fmla="*/ 2700005 w 3085720"/>
              <a:gd name="connsiteY84" fmla="*/ 1271139 h 1601150"/>
              <a:gd name="connsiteX85" fmla="*/ 2732148 w 3085720"/>
              <a:gd name="connsiteY85" fmla="*/ 1047967 h 1601150"/>
              <a:gd name="connsiteX86" fmla="*/ 2764291 w 3085720"/>
              <a:gd name="connsiteY86" fmla="*/ 800575 h 1601150"/>
              <a:gd name="connsiteX87" fmla="*/ 2796434 w 3085720"/>
              <a:gd name="connsiteY87" fmla="*/ 553182 h 1601150"/>
              <a:gd name="connsiteX88" fmla="*/ 2828577 w 3085720"/>
              <a:gd name="connsiteY88" fmla="*/ 330011 h 1601150"/>
              <a:gd name="connsiteX89" fmla="*/ 2860720 w 3085720"/>
              <a:gd name="connsiteY89" fmla="*/ 152895 h 1601150"/>
              <a:gd name="connsiteX90" fmla="*/ 2892863 w 3085720"/>
              <a:gd name="connsiteY90" fmla="*/ 39183 h 1601150"/>
              <a:gd name="connsiteX91" fmla="*/ 2925006 w 3085720"/>
              <a:gd name="connsiteY91" fmla="*/ 0 h 1601150"/>
              <a:gd name="connsiteX92" fmla="*/ 2957149 w 3085720"/>
              <a:gd name="connsiteY92" fmla="*/ 39183 h 1601150"/>
              <a:gd name="connsiteX93" fmla="*/ 2989292 w 3085720"/>
              <a:gd name="connsiteY93" fmla="*/ 152895 h 1601150"/>
              <a:gd name="connsiteX94" fmla="*/ 3021435 w 3085720"/>
              <a:gd name="connsiteY94" fmla="*/ 330011 h 1601150"/>
              <a:gd name="connsiteX95" fmla="*/ 3053578 w 3085720"/>
              <a:gd name="connsiteY95" fmla="*/ 553182 h 1601150"/>
              <a:gd name="connsiteX96" fmla="*/ 3085720 w 3085720"/>
              <a:gd name="connsiteY96" fmla="*/ 800575 h 1601150"/>
              <a:gd name="connsiteX0" fmla="*/ 0 w 3053577"/>
              <a:gd name="connsiteY0" fmla="*/ 1601150 h 1601150"/>
              <a:gd name="connsiteX1" fmla="*/ 32143 w 3053577"/>
              <a:gd name="connsiteY1" fmla="*/ 1561967 h 1601150"/>
              <a:gd name="connsiteX2" fmla="*/ 64285 w 3053577"/>
              <a:gd name="connsiteY2" fmla="*/ 1448255 h 1601150"/>
              <a:gd name="connsiteX3" fmla="*/ 96428 w 3053577"/>
              <a:gd name="connsiteY3" fmla="*/ 1271139 h 1601150"/>
              <a:gd name="connsiteX4" fmla="*/ 128571 w 3053577"/>
              <a:gd name="connsiteY4" fmla="*/ 1047967 h 1601150"/>
              <a:gd name="connsiteX5" fmla="*/ 160714 w 3053577"/>
              <a:gd name="connsiteY5" fmla="*/ 800575 h 1601150"/>
              <a:gd name="connsiteX6" fmla="*/ 192857 w 3053577"/>
              <a:gd name="connsiteY6" fmla="*/ 553182 h 1601150"/>
              <a:gd name="connsiteX7" fmla="*/ 225000 w 3053577"/>
              <a:gd name="connsiteY7" fmla="*/ 330011 h 1601150"/>
              <a:gd name="connsiteX8" fmla="*/ 257143 w 3053577"/>
              <a:gd name="connsiteY8" fmla="*/ 152895 h 1601150"/>
              <a:gd name="connsiteX9" fmla="*/ 289286 w 3053577"/>
              <a:gd name="connsiteY9" fmla="*/ 39183 h 1601150"/>
              <a:gd name="connsiteX10" fmla="*/ 321429 w 3053577"/>
              <a:gd name="connsiteY10" fmla="*/ 0 h 1601150"/>
              <a:gd name="connsiteX11" fmla="*/ 353572 w 3053577"/>
              <a:gd name="connsiteY11" fmla="*/ 39183 h 1601150"/>
              <a:gd name="connsiteX12" fmla="*/ 385715 w 3053577"/>
              <a:gd name="connsiteY12" fmla="*/ 152895 h 1601150"/>
              <a:gd name="connsiteX13" fmla="*/ 417858 w 3053577"/>
              <a:gd name="connsiteY13" fmla="*/ 330011 h 1601150"/>
              <a:gd name="connsiteX14" fmla="*/ 450001 w 3053577"/>
              <a:gd name="connsiteY14" fmla="*/ 553182 h 1601150"/>
              <a:gd name="connsiteX15" fmla="*/ 482144 w 3053577"/>
              <a:gd name="connsiteY15" fmla="*/ 800575 h 1601150"/>
              <a:gd name="connsiteX16" fmla="*/ 514286 w 3053577"/>
              <a:gd name="connsiteY16" fmla="*/ 1047967 h 1601150"/>
              <a:gd name="connsiteX17" fmla="*/ 546429 w 3053577"/>
              <a:gd name="connsiteY17" fmla="*/ 1271139 h 1601150"/>
              <a:gd name="connsiteX18" fmla="*/ 578572 w 3053577"/>
              <a:gd name="connsiteY18" fmla="*/ 1448255 h 1601150"/>
              <a:gd name="connsiteX19" fmla="*/ 610715 w 3053577"/>
              <a:gd name="connsiteY19" fmla="*/ 1561967 h 1601150"/>
              <a:gd name="connsiteX20" fmla="*/ 642858 w 3053577"/>
              <a:gd name="connsiteY20" fmla="*/ 1601150 h 1601150"/>
              <a:gd name="connsiteX21" fmla="*/ 675001 w 3053577"/>
              <a:gd name="connsiteY21" fmla="*/ 1561967 h 1601150"/>
              <a:gd name="connsiteX22" fmla="*/ 707144 w 3053577"/>
              <a:gd name="connsiteY22" fmla="*/ 1448255 h 1601150"/>
              <a:gd name="connsiteX23" fmla="*/ 739287 w 3053577"/>
              <a:gd name="connsiteY23" fmla="*/ 1271139 h 1601150"/>
              <a:gd name="connsiteX24" fmla="*/ 771430 w 3053577"/>
              <a:gd name="connsiteY24" fmla="*/ 1047967 h 1601150"/>
              <a:gd name="connsiteX25" fmla="*/ 803573 w 3053577"/>
              <a:gd name="connsiteY25" fmla="*/ 800575 h 1601150"/>
              <a:gd name="connsiteX26" fmla="*/ 835715 w 3053577"/>
              <a:gd name="connsiteY26" fmla="*/ 553182 h 1601150"/>
              <a:gd name="connsiteX27" fmla="*/ 867859 w 3053577"/>
              <a:gd name="connsiteY27" fmla="*/ 330011 h 1601150"/>
              <a:gd name="connsiteX28" fmla="*/ 900002 w 3053577"/>
              <a:gd name="connsiteY28" fmla="*/ 152895 h 1601150"/>
              <a:gd name="connsiteX29" fmla="*/ 932144 w 3053577"/>
              <a:gd name="connsiteY29" fmla="*/ 39183 h 1601150"/>
              <a:gd name="connsiteX30" fmla="*/ 964287 w 3053577"/>
              <a:gd name="connsiteY30" fmla="*/ 0 h 1601150"/>
              <a:gd name="connsiteX31" fmla="*/ 996430 w 3053577"/>
              <a:gd name="connsiteY31" fmla="*/ 39183 h 1601150"/>
              <a:gd name="connsiteX32" fmla="*/ 1028573 w 3053577"/>
              <a:gd name="connsiteY32" fmla="*/ 152895 h 1601150"/>
              <a:gd name="connsiteX33" fmla="*/ 1060716 w 3053577"/>
              <a:gd name="connsiteY33" fmla="*/ 330011 h 1601150"/>
              <a:gd name="connsiteX34" fmla="*/ 1092859 w 3053577"/>
              <a:gd name="connsiteY34" fmla="*/ 553182 h 1601150"/>
              <a:gd name="connsiteX35" fmla="*/ 1125002 w 3053577"/>
              <a:gd name="connsiteY35" fmla="*/ 800575 h 1601150"/>
              <a:gd name="connsiteX36" fmla="*/ 1157145 w 3053577"/>
              <a:gd name="connsiteY36" fmla="*/ 1047967 h 1601150"/>
              <a:gd name="connsiteX37" fmla="*/ 1189288 w 3053577"/>
              <a:gd name="connsiteY37" fmla="*/ 1271139 h 1601150"/>
              <a:gd name="connsiteX38" fmla="*/ 1221431 w 3053577"/>
              <a:gd name="connsiteY38" fmla="*/ 1448255 h 1601150"/>
              <a:gd name="connsiteX39" fmla="*/ 1253574 w 3053577"/>
              <a:gd name="connsiteY39" fmla="*/ 1561967 h 1601150"/>
              <a:gd name="connsiteX40" fmla="*/ 1285717 w 3053577"/>
              <a:gd name="connsiteY40" fmla="*/ 1601150 h 1601150"/>
              <a:gd name="connsiteX41" fmla="*/ 1317860 w 3053577"/>
              <a:gd name="connsiteY41" fmla="*/ 1561967 h 1601150"/>
              <a:gd name="connsiteX42" fmla="*/ 1350002 w 3053577"/>
              <a:gd name="connsiteY42" fmla="*/ 1448255 h 1601150"/>
              <a:gd name="connsiteX43" fmla="*/ 1382146 w 3053577"/>
              <a:gd name="connsiteY43" fmla="*/ 1271139 h 1601150"/>
              <a:gd name="connsiteX44" fmla="*/ 1414288 w 3053577"/>
              <a:gd name="connsiteY44" fmla="*/ 1047967 h 1601150"/>
              <a:gd name="connsiteX45" fmla="*/ 1446431 w 3053577"/>
              <a:gd name="connsiteY45" fmla="*/ 800575 h 1601150"/>
              <a:gd name="connsiteX46" fmla="*/ 1478574 w 3053577"/>
              <a:gd name="connsiteY46" fmla="*/ 553182 h 1601150"/>
              <a:gd name="connsiteX47" fmla="*/ 1510717 w 3053577"/>
              <a:gd name="connsiteY47" fmla="*/ 330011 h 1601150"/>
              <a:gd name="connsiteX48" fmla="*/ 1542860 w 3053577"/>
              <a:gd name="connsiteY48" fmla="*/ 152895 h 1601150"/>
              <a:gd name="connsiteX49" fmla="*/ 1575003 w 3053577"/>
              <a:gd name="connsiteY49" fmla="*/ 39183 h 1601150"/>
              <a:gd name="connsiteX50" fmla="*/ 1607146 w 3053577"/>
              <a:gd name="connsiteY50" fmla="*/ 0 h 1601150"/>
              <a:gd name="connsiteX51" fmla="*/ 1639289 w 3053577"/>
              <a:gd name="connsiteY51" fmla="*/ 39183 h 1601150"/>
              <a:gd name="connsiteX52" fmla="*/ 1671432 w 3053577"/>
              <a:gd name="connsiteY52" fmla="*/ 152895 h 1601150"/>
              <a:gd name="connsiteX53" fmla="*/ 1703575 w 3053577"/>
              <a:gd name="connsiteY53" fmla="*/ 330011 h 1601150"/>
              <a:gd name="connsiteX54" fmla="*/ 1735717 w 3053577"/>
              <a:gd name="connsiteY54" fmla="*/ 553182 h 1601150"/>
              <a:gd name="connsiteX55" fmla="*/ 1767860 w 3053577"/>
              <a:gd name="connsiteY55" fmla="*/ 800575 h 1601150"/>
              <a:gd name="connsiteX56" fmla="*/ 1800004 w 3053577"/>
              <a:gd name="connsiteY56" fmla="*/ 1047967 h 1601150"/>
              <a:gd name="connsiteX57" fmla="*/ 1832146 w 3053577"/>
              <a:gd name="connsiteY57" fmla="*/ 1271139 h 1601150"/>
              <a:gd name="connsiteX58" fmla="*/ 1864289 w 3053577"/>
              <a:gd name="connsiteY58" fmla="*/ 1448255 h 1601150"/>
              <a:gd name="connsiteX59" fmla="*/ 1896432 w 3053577"/>
              <a:gd name="connsiteY59" fmla="*/ 1561967 h 1601150"/>
              <a:gd name="connsiteX60" fmla="*/ 1928575 w 3053577"/>
              <a:gd name="connsiteY60" fmla="*/ 1601150 h 1601150"/>
              <a:gd name="connsiteX61" fmla="*/ 1960718 w 3053577"/>
              <a:gd name="connsiteY61" fmla="*/ 1561967 h 1601150"/>
              <a:gd name="connsiteX62" fmla="*/ 1992861 w 3053577"/>
              <a:gd name="connsiteY62" fmla="*/ 1448255 h 1601150"/>
              <a:gd name="connsiteX63" fmla="*/ 2025004 w 3053577"/>
              <a:gd name="connsiteY63" fmla="*/ 1271139 h 1601150"/>
              <a:gd name="connsiteX64" fmla="*/ 2057147 w 3053577"/>
              <a:gd name="connsiteY64" fmla="*/ 1047967 h 1601150"/>
              <a:gd name="connsiteX65" fmla="*/ 2089290 w 3053577"/>
              <a:gd name="connsiteY65" fmla="*/ 800575 h 1601150"/>
              <a:gd name="connsiteX66" fmla="*/ 2121433 w 3053577"/>
              <a:gd name="connsiteY66" fmla="*/ 553182 h 1601150"/>
              <a:gd name="connsiteX67" fmla="*/ 2153576 w 3053577"/>
              <a:gd name="connsiteY67" fmla="*/ 330011 h 1601150"/>
              <a:gd name="connsiteX68" fmla="*/ 2185719 w 3053577"/>
              <a:gd name="connsiteY68" fmla="*/ 152895 h 1601150"/>
              <a:gd name="connsiteX69" fmla="*/ 2217862 w 3053577"/>
              <a:gd name="connsiteY69" fmla="*/ 39183 h 1601150"/>
              <a:gd name="connsiteX70" fmla="*/ 2250004 w 3053577"/>
              <a:gd name="connsiteY70" fmla="*/ 0 h 1601150"/>
              <a:gd name="connsiteX71" fmla="*/ 2282147 w 3053577"/>
              <a:gd name="connsiteY71" fmla="*/ 39183 h 1601150"/>
              <a:gd name="connsiteX72" fmla="*/ 2314290 w 3053577"/>
              <a:gd name="connsiteY72" fmla="*/ 152895 h 1601150"/>
              <a:gd name="connsiteX73" fmla="*/ 2346433 w 3053577"/>
              <a:gd name="connsiteY73" fmla="*/ 330011 h 1601150"/>
              <a:gd name="connsiteX74" fmla="*/ 2378576 w 3053577"/>
              <a:gd name="connsiteY74" fmla="*/ 553182 h 1601150"/>
              <a:gd name="connsiteX75" fmla="*/ 2410719 w 3053577"/>
              <a:gd name="connsiteY75" fmla="*/ 800575 h 1601150"/>
              <a:gd name="connsiteX76" fmla="*/ 2442862 w 3053577"/>
              <a:gd name="connsiteY76" fmla="*/ 1047967 h 1601150"/>
              <a:gd name="connsiteX77" fmla="*/ 2475005 w 3053577"/>
              <a:gd name="connsiteY77" fmla="*/ 1271139 h 1601150"/>
              <a:gd name="connsiteX78" fmla="*/ 2507148 w 3053577"/>
              <a:gd name="connsiteY78" fmla="*/ 1448255 h 1601150"/>
              <a:gd name="connsiteX79" fmla="*/ 2539291 w 3053577"/>
              <a:gd name="connsiteY79" fmla="*/ 1561967 h 1601150"/>
              <a:gd name="connsiteX80" fmla="*/ 2571433 w 3053577"/>
              <a:gd name="connsiteY80" fmla="*/ 1601150 h 1601150"/>
              <a:gd name="connsiteX81" fmla="*/ 2603577 w 3053577"/>
              <a:gd name="connsiteY81" fmla="*/ 1561967 h 1601150"/>
              <a:gd name="connsiteX82" fmla="*/ 2635719 w 3053577"/>
              <a:gd name="connsiteY82" fmla="*/ 1448255 h 1601150"/>
              <a:gd name="connsiteX83" fmla="*/ 2667862 w 3053577"/>
              <a:gd name="connsiteY83" fmla="*/ 1271139 h 1601150"/>
              <a:gd name="connsiteX84" fmla="*/ 2700005 w 3053577"/>
              <a:gd name="connsiteY84" fmla="*/ 1047967 h 1601150"/>
              <a:gd name="connsiteX85" fmla="*/ 2732148 w 3053577"/>
              <a:gd name="connsiteY85" fmla="*/ 800575 h 1601150"/>
              <a:gd name="connsiteX86" fmla="*/ 2764291 w 3053577"/>
              <a:gd name="connsiteY86" fmla="*/ 553182 h 1601150"/>
              <a:gd name="connsiteX87" fmla="*/ 2796434 w 3053577"/>
              <a:gd name="connsiteY87" fmla="*/ 330011 h 1601150"/>
              <a:gd name="connsiteX88" fmla="*/ 2828577 w 3053577"/>
              <a:gd name="connsiteY88" fmla="*/ 152895 h 1601150"/>
              <a:gd name="connsiteX89" fmla="*/ 2860720 w 3053577"/>
              <a:gd name="connsiteY89" fmla="*/ 39183 h 1601150"/>
              <a:gd name="connsiteX90" fmla="*/ 2892863 w 3053577"/>
              <a:gd name="connsiteY90" fmla="*/ 0 h 1601150"/>
              <a:gd name="connsiteX91" fmla="*/ 2925006 w 3053577"/>
              <a:gd name="connsiteY91" fmla="*/ 39183 h 1601150"/>
              <a:gd name="connsiteX92" fmla="*/ 2957149 w 3053577"/>
              <a:gd name="connsiteY92" fmla="*/ 152895 h 1601150"/>
              <a:gd name="connsiteX93" fmla="*/ 2989292 w 3053577"/>
              <a:gd name="connsiteY93" fmla="*/ 330011 h 1601150"/>
              <a:gd name="connsiteX94" fmla="*/ 3021435 w 3053577"/>
              <a:gd name="connsiteY94" fmla="*/ 553182 h 1601150"/>
              <a:gd name="connsiteX95" fmla="*/ 3053577 w 3053577"/>
              <a:gd name="connsiteY95" fmla="*/ 800575 h 1601150"/>
              <a:gd name="connsiteX0" fmla="*/ 0 w 3021434"/>
              <a:gd name="connsiteY0" fmla="*/ 1561967 h 1601150"/>
              <a:gd name="connsiteX1" fmla="*/ 32142 w 3021434"/>
              <a:gd name="connsiteY1" fmla="*/ 1448255 h 1601150"/>
              <a:gd name="connsiteX2" fmla="*/ 64285 w 3021434"/>
              <a:gd name="connsiteY2" fmla="*/ 1271139 h 1601150"/>
              <a:gd name="connsiteX3" fmla="*/ 96428 w 3021434"/>
              <a:gd name="connsiteY3" fmla="*/ 1047967 h 1601150"/>
              <a:gd name="connsiteX4" fmla="*/ 128571 w 3021434"/>
              <a:gd name="connsiteY4" fmla="*/ 800575 h 1601150"/>
              <a:gd name="connsiteX5" fmla="*/ 160714 w 3021434"/>
              <a:gd name="connsiteY5" fmla="*/ 553182 h 1601150"/>
              <a:gd name="connsiteX6" fmla="*/ 192857 w 3021434"/>
              <a:gd name="connsiteY6" fmla="*/ 330011 h 1601150"/>
              <a:gd name="connsiteX7" fmla="*/ 225000 w 3021434"/>
              <a:gd name="connsiteY7" fmla="*/ 152895 h 1601150"/>
              <a:gd name="connsiteX8" fmla="*/ 257143 w 3021434"/>
              <a:gd name="connsiteY8" fmla="*/ 39183 h 1601150"/>
              <a:gd name="connsiteX9" fmla="*/ 289286 w 3021434"/>
              <a:gd name="connsiteY9" fmla="*/ 0 h 1601150"/>
              <a:gd name="connsiteX10" fmla="*/ 321429 w 3021434"/>
              <a:gd name="connsiteY10" fmla="*/ 39183 h 1601150"/>
              <a:gd name="connsiteX11" fmla="*/ 353572 w 3021434"/>
              <a:gd name="connsiteY11" fmla="*/ 152895 h 1601150"/>
              <a:gd name="connsiteX12" fmla="*/ 385715 w 3021434"/>
              <a:gd name="connsiteY12" fmla="*/ 330011 h 1601150"/>
              <a:gd name="connsiteX13" fmla="*/ 417858 w 3021434"/>
              <a:gd name="connsiteY13" fmla="*/ 553182 h 1601150"/>
              <a:gd name="connsiteX14" fmla="*/ 450001 w 3021434"/>
              <a:gd name="connsiteY14" fmla="*/ 800575 h 1601150"/>
              <a:gd name="connsiteX15" fmla="*/ 482143 w 3021434"/>
              <a:gd name="connsiteY15" fmla="*/ 1047967 h 1601150"/>
              <a:gd name="connsiteX16" fmla="*/ 514286 w 3021434"/>
              <a:gd name="connsiteY16" fmla="*/ 1271139 h 1601150"/>
              <a:gd name="connsiteX17" fmla="*/ 546429 w 3021434"/>
              <a:gd name="connsiteY17" fmla="*/ 1448255 h 1601150"/>
              <a:gd name="connsiteX18" fmla="*/ 578572 w 3021434"/>
              <a:gd name="connsiteY18" fmla="*/ 1561967 h 1601150"/>
              <a:gd name="connsiteX19" fmla="*/ 610715 w 3021434"/>
              <a:gd name="connsiteY19" fmla="*/ 1601150 h 1601150"/>
              <a:gd name="connsiteX20" fmla="*/ 642858 w 3021434"/>
              <a:gd name="connsiteY20" fmla="*/ 1561967 h 1601150"/>
              <a:gd name="connsiteX21" fmla="*/ 675001 w 3021434"/>
              <a:gd name="connsiteY21" fmla="*/ 1448255 h 1601150"/>
              <a:gd name="connsiteX22" fmla="*/ 707144 w 3021434"/>
              <a:gd name="connsiteY22" fmla="*/ 1271139 h 1601150"/>
              <a:gd name="connsiteX23" fmla="*/ 739287 w 3021434"/>
              <a:gd name="connsiteY23" fmla="*/ 1047967 h 1601150"/>
              <a:gd name="connsiteX24" fmla="*/ 771430 w 3021434"/>
              <a:gd name="connsiteY24" fmla="*/ 800575 h 1601150"/>
              <a:gd name="connsiteX25" fmla="*/ 803572 w 3021434"/>
              <a:gd name="connsiteY25" fmla="*/ 553182 h 1601150"/>
              <a:gd name="connsiteX26" fmla="*/ 835716 w 3021434"/>
              <a:gd name="connsiteY26" fmla="*/ 330011 h 1601150"/>
              <a:gd name="connsiteX27" fmla="*/ 867859 w 3021434"/>
              <a:gd name="connsiteY27" fmla="*/ 152895 h 1601150"/>
              <a:gd name="connsiteX28" fmla="*/ 900001 w 3021434"/>
              <a:gd name="connsiteY28" fmla="*/ 39183 h 1601150"/>
              <a:gd name="connsiteX29" fmla="*/ 932144 w 3021434"/>
              <a:gd name="connsiteY29" fmla="*/ 0 h 1601150"/>
              <a:gd name="connsiteX30" fmla="*/ 964287 w 3021434"/>
              <a:gd name="connsiteY30" fmla="*/ 39183 h 1601150"/>
              <a:gd name="connsiteX31" fmla="*/ 996430 w 3021434"/>
              <a:gd name="connsiteY31" fmla="*/ 152895 h 1601150"/>
              <a:gd name="connsiteX32" fmla="*/ 1028573 w 3021434"/>
              <a:gd name="connsiteY32" fmla="*/ 330011 h 1601150"/>
              <a:gd name="connsiteX33" fmla="*/ 1060716 w 3021434"/>
              <a:gd name="connsiteY33" fmla="*/ 553182 h 1601150"/>
              <a:gd name="connsiteX34" fmla="*/ 1092859 w 3021434"/>
              <a:gd name="connsiteY34" fmla="*/ 800575 h 1601150"/>
              <a:gd name="connsiteX35" fmla="*/ 1125002 w 3021434"/>
              <a:gd name="connsiteY35" fmla="*/ 1047967 h 1601150"/>
              <a:gd name="connsiteX36" fmla="*/ 1157145 w 3021434"/>
              <a:gd name="connsiteY36" fmla="*/ 1271139 h 1601150"/>
              <a:gd name="connsiteX37" fmla="*/ 1189288 w 3021434"/>
              <a:gd name="connsiteY37" fmla="*/ 1448255 h 1601150"/>
              <a:gd name="connsiteX38" fmla="*/ 1221431 w 3021434"/>
              <a:gd name="connsiteY38" fmla="*/ 1561967 h 1601150"/>
              <a:gd name="connsiteX39" fmla="*/ 1253574 w 3021434"/>
              <a:gd name="connsiteY39" fmla="*/ 1601150 h 1601150"/>
              <a:gd name="connsiteX40" fmla="*/ 1285717 w 3021434"/>
              <a:gd name="connsiteY40" fmla="*/ 1561967 h 1601150"/>
              <a:gd name="connsiteX41" fmla="*/ 1317859 w 3021434"/>
              <a:gd name="connsiteY41" fmla="*/ 1448255 h 1601150"/>
              <a:gd name="connsiteX42" fmla="*/ 1350003 w 3021434"/>
              <a:gd name="connsiteY42" fmla="*/ 1271139 h 1601150"/>
              <a:gd name="connsiteX43" fmla="*/ 1382145 w 3021434"/>
              <a:gd name="connsiteY43" fmla="*/ 1047967 h 1601150"/>
              <a:gd name="connsiteX44" fmla="*/ 1414288 w 3021434"/>
              <a:gd name="connsiteY44" fmla="*/ 800575 h 1601150"/>
              <a:gd name="connsiteX45" fmla="*/ 1446431 w 3021434"/>
              <a:gd name="connsiteY45" fmla="*/ 553182 h 1601150"/>
              <a:gd name="connsiteX46" fmla="*/ 1478574 w 3021434"/>
              <a:gd name="connsiteY46" fmla="*/ 330011 h 1601150"/>
              <a:gd name="connsiteX47" fmla="*/ 1510717 w 3021434"/>
              <a:gd name="connsiteY47" fmla="*/ 152895 h 1601150"/>
              <a:gd name="connsiteX48" fmla="*/ 1542860 w 3021434"/>
              <a:gd name="connsiteY48" fmla="*/ 39183 h 1601150"/>
              <a:gd name="connsiteX49" fmla="*/ 1575003 w 3021434"/>
              <a:gd name="connsiteY49" fmla="*/ 0 h 1601150"/>
              <a:gd name="connsiteX50" fmla="*/ 1607146 w 3021434"/>
              <a:gd name="connsiteY50" fmla="*/ 39183 h 1601150"/>
              <a:gd name="connsiteX51" fmla="*/ 1639289 w 3021434"/>
              <a:gd name="connsiteY51" fmla="*/ 152895 h 1601150"/>
              <a:gd name="connsiteX52" fmla="*/ 1671432 w 3021434"/>
              <a:gd name="connsiteY52" fmla="*/ 330011 h 1601150"/>
              <a:gd name="connsiteX53" fmla="*/ 1703574 w 3021434"/>
              <a:gd name="connsiteY53" fmla="*/ 553182 h 1601150"/>
              <a:gd name="connsiteX54" fmla="*/ 1735717 w 3021434"/>
              <a:gd name="connsiteY54" fmla="*/ 800575 h 1601150"/>
              <a:gd name="connsiteX55" fmla="*/ 1767861 w 3021434"/>
              <a:gd name="connsiteY55" fmla="*/ 1047967 h 1601150"/>
              <a:gd name="connsiteX56" fmla="*/ 1800003 w 3021434"/>
              <a:gd name="connsiteY56" fmla="*/ 1271139 h 1601150"/>
              <a:gd name="connsiteX57" fmla="*/ 1832146 w 3021434"/>
              <a:gd name="connsiteY57" fmla="*/ 1448255 h 1601150"/>
              <a:gd name="connsiteX58" fmla="*/ 1864289 w 3021434"/>
              <a:gd name="connsiteY58" fmla="*/ 1561967 h 1601150"/>
              <a:gd name="connsiteX59" fmla="*/ 1896432 w 3021434"/>
              <a:gd name="connsiteY59" fmla="*/ 1601150 h 1601150"/>
              <a:gd name="connsiteX60" fmla="*/ 1928575 w 3021434"/>
              <a:gd name="connsiteY60" fmla="*/ 1561967 h 1601150"/>
              <a:gd name="connsiteX61" fmla="*/ 1960718 w 3021434"/>
              <a:gd name="connsiteY61" fmla="*/ 1448255 h 1601150"/>
              <a:gd name="connsiteX62" fmla="*/ 1992861 w 3021434"/>
              <a:gd name="connsiteY62" fmla="*/ 1271139 h 1601150"/>
              <a:gd name="connsiteX63" fmla="*/ 2025004 w 3021434"/>
              <a:gd name="connsiteY63" fmla="*/ 1047967 h 1601150"/>
              <a:gd name="connsiteX64" fmla="*/ 2057147 w 3021434"/>
              <a:gd name="connsiteY64" fmla="*/ 800575 h 1601150"/>
              <a:gd name="connsiteX65" fmla="*/ 2089290 w 3021434"/>
              <a:gd name="connsiteY65" fmla="*/ 553182 h 1601150"/>
              <a:gd name="connsiteX66" fmla="*/ 2121433 w 3021434"/>
              <a:gd name="connsiteY66" fmla="*/ 330011 h 1601150"/>
              <a:gd name="connsiteX67" fmla="*/ 2153576 w 3021434"/>
              <a:gd name="connsiteY67" fmla="*/ 152895 h 1601150"/>
              <a:gd name="connsiteX68" fmla="*/ 2185719 w 3021434"/>
              <a:gd name="connsiteY68" fmla="*/ 39183 h 1601150"/>
              <a:gd name="connsiteX69" fmla="*/ 2217861 w 3021434"/>
              <a:gd name="connsiteY69" fmla="*/ 0 h 1601150"/>
              <a:gd name="connsiteX70" fmla="*/ 2250004 w 3021434"/>
              <a:gd name="connsiteY70" fmla="*/ 39183 h 1601150"/>
              <a:gd name="connsiteX71" fmla="*/ 2282147 w 3021434"/>
              <a:gd name="connsiteY71" fmla="*/ 152895 h 1601150"/>
              <a:gd name="connsiteX72" fmla="*/ 2314290 w 3021434"/>
              <a:gd name="connsiteY72" fmla="*/ 330011 h 1601150"/>
              <a:gd name="connsiteX73" fmla="*/ 2346433 w 3021434"/>
              <a:gd name="connsiteY73" fmla="*/ 553182 h 1601150"/>
              <a:gd name="connsiteX74" fmla="*/ 2378576 w 3021434"/>
              <a:gd name="connsiteY74" fmla="*/ 800575 h 1601150"/>
              <a:gd name="connsiteX75" fmla="*/ 2410719 w 3021434"/>
              <a:gd name="connsiteY75" fmla="*/ 1047967 h 1601150"/>
              <a:gd name="connsiteX76" fmla="*/ 2442862 w 3021434"/>
              <a:gd name="connsiteY76" fmla="*/ 1271139 h 1601150"/>
              <a:gd name="connsiteX77" fmla="*/ 2475005 w 3021434"/>
              <a:gd name="connsiteY77" fmla="*/ 1448255 h 1601150"/>
              <a:gd name="connsiteX78" fmla="*/ 2507148 w 3021434"/>
              <a:gd name="connsiteY78" fmla="*/ 1561967 h 1601150"/>
              <a:gd name="connsiteX79" fmla="*/ 2539290 w 3021434"/>
              <a:gd name="connsiteY79" fmla="*/ 1601150 h 1601150"/>
              <a:gd name="connsiteX80" fmla="*/ 2571434 w 3021434"/>
              <a:gd name="connsiteY80" fmla="*/ 1561967 h 1601150"/>
              <a:gd name="connsiteX81" fmla="*/ 2603576 w 3021434"/>
              <a:gd name="connsiteY81" fmla="*/ 1448255 h 1601150"/>
              <a:gd name="connsiteX82" fmla="*/ 2635719 w 3021434"/>
              <a:gd name="connsiteY82" fmla="*/ 1271139 h 1601150"/>
              <a:gd name="connsiteX83" fmla="*/ 2667862 w 3021434"/>
              <a:gd name="connsiteY83" fmla="*/ 1047967 h 1601150"/>
              <a:gd name="connsiteX84" fmla="*/ 2700005 w 3021434"/>
              <a:gd name="connsiteY84" fmla="*/ 800575 h 1601150"/>
              <a:gd name="connsiteX85" fmla="*/ 2732148 w 3021434"/>
              <a:gd name="connsiteY85" fmla="*/ 553182 h 1601150"/>
              <a:gd name="connsiteX86" fmla="*/ 2764291 w 3021434"/>
              <a:gd name="connsiteY86" fmla="*/ 330011 h 1601150"/>
              <a:gd name="connsiteX87" fmla="*/ 2796434 w 3021434"/>
              <a:gd name="connsiteY87" fmla="*/ 152895 h 1601150"/>
              <a:gd name="connsiteX88" fmla="*/ 2828577 w 3021434"/>
              <a:gd name="connsiteY88" fmla="*/ 39183 h 1601150"/>
              <a:gd name="connsiteX89" fmla="*/ 2860720 w 3021434"/>
              <a:gd name="connsiteY89" fmla="*/ 0 h 1601150"/>
              <a:gd name="connsiteX90" fmla="*/ 2892863 w 3021434"/>
              <a:gd name="connsiteY90" fmla="*/ 39183 h 1601150"/>
              <a:gd name="connsiteX91" fmla="*/ 2925006 w 3021434"/>
              <a:gd name="connsiteY91" fmla="*/ 152895 h 1601150"/>
              <a:gd name="connsiteX92" fmla="*/ 2957149 w 3021434"/>
              <a:gd name="connsiteY92" fmla="*/ 330011 h 1601150"/>
              <a:gd name="connsiteX93" fmla="*/ 2989292 w 3021434"/>
              <a:gd name="connsiteY93" fmla="*/ 553182 h 1601150"/>
              <a:gd name="connsiteX94" fmla="*/ 3021434 w 3021434"/>
              <a:gd name="connsiteY94" fmla="*/ 800575 h 1601150"/>
              <a:gd name="connsiteX0" fmla="*/ 0 w 2989292"/>
              <a:gd name="connsiteY0" fmla="*/ 1448255 h 1601150"/>
              <a:gd name="connsiteX1" fmla="*/ 32143 w 2989292"/>
              <a:gd name="connsiteY1" fmla="*/ 1271139 h 1601150"/>
              <a:gd name="connsiteX2" fmla="*/ 64286 w 2989292"/>
              <a:gd name="connsiteY2" fmla="*/ 1047967 h 1601150"/>
              <a:gd name="connsiteX3" fmla="*/ 96429 w 2989292"/>
              <a:gd name="connsiteY3" fmla="*/ 800575 h 1601150"/>
              <a:gd name="connsiteX4" fmla="*/ 128572 w 2989292"/>
              <a:gd name="connsiteY4" fmla="*/ 553182 h 1601150"/>
              <a:gd name="connsiteX5" fmla="*/ 160715 w 2989292"/>
              <a:gd name="connsiteY5" fmla="*/ 330011 h 1601150"/>
              <a:gd name="connsiteX6" fmla="*/ 192858 w 2989292"/>
              <a:gd name="connsiteY6" fmla="*/ 152895 h 1601150"/>
              <a:gd name="connsiteX7" fmla="*/ 225001 w 2989292"/>
              <a:gd name="connsiteY7" fmla="*/ 39183 h 1601150"/>
              <a:gd name="connsiteX8" fmla="*/ 257144 w 2989292"/>
              <a:gd name="connsiteY8" fmla="*/ 0 h 1601150"/>
              <a:gd name="connsiteX9" fmla="*/ 289287 w 2989292"/>
              <a:gd name="connsiteY9" fmla="*/ 39183 h 1601150"/>
              <a:gd name="connsiteX10" fmla="*/ 321430 w 2989292"/>
              <a:gd name="connsiteY10" fmla="*/ 152895 h 1601150"/>
              <a:gd name="connsiteX11" fmla="*/ 353573 w 2989292"/>
              <a:gd name="connsiteY11" fmla="*/ 330011 h 1601150"/>
              <a:gd name="connsiteX12" fmla="*/ 385716 w 2989292"/>
              <a:gd name="connsiteY12" fmla="*/ 553182 h 1601150"/>
              <a:gd name="connsiteX13" fmla="*/ 417859 w 2989292"/>
              <a:gd name="connsiteY13" fmla="*/ 800575 h 1601150"/>
              <a:gd name="connsiteX14" fmla="*/ 450001 w 2989292"/>
              <a:gd name="connsiteY14" fmla="*/ 1047967 h 1601150"/>
              <a:gd name="connsiteX15" fmla="*/ 482144 w 2989292"/>
              <a:gd name="connsiteY15" fmla="*/ 1271139 h 1601150"/>
              <a:gd name="connsiteX16" fmla="*/ 514287 w 2989292"/>
              <a:gd name="connsiteY16" fmla="*/ 1448255 h 1601150"/>
              <a:gd name="connsiteX17" fmla="*/ 546430 w 2989292"/>
              <a:gd name="connsiteY17" fmla="*/ 1561967 h 1601150"/>
              <a:gd name="connsiteX18" fmla="*/ 578573 w 2989292"/>
              <a:gd name="connsiteY18" fmla="*/ 1601150 h 1601150"/>
              <a:gd name="connsiteX19" fmla="*/ 610716 w 2989292"/>
              <a:gd name="connsiteY19" fmla="*/ 1561967 h 1601150"/>
              <a:gd name="connsiteX20" fmla="*/ 642859 w 2989292"/>
              <a:gd name="connsiteY20" fmla="*/ 1448255 h 1601150"/>
              <a:gd name="connsiteX21" fmla="*/ 675002 w 2989292"/>
              <a:gd name="connsiteY21" fmla="*/ 1271139 h 1601150"/>
              <a:gd name="connsiteX22" fmla="*/ 707145 w 2989292"/>
              <a:gd name="connsiteY22" fmla="*/ 1047967 h 1601150"/>
              <a:gd name="connsiteX23" fmla="*/ 739288 w 2989292"/>
              <a:gd name="connsiteY23" fmla="*/ 800575 h 1601150"/>
              <a:gd name="connsiteX24" fmla="*/ 771430 w 2989292"/>
              <a:gd name="connsiteY24" fmla="*/ 553182 h 1601150"/>
              <a:gd name="connsiteX25" fmla="*/ 803574 w 2989292"/>
              <a:gd name="connsiteY25" fmla="*/ 330011 h 1601150"/>
              <a:gd name="connsiteX26" fmla="*/ 835717 w 2989292"/>
              <a:gd name="connsiteY26" fmla="*/ 152895 h 1601150"/>
              <a:gd name="connsiteX27" fmla="*/ 867859 w 2989292"/>
              <a:gd name="connsiteY27" fmla="*/ 39183 h 1601150"/>
              <a:gd name="connsiteX28" fmla="*/ 900002 w 2989292"/>
              <a:gd name="connsiteY28" fmla="*/ 0 h 1601150"/>
              <a:gd name="connsiteX29" fmla="*/ 932145 w 2989292"/>
              <a:gd name="connsiteY29" fmla="*/ 39183 h 1601150"/>
              <a:gd name="connsiteX30" fmla="*/ 964288 w 2989292"/>
              <a:gd name="connsiteY30" fmla="*/ 152895 h 1601150"/>
              <a:gd name="connsiteX31" fmla="*/ 996431 w 2989292"/>
              <a:gd name="connsiteY31" fmla="*/ 330011 h 1601150"/>
              <a:gd name="connsiteX32" fmla="*/ 1028574 w 2989292"/>
              <a:gd name="connsiteY32" fmla="*/ 553182 h 1601150"/>
              <a:gd name="connsiteX33" fmla="*/ 1060717 w 2989292"/>
              <a:gd name="connsiteY33" fmla="*/ 800575 h 1601150"/>
              <a:gd name="connsiteX34" fmla="*/ 1092860 w 2989292"/>
              <a:gd name="connsiteY34" fmla="*/ 1047967 h 1601150"/>
              <a:gd name="connsiteX35" fmla="*/ 1125003 w 2989292"/>
              <a:gd name="connsiteY35" fmla="*/ 1271139 h 1601150"/>
              <a:gd name="connsiteX36" fmla="*/ 1157146 w 2989292"/>
              <a:gd name="connsiteY36" fmla="*/ 1448255 h 1601150"/>
              <a:gd name="connsiteX37" fmla="*/ 1189289 w 2989292"/>
              <a:gd name="connsiteY37" fmla="*/ 1561967 h 1601150"/>
              <a:gd name="connsiteX38" fmla="*/ 1221432 w 2989292"/>
              <a:gd name="connsiteY38" fmla="*/ 1601150 h 1601150"/>
              <a:gd name="connsiteX39" fmla="*/ 1253575 w 2989292"/>
              <a:gd name="connsiteY39" fmla="*/ 1561967 h 1601150"/>
              <a:gd name="connsiteX40" fmla="*/ 1285717 w 2989292"/>
              <a:gd name="connsiteY40" fmla="*/ 1448255 h 1601150"/>
              <a:gd name="connsiteX41" fmla="*/ 1317861 w 2989292"/>
              <a:gd name="connsiteY41" fmla="*/ 1271139 h 1601150"/>
              <a:gd name="connsiteX42" fmla="*/ 1350003 w 2989292"/>
              <a:gd name="connsiteY42" fmla="*/ 1047967 h 1601150"/>
              <a:gd name="connsiteX43" fmla="*/ 1382146 w 2989292"/>
              <a:gd name="connsiteY43" fmla="*/ 800575 h 1601150"/>
              <a:gd name="connsiteX44" fmla="*/ 1414289 w 2989292"/>
              <a:gd name="connsiteY44" fmla="*/ 553182 h 1601150"/>
              <a:gd name="connsiteX45" fmla="*/ 1446432 w 2989292"/>
              <a:gd name="connsiteY45" fmla="*/ 330011 h 1601150"/>
              <a:gd name="connsiteX46" fmla="*/ 1478575 w 2989292"/>
              <a:gd name="connsiteY46" fmla="*/ 152895 h 1601150"/>
              <a:gd name="connsiteX47" fmla="*/ 1510718 w 2989292"/>
              <a:gd name="connsiteY47" fmla="*/ 39183 h 1601150"/>
              <a:gd name="connsiteX48" fmla="*/ 1542861 w 2989292"/>
              <a:gd name="connsiteY48" fmla="*/ 0 h 1601150"/>
              <a:gd name="connsiteX49" fmla="*/ 1575004 w 2989292"/>
              <a:gd name="connsiteY49" fmla="*/ 39183 h 1601150"/>
              <a:gd name="connsiteX50" fmla="*/ 1607147 w 2989292"/>
              <a:gd name="connsiteY50" fmla="*/ 152895 h 1601150"/>
              <a:gd name="connsiteX51" fmla="*/ 1639290 w 2989292"/>
              <a:gd name="connsiteY51" fmla="*/ 330011 h 1601150"/>
              <a:gd name="connsiteX52" fmla="*/ 1671432 w 2989292"/>
              <a:gd name="connsiteY52" fmla="*/ 553182 h 1601150"/>
              <a:gd name="connsiteX53" fmla="*/ 1703575 w 2989292"/>
              <a:gd name="connsiteY53" fmla="*/ 800575 h 1601150"/>
              <a:gd name="connsiteX54" fmla="*/ 1735719 w 2989292"/>
              <a:gd name="connsiteY54" fmla="*/ 1047967 h 1601150"/>
              <a:gd name="connsiteX55" fmla="*/ 1767861 w 2989292"/>
              <a:gd name="connsiteY55" fmla="*/ 1271139 h 1601150"/>
              <a:gd name="connsiteX56" fmla="*/ 1800004 w 2989292"/>
              <a:gd name="connsiteY56" fmla="*/ 1448255 h 1601150"/>
              <a:gd name="connsiteX57" fmla="*/ 1832147 w 2989292"/>
              <a:gd name="connsiteY57" fmla="*/ 1561967 h 1601150"/>
              <a:gd name="connsiteX58" fmla="*/ 1864290 w 2989292"/>
              <a:gd name="connsiteY58" fmla="*/ 1601150 h 1601150"/>
              <a:gd name="connsiteX59" fmla="*/ 1896433 w 2989292"/>
              <a:gd name="connsiteY59" fmla="*/ 1561967 h 1601150"/>
              <a:gd name="connsiteX60" fmla="*/ 1928576 w 2989292"/>
              <a:gd name="connsiteY60" fmla="*/ 1448255 h 1601150"/>
              <a:gd name="connsiteX61" fmla="*/ 1960719 w 2989292"/>
              <a:gd name="connsiteY61" fmla="*/ 1271139 h 1601150"/>
              <a:gd name="connsiteX62" fmla="*/ 1992862 w 2989292"/>
              <a:gd name="connsiteY62" fmla="*/ 1047967 h 1601150"/>
              <a:gd name="connsiteX63" fmla="*/ 2025005 w 2989292"/>
              <a:gd name="connsiteY63" fmla="*/ 800575 h 1601150"/>
              <a:gd name="connsiteX64" fmla="*/ 2057148 w 2989292"/>
              <a:gd name="connsiteY64" fmla="*/ 553182 h 1601150"/>
              <a:gd name="connsiteX65" fmla="*/ 2089291 w 2989292"/>
              <a:gd name="connsiteY65" fmla="*/ 330011 h 1601150"/>
              <a:gd name="connsiteX66" fmla="*/ 2121434 w 2989292"/>
              <a:gd name="connsiteY66" fmla="*/ 152895 h 1601150"/>
              <a:gd name="connsiteX67" fmla="*/ 2153577 w 2989292"/>
              <a:gd name="connsiteY67" fmla="*/ 39183 h 1601150"/>
              <a:gd name="connsiteX68" fmla="*/ 2185719 w 2989292"/>
              <a:gd name="connsiteY68" fmla="*/ 0 h 1601150"/>
              <a:gd name="connsiteX69" fmla="*/ 2217862 w 2989292"/>
              <a:gd name="connsiteY69" fmla="*/ 39183 h 1601150"/>
              <a:gd name="connsiteX70" fmla="*/ 2250005 w 2989292"/>
              <a:gd name="connsiteY70" fmla="*/ 152895 h 1601150"/>
              <a:gd name="connsiteX71" fmla="*/ 2282148 w 2989292"/>
              <a:gd name="connsiteY71" fmla="*/ 330011 h 1601150"/>
              <a:gd name="connsiteX72" fmla="*/ 2314291 w 2989292"/>
              <a:gd name="connsiteY72" fmla="*/ 553182 h 1601150"/>
              <a:gd name="connsiteX73" fmla="*/ 2346434 w 2989292"/>
              <a:gd name="connsiteY73" fmla="*/ 800575 h 1601150"/>
              <a:gd name="connsiteX74" fmla="*/ 2378577 w 2989292"/>
              <a:gd name="connsiteY74" fmla="*/ 1047967 h 1601150"/>
              <a:gd name="connsiteX75" fmla="*/ 2410720 w 2989292"/>
              <a:gd name="connsiteY75" fmla="*/ 1271139 h 1601150"/>
              <a:gd name="connsiteX76" fmla="*/ 2442863 w 2989292"/>
              <a:gd name="connsiteY76" fmla="*/ 1448255 h 1601150"/>
              <a:gd name="connsiteX77" fmla="*/ 2475006 w 2989292"/>
              <a:gd name="connsiteY77" fmla="*/ 1561967 h 1601150"/>
              <a:gd name="connsiteX78" fmla="*/ 2507148 w 2989292"/>
              <a:gd name="connsiteY78" fmla="*/ 1601150 h 1601150"/>
              <a:gd name="connsiteX79" fmla="*/ 2539292 w 2989292"/>
              <a:gd name="connsiteY79" fmla="*/ 1561967 h 1601150"/>
              <a:gd name="connsiteX80" fmla="*/ 2571434 w 2989292"/>
              <a:gd name="connsiteY80" fmla="*/ 1448255 h 1601150"/>
              <a:gd name="connsiteX81" fmla="*/ 2603577 w 2989292"/>
              <a:gd name="connsiteY81" fmla="*/ 1271139 h 1601150"/>
              <a:gd name="connsiteX82" fmla="*/ 2635720 w 2989292"/>
              <a:gd name="connsiteY82" fmla="*/ 1047967 h 1601150"/>
              <a:gd name="connsiteX83" fmla="*/ 2667863 w 2989292"/>
              <a:gd name="connsiteY83" fmla="*/ 800575 h 1601150"/>
              <a:gd name="connsiteX84" fmla="*/ 2700006 w 2989292"/>
              <a:gd name="connsiteY84" fmla="*/ 553182 h 1601150"/>
              <a:gd name="connsiteX85" fmla="*/ 2732149 w 2989292"/>
              <a:gd name="connsiteY85" fmla="*/ 330011 h 1601150"/>
              <a:gd name="connsiteX86" fmla="*/ 2764292 w 2989292"/>
              <a:gd name="connsiteY86" fmla="*/ 152895 h 1601150"/>
              <a:gd name="connsiteX87" fmla="*/ 2796435 w 2989292"/>
              <a:gd name="connsiteY87" fmla="*/ 39183 h 1601150"/>
              <a:gd name="connsiteX88" fmla="*/ 2828578 w 2989292"/>
              <a:gd name="connsiteY88" fmla="*/ 0 h 1601150"/>
              <a:gd name="connsiteX89" fmla="*/ 2860721 w 2989292"/>
              <a:gd name="connsiteY89" fmla="*/ 39183 h 1601150"/>
              <a:gd name="connsiteX90" fmla="*/ 2892864 w 2989292"/>
              <a:gd name="connsiteY90" fmla="*/ 152895 h 1601150"/>
              <a:gd name="connsiteX91" fmla="*/ 2925007 w 2989292"/>
              <a:gd name="connsiteY91" fmla="*/ 330011 h 1601150"/>
              <a:gd name="connsiteX92" fmla="*/ 2957150 w 2989292"/>
              <a:gd name="connsiteY92" fmla="*/ 553182 h 1601150"/>
              <a:gd name="connsiteX93" fmla="*/ 2989292 w 2989292"/>
              <a:gd name="connsiteY93" fmla="*/ 800575 h 1601150"/>
              <a:gd name="connsiteX0" fmla="*/ 0 w 2957149"/>
              <a:gd name="connsiteY0" fmla="*/ 1271139 h 1601150"/>
              <a:gd name="connsiteX1" fmla="*/ 32143 w 2957149"/>
              <a:gd name="connsiteY1" fmla="*/ 1047967 h 1601150"/>
              <a:gd name="connsiteX2" fmla="*/ 64286 w 2957149"/>
              <a:gd name="connsiteY2" fmla="*/ 800575 h 1601150"/>
              <a:gd name="connsiteX3" fmla="*/ 96429 w 2957149"/>
              <a:gd name="connsiteY3" fmla="*/ 553182 h 1601150"/>
              <a:gd name="connsiteX4" fmla="*/ 128572 w 2957149"/>
              <a:gd name="connsiteY4" fmla="*/ 330011 h 1601150"/>
              <a:gd name="connsiteX5" fmla="*/ 160715 w 2957149"/>
              <a:gd name="connsiteY5" fmla="*/ 152895 h 1601150"/>
              <a:gd name="connsiteX6" fmla="*/ 192858 w 2957149"/>
              <a:gd name="connsiteY6" fmla="*/ 39183 h 1601150"/>
              <a:gd name="connsiteX7" fmla="*/ 225001 w 2957149"/>
              <a:gd name="connsiteY7" fmla="*/ 0 h 1601150"/>
              <a:gd name="connsiteX8" fmla="*/ 257144 w 2957149"/>
              <a:gd name="connsiteY8" fmla="*/ 39183 h 1601150"/>
              <a:gd name="connsiteX9" fmla="*/ 289287 w 2957149"/>
              <a:gd name="connsiteY9" fmla="*/ 152895 h 1601150"/>
              <a:gd name="connsiteX10" fmla="*/ 321430 w 2957149"/>
              <a:gd name="connsiteY10" fmla="*/ 330011 h 1601150"/>
              <a:gd name="connsiteX11" fmla="*/ 353573 w 2957149"/>
              <a:gd name="connsiteY11" fmla="*/ 553182 h 1601150"/>
              <a:gd name="connsiteX12" fmla="*/ 385716 w 2957149"/>
              <a:gd name="connsiteY12" fmla="*/ 800575 h 1601150"/>
              <a:gd name="connsiteX13" fmla="*/ 417858 w 2957149"/>
              <a:gd name="connsiteY13" fmla="*/ 1047967 h 1601150"/>
              <a:gd name="connsiteX14" fmla="*/ 450001 w 2957149"/>
              <a:gd name="connsiteY14" fmla="*/ 1271139 h 1601150"/>
              <a:gd name="connsiteX15" fmla="*/ 482144 w 2957149"/>
              <a:gd name="connsiteY15" fmla="*/ 1448255 h 1601150"/>
              <a:gd name="connsiteX16" fmla="*/ 514287 w 2957149"/>
              <a:gd name="connsiteY16" fmla="*/ 1561967 h 1601150"/>
              <a:gd name="connsiteX17" fmla="*/ 546430 w 2957149"/>
              <a:gd name="connsiteY17" fmla="*/ 1601150 h 1601150"/>
              <a:gd name="connsiteX18" fmla="*/ 578573 w 2957149"/>
              <a:gd name="connsiteY18" fmla="*/ 1561967 h 1601150"/>
              <a:gd name="connsiteX19" fmla="*/ 610716 w 2957149"/>
              <a:gd name="connsiteY19" fmla="*/ 1448255 h 1601150"/>
              <a:gd name="connsiteX20" fmla="*/ 642859 w 2957149"/>
              <a:gd name="connsiteY20" fmla="*/ 1271139 h 1601150"/>
              <a:gd name="connsiteX21" fmla="*/ 675002 w 2957149"/>
              <a:gd name="connsiteY21" fmla="*/ 1047967 h 1601150"/>
              <a:gd name="connsiteX22" fmla="*/ 707145 w 2957149"/>
              <a:gd name="connsiteY22" fmla="*/ 800575 h 1601150"/>
              <a:gd name="connsiteX23" fmla="*/ 739287 w 2957149"/>
              <a:gd name="connsiteY23" fmla="*/ 553182 h 1601150"/>
              <a:gd name="connsiteX24" fmla="*/ 771431 w 2957149"/>
              <a:gd name="connsiteY24" fmla="*/ 330011 h 1601150"/>
              <a:gd name="connsiteX25" fmla="*/ 803574 w 2957149"/>
              <a:gd name="connsiteY25" fmla="*/ 152895 h 1601150"/>
              <a:gd name="connsiteX26" fmla="*/ 835716 w 2957149"/>
              <a:gd name="connsiteY26" fmla="*/ 39183 h 1601150"/>
              <a:gd name="connsiteX27" fmla="*/ 867859 w 2957149"/>
              <a:gd name="connsiteY27" fmla="*/ 0 h 1601150"/>
              <a:gd name="connsiteX28" fmla="*/ 900002 w 2957149"/>
              <a:gd name="connsiteY28" fmla="*/ 39183 h 1601150"/>
              <a:gd name="connsiteX29" fmla="*/ 932145 w 2957149"/>
              <a:gd name="connsiteY29" fmla="*/ 152895 h 1601150"/>
              <a:gd name="connsiteX30" fmla="*/ 964288 w 2957149"/>
              <a:gd name="connsiteY30" fmla="*/ 330011 h 1601150"/>
              <a:gd name="connsiteX31" fmla="*/ 996431 w 2957149"/>
              <a:gd name="connsiteY31" fmla="*/ 553182 h 1601150"/>
              <a:gd name="connsiteX32" fmla="*/ 1028574 w 2957149"/>
              <a:gd name="connsiteY32" fmla="*/ 800575 h 1601150"/>
              <a:gd name="connsiteX33" fmla="*/ 1060717 w 2957149"/>
              <a:gd name="connsiteY33" fmla="*/ 1047967 h 1601150"/>
              <a:gd name="connsiteX34" fmla="*/ 1092860 w 2957149"/>
              <a:gd name="connsiteY34" fmla="*/ 1271139 h 1601150"/>
              <a:gd name="connsiteX35" fmla="*/ 1125003 w 2957149"/>
              <a:gd name="connsiteY35" fmla="*/ 1448255 h 1601150"/>
              <a:gd name="connsiteX36" fmla="*/ 1157146 w 2957149"/>
              <a:gd name="connsiteY36" fmla="*/ 1561967 h 1601150"/>
              <a:gd name="connsiteX37" fmla="*/ 1189289 w 2957149"/>
              <a:gd name="connsiteY37" fmla="*/ 1601150 h 1601150"/>
              <a:gd name="connsiteX38" fmla="*/ 1221432 w 2957149"/>
              <a:gd name="connsiteY38" fmla="*/ 1561967 h 1601150"/>
              <a:gd name="connsiteX39" fmla="*/ 1253574 w 2957149"/>
              <a:gd name="connsiteY39" fmla="*/ 1448255 h 1601150"/>
              <a:gd name="connsiteX40" fmla="*/ 1285718 w 2957149"/>
              <a:gd name="connsiteY40" fmla="*/ 1271139 h 1601150"/>
              <a:gd name="connsiteX41" fmla="*/ 1317860 w 2957149"/>
              <a:gd name="connsiteY41" fmla="*/ 1047967 h 1601150"/>
              <a:gd name="connsiteX42" fmla="*/ 1350003 w 2957149"/>
              <a:gd name="connsiteY42" fmla="*/ 800575 h 1601150"/>
              <a:gd name="connsiteX43" fmla="*/ 1382146 w 2957149"/>
              <a:gd name="connsiteY43" fmla="*/ 553182 h 1601150"/>
              <a:gd name="connsiteX44" fmla="*/ 1414289 w 2957149"/>
              <a:gd name="connsiteY44" fmla="*/ 330011 h 1601150"/>
              <a:gd name="connsiteX45" fmla="*/ 1446432 w 2957149"/>
              <a:gd name="connsiteY45" fmla="*/ 152895 h 1601150"/>
              <a:gd name="connsiteX46" fmla="*/ 1478575 w 2957149"/>
              <a:gd name="connsiteY46" fmla="*/ 39183 h 1601150"/>
              <a:gd name="connsiteX47" fmla="*/ 1510718 w 2957149"/>
              <a:gd name="connsiteY47" fmla="*/ 0 h 1601150"/>
              <a:gd name="connsiteX48" fmla="*/ 1542861 w 2957149"/>
              <a:gd name="connsiteY48" fmla="*/ 39183 h 1601150"/>
              <a:gd name="connsiteX49" fmla="*/ 1575004 w 2957149"/>
              <a:gd name="connsiteY49" fmla="*/ 152895 h 1601150"/>
              <a:gd name="connsiteX50" fmla="*/ 1607147 w 2957149"/>
              <a:gd name="connsiteY50" fmla="*/ 330011 h 1601150"/>
              <a:gd name="connsiteX51" fmla="*/ 1639289 w 2957149"/>
              <a:gd name="connsiteY51" fmla="*/ 553182 h 1601150"/>
              <a:gd name="connsiteX52" fmla="*/ 1671432 w 2957149"/>
              <a:gd name="connsiteY52" fmla="*/ 800575 h 1601150"/>
              <a:gd name="connsiteX53" fmla="*/ 1703576 w 2957149"/>
              <a:gd name="connsiteY53" fmla="*/ 1047967 h 1601150"/>
              <a:gd name="connsiteX54" fmla="*/ 1735718 w 2957149"/>
              <a:gd name="connsiteY54" fmla="*/ 1271139 h 1601150"/>
              <a:gd name="connsiteX55" fmla="*/ 1767861 w 2957149"/>
              <a:gd name="connsiteY55" fmla="*/ 1448255 h 1601150"/>
              <a:gd name="connsiteX56" fmla="*/ 1800004 w 2957149"/>
              <a:gd name="connsiteY56" fmla="*/ 1561967 h 1601150"/>
              <a:gd name="connsiteX57" fmla="*/ 1832147 w 2957149"/>
              <a:gd name="connsiteY57" fmla="*/ 1601150 h 1601150"/>
              <a:gd name="connsiteX58" fmla="*/ 1864290 w 2957149"/>
              <a:gd name="connsiteY58" fmla="*/ 1561967 h 1601150"/>
              <a:gd name="connsiteX59" fmla="*/ 1896433 w 2957149"/>
              <a:gd name="connsiteY59" fmla="*/ 1448255 h 1601150"/>
              <a:gd name="connsiteX60" fmla="*/ 1928576 w 2957149"/>
              <a:gd name="connsiteY60" fmla="*/ 1271139 h 1601150"/>
              <a:gd name="connsiteX61" fmla="*/ 1960719 w 2957149"/>
              <a:gd name="connsiteY61" fmla="*/ 1047967 h 1601150"/>
              <a:gd name="connsiteX62" fmla="*/ 1992862 w 2957149"/>
              <a:gd name="connsiteY62" fmla="*/ 800575 h 1601150"/>
              <a:gd name="connsiteX63" fmla="*/ 2025005 w 2957149"/>
              <a:gd name="connsiteY63" fmla="*/ 553182 h 1601150"/>
              <a:gd name="connsiteX64" fmla="*/ 2057148 w 2957149"/>
              <a:gd name="connsiteY64" fmla="*/ 330011 h 1601150"/>
              <a:gd name="connsiteX65" fmla="*/ 2089291 w 2957149"/>
              <a:gd name="connsiteY65" fmla="*/ 152895 h 1601150"/>
              <a:gd name="connsiteX66" fmla="*/ 2121434 w 2957149"/>
              <a:gd name="connsiteY66" fmla="*/ 39183 h 1601150"/>
              <a:gd name="connsiteX67" fmla="*/ 2153576 w 2957149"/>
              <a:gd name="connsiteY67" fmla="*/ 0 h 1601150"/>
              <a:gd name="connsiteX68" fmla="*/ 2185719 w 2957149"/>
              <a:gd name="connsiteY68" fmla="*/ 39183 h 1601150"/>
              <a:gd name="connsiteX69" fmla="*/ 2217862 w 2957149"/>
              <a:gd name="connsiteY69" fmla="*/ 152895 h 1601150"/>
              <a:gd name="connsiteX70" fmla="*/ 2250005 w 2957149"/>
              <a:gd name="connsiteY70" fmla="*/ 330011 h 1601150"/>
              <a:gd name="connsiteX71" fmla="*/ 2282148 w 2957149"/>
              <a:gd name="connsiteY71" fmla="*/ 553182 h 1601150"/>
              <a:gd name="connsiteX72" fmla="*/ 2314291 w 2957149"/>
              <a:gd name="connsiteY72" fmla="*/ 800575 h 1601150"/>
              <a:gd name="connsiteX73" fmla="*/ 2346434 w 2957149"/>
              <a:gd name="connsiteY73" fmla="*/ 1047967 h 1601150"/>
              <a:gd name="connsiteX74" fmla="*/ 2378577 w 2957149"/>
              <a:gd name="connsiteY74" fmla="*/ 1271139 h 1601150"/>
              <a:gd name="connsiteX75" fmla="*/ 2410720 w 2957149"/>
              <a:gd name="connsiteY75" fmla="*/ 1448255 h 1601150"/>
              <a:gd name="connsiteX76" fmla="*/ 2442863 w 2957149"/>
              <a:gd name="connsiteY76" fmla="*/ 1561967 h 1601150"/>
              <a:gd name="connsiteX77" fmla="*/ 2475005 w 2957149"/>
              <a:gd name="connsiteY77" fmla="*/ 1601150 h 1601150"/>
              <a:gd name="connsiteX78" fmla="*/ 2507149 w 2957149"/>
              <a:gd name="connsiteY78" fmla="*/ 1561967 h 1601150"/>
              <a:gd name="connsiteX79" fmla="*/ 2539291 w 2957149"/>
              <a:gd name="connsiteY79" fmla="*/ 1448255 h 1601150"/>
              <a:gd name="connsiteX80" fmla="*/ 2571434 w 2957149"/>
              <a:gd name="connsiteY80" fmla="*/ 1271139 h 1601150"/>
              <a:gd name="connsiteX81" fmla="*/ 2603577 w 2957149"/>
              <a:gd name="connsiteY81" fmla="*/ 1047967 h 1601150"/>
              <a:gd name="connsiteX82" fmla="*/ 2635720 w 2957149"/>
              <a:gd name="connsiteY82" fmla="*/ 800575 h 1601150"/>
              <a:gd name="connsiteX83" fmla="*/ 2667863 w 2957149"/>
              <a:gd name="connsiteY83" fmla="*/ 553182 h 1601150"/>
              <a:gd name="connsiteX84" fmla="*/ 2700006 w 2957149"/>
              <a:gd name="connsiteY84" fmla="*/ 330011 h 1601150"/>
              <a:gd name="connsiteX85" fmla="*/ 2732149 w 2957149"/>
              <a:gd name="connsiteY85" fmla="*/ 152895 h 1601150"/>
              <a:gd name="connsiteX86" fmla="*/ 2764292 w 2957149"/>
              <a:gd name="connsiteY86" fmla="*/ 39183 h 1601150"/>
              <a:gd name="connsiteX87" fmla="*/ 2796435 w 2957149"/>
              <a:gd name="connsiteY87" fmla="*/ 0 h 1601150"/>
              <a:gd name="connsiteX88" fmla="*/ 2828578 w 2957149"/>
              <a:gd name="connsiteY88" fmla="*/ 39183 h 1601150"/>
              <a:gd name="connsiteX89" fmla="*/ 2860721 w 2957149"/>
              <a:gd name="connsiteY89" fmla="*/ 152895 h 1601150"/>
              <a:gd name="connsiteX90" fmla="*/ 2892864 w 2957149"/>
              <a:gd name="connsiteY90" fmla="*/ 330011 h 1601150"/>
              <a:gd name="connsiteX91" fmla="*/ 2925007 w 2957149"/>
              <a:gd name="connsiteY91" fmla="*/ 553182 h 1601150"/>
              <a:gd name="connsiteX92" fmla="*/ 2957149 w 2957149"/>
              <a:gd name="connsiteY92" fmla="*/ 800575 h 1601150"/>
              <a:gd name="connsiteX0" fmla="*/ 0 w 2925006"/>
              <a:gd name="connsiteY0" fmla="*/ 1047967 h 1601150"/>
              <a:gd name="connsiteX1" fmla="*/ 32143 w 2925006"/>
              <a:gd name="connsiteY1" fmla="*/ 800575 h 1601150"/>
              <a:gd name="connsiteX2" fmla="*/ 64286 w 2925006"/>
              <a:gd name="connsiteY2" fmla="*/ 553182 h 1601150"/>
              <a:gd name="connsiteX3" fmla="*/ 96429 w 2925006"/>
              <a:gd name="connsiteY3" fmla="*/ 330011 h 1601150"/>
              <a:gd name="connsiteX4" fmla="*/ 128572 w 2925006"/>
              <a:gd name="connsiteY4" fmla="*/ 152895 h 1601150"/>
              <a:gd name="connsiteX5" fmla="*/ 160715 w 2925006"/>
              <a:gd name="connsiteY5" fmla="*/ 39183 h 1601150"/>
              <a:gd name="connsiteX6" fmla="*/ 192858 w 2925006"/>
              <a:gd name="connsiteY6" fmla="*/ 0 h 1601150"/>
              <a:gd name="connsiteX7" fmla="*/ 225001 w 2925006"/>
              <a:gd name="connsiteY7" fmla="*/ 39183 h 1601150"/>
              <a:gd name="connsiteX8" fmla="*/ 257144 w 2925006"/>
              <a:gd name="connsiteY8" fmla="*/ 152895 h 1601150"/>
              <a:gd name="connsiteX9" fmla="*/ 289287 w 2925006"/>
              <a:gd name="connsiteY9" fmla="*/ 330011 h 1601150"/>
              <a:gd name="connsiteX10" fmla="*/ 321430 w 2925006"/>
              <a:gd name="connsiteY10" fmla="*/ 553182 h 1601150"/>
              <a:gd name="connsiteX11" fmla="*/ 353573 w 2925006"/>
              <a:gd name="connsiteY11" fmla="*/ 800575 h 1601150"/>
              <a:gd name="connsiteX12" fmla="*/ 385715 w 2925006"/>
              <a:gd name="connsiteY12" fmla="*/ 1047967 h 1601150"/>
              <a:gd name="connsiteX13" fmla="*/ 417858 w 2925006"/>
              <a:gd name="connsiteY13" fmla="*/ 1271139 h 1601150"/>
              <a:gd name="connsiteX14" fmla="*/ 450001 w 2925006"/>
              <a:gd name="connsiteY14" fmla="*/ 1448255 h 1601150"/>
              <a:gd name="connsiteX15" fmla="*/ 482144 w 2925006"/>
              <a:gd name="connsiteY15" fmla="*/ 1561967 h 1601150"/>
              <a:gd name="connsiteX16" fmla="*/ 514287 w 2925006"/>
              <a:gd name="connsiteY16" fmla="*/ 1601150 h 1601150"/>
              <a:gd name="connsiteX17" fmla="*/ 546430 w 2925006"/>
              <a:gd name="connsiteY17" fmla="*/ 1561967 h 1601150"/>
              <a:gd name="connsiteX18" fmla="*/ 578573 w 2925006"/>
              <a:gd name="connsiteY18" fmla="*/ 1448255 h 1601150"/>
              <a:gd name="connsiteX19" fmla="*/ 610716 w 2925006"/>
              <a:gd name="connsiteY19" fmla="*/ 1271139 h 1601150"/>
              <a:gd name="connsiteX20" fmla="*/ 642859 w 2925006"/>
              <a:gd name="connsiteY20" fmla="*/ 1047967 h 1601150"/>
              <a:gd name="connsiteX21" fmla="*/ 675002 w 2925006"/>
              <a:gd name="connsiteY21" fmla="*/ 800575 h 1601150"/>
              <a:gd name="connsiteX22" fmla="*/ 707144 w 2925006"/>
              <a:gd name="connsiteY22" fmla="*/ 553182 h 1601150"/>
              <a:gd name="connsiteX23" fmla="*/ 739288 w 2925006"/>
              <a:gd name="connsiteY23" fmla="*/ 330011 h 1601150"/>
              <a:gd name="connsiteX24" fmla="*/ 771431 w 2925006"/>
              <a:gd name="connsiteY24" fmla="*/ 152895 h 1601150"/>
              <a:gd name="connsiteX25" fmla="*/ 803573 w 2925006"/>
              <a:gd name="connsiteY25" fmla="*/ 39183 h 1601150"/>
              <a:gd name="connsiteX26" fmla="*/ 835716 w 2925006"/>
              <a:gd name="connsiteY26" fmla="*/ 0 h 1601150"/>
              <a:gd name="connsiteX27" fmla="*/ 867859 w 2925006"/>
              <a:gd name="connsiteY27" fmla="*/ 39183 h 1601150"/>
              <a:gd name="connsiteX28" fmla="*/ 900002 w 2925006"/>
              <a:gd name="connsiteY28" fmla="*/ 152895 h 1601150"/>
              <a:gd name="connsiteX29" fmla="*/ 932145 w 2925006"/>
              <a:gd name="connsiteY29" fmla="*/ 330011 h 1601150"/>
              <a:gd name="connsiteX30" fmla="*/ 964288 w 2925006"/>
              <a:gd name="connsiteY30" fmla="*/ 553182 h 1601150"/>
              <a:gd name="connsiteX31" fmla="*/ 996431 w 2925006"/>
              <a:gd name="connsiteY31" fmla="*/ 800575 h 1601150"/>
              <a:gd name="connsiteX32" fmla="*/ 1028574 w 2925006"/>
              <a:gd name="connsiteY32" fmla="*/ 1047967 h 1601150"/>
              <a:gd name="connsiteX33" fmla="*/ 1060717 w 2925006"/>
              <a:gd name="connsiteY33" fmla="*/ 1271139 h 1601150"/>
              <a:gd name="connsiteX34" fmla="*/ 1092860 w 2925006"/>
              <a:gd name="connsiteY34" fmla="*/ 1448255 h 1601150"/>
              <a:gd name="connsiteX35" fmla="*/ 1125003 w 2925006"/>
              <a:gd name="connsiteY35" fmla="*/ 1561967 h 1601150"/>
              <a:gd name="connsiteX36" fmla="*/ 1157146 w 2925006"/>
              <a:gd name="connsiteY36" fmla="*/ 1601150 h 1601150"/>
              <a:gd name="connsiteX37" fmla="*/ 1189289 w 2925006"/>
              <a:gd name="connsiteY37" fmla="*/ 1561967 h 1601150"/>
              <a:gd name="connsiteX38" fmla="*/ 1221431 w 2925006"/>
              <a:gd name="connsiteY38" fmla="*/ 1448255 h 1601150"/>
              <a:gd name="connsiteX39" fmla="*/ 1253575 w 2925006"/>
              <a:gd name="connsiteY39" fmla="*/ 1271139 h 1601150"/>
              <a:gd name="connsiteX40" fmla="*/ 1285717 w 2925006"/>
              <a:gd name="connsiteY40" fmla="*/ 1047967 h 1601150"/>
              <a:gd name="connsiteX41" fmla="*/ 1317860 w 2925006"/>
              <a:gd name="connsiteY41" fmla="*/ 800575 h 1601150"/>
              <a:gd name="connsiteX42" fmla="*/ 1350003 w 2925006"/>
              <a:gd name="connsiteY42" fmla="*/ 553182 h 1601150"/>
              <a:gd name="connsiteX43" fmla="*/ 1382146 w 2925006"/>
              <a:gd name="connsiteY43" fmla="*/ 330011 h 1601150"/>
              <a:gd name="connsiteX44" fmla="*/ 1414289 w 2925006"/>
              <a:gd name="connsiteY44" fmla="*/ 152895 h 1601150"/>
              <a:gd name="connsiteX45" fmla="*/ 1446432 w 2925006"/>
              <a:gd name="connsiteY45" fmla="*/ 39183 h 1601150"/>
              <a:gd name="connsiteX46" fmla="*/ 1478575 w 2925006"/>
              <a:gd name="connsiteY46" fmla="*/ 0 h 1601150"/>
              <a:gd name="connsiteX47" fmla="*/ 1510718 w 2925006"/>
              <a:gd name="connsiteY47" fmla="*/ 39183 h 1601150"/>
              <a:gd name="connsiteX48" fmla="*/ 1542861 w 2925006"/>
              <a:gd name="connsiteY48" fmla="*/ 152895 h 1601150"/>
              <a:gd name="connsiteX49" fmla="*/ 1575004 w 2925006"/>
              <a:gd name="connsiteY49" fmla="*/ 330011 h 1601150"/>
              <a:gd name="connsiteX50" fmla="*/ 1607146 w 2925006"/>
              <a:gd name="connsiteY50" fmla="*/ 553182 h 1601150"/>
              <a:gd name="connsiteX51" fmla="*/ 1639289 w 2925006"/>
              <a:gd name="connsiteY51" fmla="*/ 800575 h 1601150"/>
              <a:gd name="connsiteX52" fmla="*/ 1671433 w 2925006"/>
              <a:gd name="connsiteY52" fmla="*/ 1047967 h 1601150"/>
              <a:gd name="connsiteX53" fmla="*/ 1703575 w 2925006"/>
              <a:gd name="connsiteY53" fmla="*/ 1271139 h 1601150"/>
              <a:gd name="connsiteX54" fmla="*/ 1735718 w 2925006"/>
              <a:gd name="connsiteY54" fmla="*/ 1448255 h 1601150"/>
              <a:gd name="connsiteX55" fmla="*/ 1767861 w 2925006"/>
              <a:gd name="connsiteY55" fmla="*/ 1561967 h 1601150"/>
              <a:gd name="connsiteX56" fmla="*/ 1800004 w 2925006"/>
              <a:gd name="connsiteY56" fmla="*/ 1601150 h 1601150"/>
              <a:gd name="connsiteX57" fmla="*/ 1832147 w 2925006"/>
              <a:gd name="connsiteY57" fmla="*/ 1561967 h 1601150"/>
              <a:gd name="connsiteX58" fmla="*/ 1864290 w 2925006"/>
              <a:gd name="connsiteY58" fmla="*/ 1448255 h 1601150"/>
              <a:gd name="connsiteX59" fmla="*/ 1896433 w 2925006"/>
              <a:gd name="connsiteY59" fmla="*/ 1271139 h 1601150"/>
              <a:gd name="connsiteX60" fmla="*/ 1928576 w 2925006"/>
              <a:gd name="connsiteY60" fmla="*/ 1047967 h 1601150"/>
              <a:gd name="connsiteX61" fmla="*/ 1960719 w 2925006"/>
              <a:gd name="connsiteY61" fmla="*/ 800575 h 1601150"/>
              <a:gd name="connsiteX62" fmla="*/ 1992862 w 2925006"/>
              <a:gd name="connsiteY62" fmla="*/ 553182 h 1601150"/>
              <a:gd name="connsiteX63" fmla="*/ 2025005 w 2925006"/>
              <a:gd name="connsiteY63" fmla="*/ 330011 h 1601150"/>
              <a:gd name="connsiteX64" fmla="*/ 2057148 w 2925006"/>
              <a:gd name="connsiteY64" fmla="*/ 152895 h 1601150"/>
              <a:gd name="connsiteX65" fmla="*/ 2089291 w 2925006"/>
              <a:gd name="connsiteY65" fmla="*/ 39183 h 1601150"/>
              <a:gd name="connsiteX66" fmla="*/ 2121433 w 2925006"/>
              <a:gd name="connsiteY66" fmla="*/ 0 h 1601150"/>
              <a:gd name="connsiteX67" fmla="*/ 2153576 w 2925006"/>
              <a:gd name="connsiteY67" fmla="*/ 39183 h 1601150"/>
              <a:gd name="connsiteX68" fmla="*/ 2185719 w 2925006"/>
              <a:gd name="connsiteY68" fmla="*/ 152895 h 1601150"/>
              <a:gd name="connsiteX69" fmla="*/ 2217862 w 2925006"/>
              <a:gd name="connsiteY69" fmla="*/ 330011 h 1601150"/>
              <a:gd name="connsiteX70" fmla="*/ 2250005 w 2925006"/>
              <a:gd name="connsiteY70" fmla="*/ 553182 h 1601150"/>
              <a:gd name="connsiteX71" fmla="*/ 2282148 w 2925006"/>
              <a:gd name="connsiteY71" fmla="*/ 800575 h 1601150"/>
              <a:gd name="connsiteX72" fmla="*/ 2314291 w 2925006"/>
              <a:gd name="connsiteY72" fmla="*/ 1047967 h 1601150"/>
              <a:gd name="connsiteX73" fmla="*/ 2346434 w 2925006"/>
              <a:gd name="connsiteY73" fmla="*/ 1271139 h 1601150"/>
              <a:gd name="connsiteX74" fmla="*/ 2378577 w 2925006"/>
              <a:gd name="connsiteY74" fmla="*/ 1448255 h 1601150"/>
              <a:gd name="connsiteX75" fmla="*/ 2410720 w 2925006"/>
              <a:gd name="connsiteY75" fmla="*/ 1561967 h 1601150"/>
              <a:gd name="connsiteX76" fmla="*/ 2442862 w 2925006"/>
              <a:gd name="connsiteY76" fmla="*/ 1601150 h 1601150"/>
              <a:gd name="connsiteX77" fmla="*/ 2475006 w 2925006"/>
              <a:gd name="connsiteY77" fmla="*/ 1561967 h 1601150"/>
              <a:gd name="connsiteX78" fmla="*/ 2507148 w 2925006"/>
              <a:gd name="connsiteY78" fmla="*/ 1448255 h 1601150"/>
              <a:gd name="connsiteX79" fmla="*/ 2539291 w 2925006"/>
              <a:gd name="connsiteY79" fmla="*/ 1271139 h 1601150"/>
              <a:gd name="connsiteX80" fmla="*/ 2571434 w 2925006"/>
              <a:gd name="connsiteY80" fmla="*/ 1047967 h 1601150"/>
              <a:gd name="connsiteX81" fmla="*/ 2603577 w 2925006"/>
              <a:gd name="connsiteY81" fmla="*/ 800575 h 1601150"/>
              <a:gd name="connsiteX82" fmla="*/ 2635720 w 2925006"/>
              <a:gd name="connsiteY82" fmla="*/ 553182 h 1601150"/>
              <a:gd name="connsiteX83" fmla="*/ 2667863 w 2925006"/>
              <a:gd name="connsiteY83" fmla="*/ 330011 h 1601150"/>
              <a:gd name="connsiteX84" fmla="*/ 2700006 w 2925006"/>
              <a:gd name="connsiteY84" fmla="*/ 152895 h 1601150"/>
              <a:gd name="connsiteX85" fmla="*/ 2732149 w 2925006"/>
              <a:gd name="connsiteY85" fmla="*/ 39183 h 1601150"/>
              <a:gd name="connsiteX86" fmla="*/ 2764292 w 2925006"/>
              <a:gd name="connsiteY86" fmla="*/ 0 h 1601150"/>
              <a:gd name="connsiteX87" fmla="*/ 2796435 w 2925006"/>
              <a:gd name="connsiteY87" fmla="*/ 39183 h 1601150"/>
              <a:gd name="connsiteX88" fmla="*/ 2828578 w 2925006"/>
              <a:gd name="connsiteY88" fmla="*/ 152895 h 1601150"/>
              <a:gd name="connsiteX89" fmla="*/ 2860721 w 2925006"/>
              <a:gd name="connsiteY89" fmla="*/ 330011 h 1601150"/>
              <a:gd name="connsiteX90" fmla="*/ 2892864 w 2925006"/>
              <a:gd name="connsiteY90" fmla="*/ 553182 h 1601150"/>
              <a:gd name="connsiteX91" fmla="*/ 2925006 w 2925006"/>
              <a:gd name="connsiteY91" fmla="*/ 800575 h 1601150"/>
              <a:gd name="connsiteX0" fmla="*/ 0 w 2892863"/>
              <a:gd name="connsiteY0" fmla="*/ 800575 h 1601150"/>
              <a:gd name="connsiteX1" fmla="*/ 32143 w 2892863"/>
              <a:gd name="connsiteY1" fmla="*/ 553182 h 1601150"/>
              <a:gd name="connsiteX2" fmla="*/ 64286 w 2892863"/>
              <a:gd name="connsiteY2" fmla="*/ 330011 h 1601150"/>
              <a:gd name="connsiteX3" fmla="*/ 96429 w 2892863"/>
              <a:gd name="connsiteY3" fmla="*/ 152895 h 1601150"/>
              <a:gd name="connsiteX4" fmla="*/ 128572 w 2892863"/>
              <a:gd name="connsiteY4" fmla="*/ 39183 h 1601150"/>
              <a:gd name="connsiteX5" fmla="*/ 160715 w 2892863"/>
              <a:gd name="connsiteY5" fmla="*/ 0 h 1601150"/>
              <a:gd name="connsiteX6" fmla="*/ 192858 w 2892863"/>
              <a:gd name="connsiteY6" fmla="*/ 39183 h 1601150"/>
              <a:gd name="connsiteX7" fmla="*/ 225001 w 2892863"/>
              <a:gd name="connsiteY7" fmla="*/ 152895 h 1601150"/>
              <a:gd name="connsiteX8" fmla="*/ 257144 w 2892863"/>
              <a:gd name="connsiteY8" fmla="*/ 330011 h 1601150"/>
              <a:gd name="connsiteX9" fmla="*/ 289287 w 2892863"/>
              <a:gd name="connsiteY9" fmla="*/ 553182 h 1601150"/>
              <a:gd name="connsiteX10" fmla="*/ 321430 w 2892863"/>
              <a:gd name="connsiteY10" fmla="*/ 800575 h 1601150"/>
              <a:gd name="connsiteX11" fmla="*/ 353572 w 2892863"/>
              <a:gd name="connsiteY11" fmla="*/ 1047967 h 1601150"/>
              <a:gd name="connsiteX12" fmla="*/ 385715 w 2892863"/>
              <a:gd name="connsiteY12" fmla="*/ 1271139 h 1601150"/>
              <a:gd name="connsiteX13" fmla="*/ 417858 w 2892863"/>
              <a:gd name="connsiteY13" fmla="*/ 1448255 h 1601150"/>
              <a:gd name="connsiteX14" fmla="*/ 450001 w 2892863"/>
              <a:gd name="connsiteY14" fmla="*/ 1561967 h 1601150"/>
              <a:gd name="connsiteX15" fmla="*/ 482144 w 2892863"/>
              <a:gd name="connsiteY15" fmla="*/ 1601150 h 1601150"/>
              <a:gd name="connsiteX16" fmla="*/ 514287 w 2892863"/>
              <a:gd name="connsiteY16" fmla="*/ 1561967 h 1601150"/>
              <a:gd name="connsiteX17" fmla="*/ 546430 w 2892863"/>
              <a:gd name="connsiteY17" fmla="*/ 1448255 h 1601150"/>
              <a:gd name="connsiteX18" fmla="*/ 578573 w 2892863"/>
              <a:gd name="connsiteY18" fmla="*/ 1271139 h 1601150"/>
              <a:gd name="connsiteX19" fmla="*/ 610716 w 2892863"/>
              <a:gd name="connsiteY19" fmla="*/ 1047967 h 1601150"/>
              <a:gd name="connsiteX20" fmla="*/ 642859 w 2892863"/>
              <a:gd name="connsiteY20" fmla="*/ 800575 h 1601150"/>
              <a:gd name="connsiteX21" fmla="*/ 675001 w 2892863"/>
              <a:gd name="connsiteY21" fmla="*/ 553182 h 1601150"/>
              <a:gd name="connsiteX22" fmla="*/ 707145 w 2892863"/>
              <a:gd name="connsiteY22" fmla="*/ 330011 h 1601150"/>
              <a:gd name="connsiteX23" fmla="*/ 739288 w 2892863"/>
              <a:gd name="connsiteY23" fmla="*/ 152895 h 1601150"/>
              <a:gd name="connsiteX24" fmla="*/ 771430 w 2892863"/>
              <a:gd name="connsiteY24" fmla="*/ 39183 h 1601150"/>
              <a:gd name="connsiteX25" fmla="*/ 803573 w 2892863"/>
              <a:gd name="connsiteY25" fmla="*/ 0 h 1601150"/>
              <a:gd name="connsiteX26" fmla="*/ 835716 w 2892863"/>
              <a:gd name="connsiteY26" fmla="*/ 39183 h 1601150"/>
              <a:gd name="connsiteX27" fmla="*/ 867859 w 2892863"/>
              <a:gd name="connsiteY27" fmla="*/ 152895 h 1601150"/>
              <a:gd name="connsiteX28" fmla="*/ 900002 w 2892863"/>
              <a:gd name="connsiteY28" fmla="*/ 330011 h 1601150"/>
              <a:gd name="connsiteX29" fmla="*/ 932145 w 2892863"/>
              <a:gd name="connsiteY29" fmla="*/ 553182 h 1601150"/>
              <a:gd name="connsiteX30" fmla="*/ 964288 w 2892863"/>
              <a:gd name="connsiteY30" fmla="*/ 800575 h 1601150"/>
              <a:gd name="connsiteX31" fmla="*/ 996431 w 2892863"/>
              <a:gd name="connsiteY31" fmla="*/ 1047967 h 1601150"/>
              <a:gd name="connsiteX32" fmla="*/ 1028574 w 2892863"/>
              <a:gd name="connsiteY32" fmla="*/ 1271139 h 1601150"/>
              <a:gd name="connsiteX33" fmla="*/ 1060717 w 2892863"/>
              <a:gd name="connsiteY33" fmla="*/ 1448255 h 1601150"/>
              <a:gd name="connsiteX34" fmla="*/ 1092860 w 2892863"/>
              <a:gd name="connsiteY34" fmla="*/ 1561967 h 1601150"/>
              <a:gd name="connsiteX35" fmla="*/ 1125003 w 2892863"/>
              <a:gd name="connsiteY35" fmla="*/ 1601150 h 1601150"/>
              <a:gd name="connsiteX36" fmla="*/ 1157146 w 2892863"/>
              <a:gd name="connsiteY36" fmla="*/ 1561967 h 1601150"/>
              <a:gd name="connsiteX37" fmla="*/ 1189288 w 2892863"/>
              <a:gd name="connsiteY37" fmla="*/ 1448255 h 1601150"/>
              <a:gd name="connsiteX38" fmla="*/ 1221432 w 2892863"/>
              <a:gd name="connsiteY38" fmla="*/ 1271139 h 1601150"/>
              <a:gd name="connsiteX39" fmla="*/ 1253574 w 2892863"/>
              <a:gd name="connsiteY39" fmla="*/ 1047967 h 1601150"/>
              <a:gd name="connsiteX40" fmla="*/ 1285717 w 2892863"/>
              <a:gd name="connsiteY40" fmla="*/ 800575 h 1601150"/>
              <a:gd name="connsiteX41" fmla="*/ 1317860 w 2892863"/>
              <a:gd name="connsiteY41" fmla="*/ 553182 h 1601150"/>
              <a:gd name="connsiteX42" fmla="*/ 1350003 w 2892863"/>
              <a:gd name="connsiteY42" fmla="*/ 330011 h 1601150"/>
              <a:gd name="connsiteX43" fmla="*/ 1382146 w 2892863"/>
              <a:gd name="connsiteY43" fmla="*/ 152895 h 1601150"/>
              <a:gd name="connsiteX44" fmla="*/ 1414289 w 2892863"/>
              <a:gd name="connsiteY44" fmla="*/ 39183 h 1601150"/>
              <a:gd name="connsiteX45" fmla="*/ 1446432 w 2892863"/>
              <a:gd name="connsiteY45" fmla="*/ 0 h 1601150"/>
              <a:gd name="connsiteX46" fmla="*/ 1478575 w 2892863"/>
              <a:gd name="connsiteY46" fmla="*/ 39183 h 1601150"/>
              <a:gd name="connsiteX47" fmla="*/ 1510718 w 2892863"/>
              <a:gd name="connsiteY47" fmla="*/ 152895 h 1601150"/>
              <a:gd name="connsiteX48" fmla="*/ 1542861 w 2892863"/>
              <a:gd name="connsiteY48" fmla="*/ 330011 h 1601150"/>
              <a:gd name="connsiteX49" fmla="*/ 1575003 w 2892863"/>
              <a:gd name="connsiteY49" fmla="*/ 553182 h 1601150"/>
              <a:gd name="connsiteX50" fmla="*/ 1607146 w 2892863"/>
              <a:gd name="connsiteY50" fmla="*/ 800575 h 1601150"/>
              <a:gd name="connsiteX51" fmla="*/ 1639290 w 2892863"/>
              <a:gd name="connsiteY51" fmla="*/ 1047967 h 1601150"/>
              <a:gd name="connsiteX52" fmla="*/ 1671432 w 2892863"/>
              <a:gd name="connsiteY52" fmla="*/ 1271139 h 1601150"/>
              <a:gd name="connsiteX53" fmla="*/ 1703575 w 2892863"/>
              <a:gd name="connsiteY53" fmla="*/ 1448255 h 1601150"/>
              <a:gd name="connsiteX54" fmla="*/ 1735718 w 2892863"/>
              <a:gd name="connsiteY54" fmla="*/ 1561967 h 1601150"/>
              <a:gd name="connsiteX55" fmla="*/ 1767861 w 2892863"/>
              <a:gd name="connsiteY55" fmla="*/ 1601150 h 1601150"/>
              <a:gd name="connsiteX56" fmla="*/ 1800004 w 2892863"/>
              <a:gd name="connsiteY56" fmla="*/ 1561967 h 1601150"/>
              <a:gd name="connsiteX57" fmla="*/ 1832147 w 2892863"/>
              <a:gd name="connsiteY57" fmla="*/ 1448255 h 1601150"/>
              <a:gd name="connsiteX58" fmla="*/ 1864290 w 2892863"/>
              <a:gd name="connsiteY58" fmla="*/ 1271139 h 1601150"/>
              <a:gd name="connsiteX59" fmla="*/ 1896433 w 2892863"/>
              <a:gd name="connsiteY59" fmla="*/ 1047967 h 1601150"/>
              <a:gd name="connsiteX60" fmla="*/ 1928576 w 2892863"/>
              <a:gd name="connsiteY60" fmla="*/ 800575 h 1601150"/>
              <a:gd name="connsiteX61" fmla="*/ 1960719 w 2892863"/>
              <a:gd name="connsiteY61" fmla="*/ 553182 h 1601150"/>
              <a:gd name="connsiteX62" fmla="*/ 1992862 w 2892863"/>
              <a:gd name="connsiteY62" fmla="*/ 330011 h 1601150"/>
              <a:gd name="connsiteX63" fmla="*/ 2025005 w 2892863"/>
              <a:gd name="connsiteY63" fmla="*/ 152895 h 1601150"/>
              <a:gd name="connsiteX64" fmla="*/ 2057148 w 2892863"/>
              <a:gd name="connsiteY64" fmla="*/ 39183 h 1601150"/>
              <a:gd name="connsiteX65" fmla="*/ 2089290 w 2892863"/>
              <a:gd name="connsiteY65" fmla="*/ 0 h 1601150"/>
              <a:gd name="connsiteX66" fmla="*/ 2121433 w 2892863"/>
              <a:gd name="connsiteY66" fmla="*/ 39183 h 1601150"/>
              <a:gd name="connsiteX67" fmla="*/ 2153576 w 2892863"/>
              <a:gd name="connsiteY67" fmla="*/ 152895 h 1601150"/>
              <a:gd name="connsiteX68" fmla="*/ 2185719 w 2892863"/>
              <a:gd name="connsiteY68" fmla="*/ 330011 h 1601150"/>
              <a:gd name="connsiteX69" fmla="*/ 2217862 w 2892863"/>
              <a:gd name="connsiteY69" fmla="*/ 553182 h 1601150"/>
              <a:gd name="connsiteX70" fmla="*/ 2250005 w 2892863"/>
              <a:gd name="connsiteY70" fmla="*/ 800575 h 1601150"/>
              <a:gd name="connsiteX71" fmla="*/ 2282148 w 2892863"/>
              <a:gd name="connsiteY71" fmla="*/ 1047967 h 1601150"/>
              <a:gd name="connsiteX72" fmla="*/ 2314291 w 2892863"/>
              <a:gd name="connsiteY72" fmla="*/ 1271139 h 1601150"/>
              <a:gd name="connsiteX73" fmla="*/ 2346434 w 2892863"/>
              <a:gd name="connsiteY73" fmla="*/ 1448255 h 1601150"/>
              <a:gd name="connsiteX74" fmla="*/ 2378577 w 2892863"/>
              <a:gd name="connsiteY74" fmla="*/ 1561967 h 1601150"/>
              <a:gd name="connsiteX75" fmla="*/ 2410719 w 2892863"/>
              <a:gd name="connsiteY75" fmla="*/ 1601150 h 1601150"/>
              <a:gd name="connsiteX76" fmla="*/ 2442863 w 2892863"/>
              <a:gd name="connsiteY76" fmla="*/ 1561967 h 1601150"/>
              <a:gd name="connsiteX77" fmla="*/ 2475005 w 2892863"/>
              <a:gd name="connsiteY77" fmla="*/ 1448255 h 1601150"/>
              <a:gd name="connsiteX78" fmla="*/ 2507148 w 2892863"/>
              <a:gd name="connsiteY78" fmla="*/ 1271139 h 1601150"/>
              <a:gd name="connsiteX79" fmla="*/ 2539291 w 2892863"/>
              <a:gd name="connsiteY79" fmla="*/ 1047967 h 1601150"/>
              <a:gd name="connsiteX80" fmla="*/ 2571434 w 2892863"/>
              <a:gd name="connsiteY80" fmla="*/ 800575 h 1601150"/>
              <a:gd name="connsiteX81" fmla="*/ 2603577 w 2892863"/>
              <a:gd name="connsiteY81" fmla="*/ 553182 h 1601150"/>
              <a:gd name="connsiteX82" fmla="*/ 2635720 w 2892863"/>
              <a:gd name="connsiteY82" fmla="*/ 330011 h 1601150"/>
              <a:gd name="connsiteX83" fmla="*/ 2667863 w 2892863"/>
              <a:gd name="connsiteY83" fmla="*/ 152895 h 1601150"/>
              <a:gd name="connsiteX84" fmla="*/ 2700006 w 2892863"/>
              <a:gd name="connsiteY84" fmla="*/ 39183 h 1601150"/>
              <a:gd name="connsiteX85" fmla="*/ 2732149 w 2892863"/>
              <a:gd name="connsiteY85" fmla="*/ 0 h 1601150"/>
              <a:gd name="connsiteX86" fmla="*/ 2764292 w 2892863"/>
              <a:gd name="connsiteY86" fmla="*/ 39183 h 1601150"/>
              <a:gd name="connsiteX87" fmla="*/ 2796435 w 2892863"/>
              <a:gd name="connsiteY87" fmla="*/ 152895 h 1601150"/>
              <a:gd name="connsiteX88" fmla="*/ 2828578 w 2892863"/>
              <a:gd name="connsiteY88" fmla="*/ 330011 h 1601150"/>
              <a:gd name="connsiteX89" fmla="*/ 2860721 w 2892863"/>
              <a:gd name="connsiteY89" fmla="*/ 553182 h 1601150"/>
              <a:gd name="connsiteX90" fmla="*/ 2892863 w 2892863"/>
              <a:gd name="connsiteY90" fmla="*/ 800575 h 1601150"/>
              <a:gd name="connsiteX0" fmla="*/ 0 w 2860720"/>
              <a:gd name="connsiteY0" fmla="*/ 553182 h 1601150"/>
              <a:gd name="connsiteX1" fmla="*/ 32143 w 2860720"/>
              <a:gd name="connsiteY1" fmla="*/ 330011 h 1601150"/>
              <a:gd name="connsiteX2" fmla="*/ 64286 w 2860720"/>
              <a:gd name="connsiteY2" fmla="*/ 152895 h 1601150"/>
              <a:gd name="connsiteX3" fmla="*/ 96429 w 2860720"/>
              <a:gd name="connsiteY3" fmla="*/ 39183 h 1601150"/>
              <a:gd name="connsiteX4" fmla="*/ 128572 w 2860720"/>
              <a:gd name="connsiteY4" fmla="*/ 0 h 1601150"/>
              <a:gd name="connsiteX5" fmla="*/ 160715 w 2860720"/>
              <a:gd name="connsiteY5" fmla="*/ 39183 h 1601150"/>
              <a:gd name="connsiteX6" fmla="*/ 192858 w 2860720"/>
              <a:gd name="connsiteY6" fmla="*/ 152895 h 1601150"/>
              <a:gd name="connsiteX7" fmla="*/ 225001 w 2860720"/>
              <a:gd name="connsiteY7" fmla="*/ 330011 h 1601150"/>
              <a:gd name="connsiteX8" fmla="*/ 257144 w 2860720"/>
              <a:gd name="connsiteY8" fmla="*/ 553182 h 1601150"/>
              <a:gd name="connsiteX9" fmla="*/ 289287 w 2860720"/>
              <a:gd name="connsiteY9" fmla="*/ 800575 h 1601150"/>
              <a:gd name="connsiteX10" fmla="*/ 321429 w 2860720"/>
              <a:gd name="connsiteY10" fmla="*/ 1047967 h 1601150"/>
              <a:gd name="connsiteX11" fmla="*/ 353572 w 2860720"/>
              <a:gd name="connsiteY11" fmla="*/ 1271139 h 1601150"/>
              <a:gd name="connsiteX12" fmla="*/ 385715 w 2860720"/>
              <a:gd name="connsiteY12" fmla="*/ 1448255 h 1601150"/>
              <a:gd name="connsiteX13" fmla="*/ 417858 w 2860720"/>
              <a:gd name="connsiteY13" fmla="*/ 1561967 h 1601150"/>
              <a:gd name="connsiteX14" fmla="*/ 450001 w 2860720"/>
              <a:gd name="connsiteY14" fmla="*/ 1601150 h 1601150"/>
              <a:gd name="connsiteX15" fmla="*/ 482144 w 2860720"/>
              <a:gd name="connsiteY15" fmla="*/ 1561967 h 1601150"/>
              <a:gd name="connsiteX16" fmla="*/ 514287 w 2860720"/>
              <a:gd name="connsiteY16" fmla="*/ 1448255 h 1601150"/>
              <a:gd name="connsiteX17" fmla="*/ 546430 w 2860720"/>
              <a:gd name="connsiteY17" fmla="*/ 1271139 h 1601150"/>
              <a:gd name="connsiteX18" fmla="*/ 578573 w 2860720"/>
              <a:gd name="connsiteY18" fmla="*/ 1047967 h 1601150"/>
              <a:gd name="connsiteX19" fmla="*/ 610716 w 2860720"/>
              <a:gd name="connsiteY19" fmla="*/ 800575 h 1601150"/>
              <a:gd name="connsiteX20" fmla="*/ 642858 w 2860720"/>
              <a:gd name="connsiteY20" fmla="*/ 553182 h 1601150"/>
              <a:gd name="connsiteX21" fmla="*/ 675002 w 2860720"/>
              <a:gd name="connsiteY21" fmla="*/ 330011 h 1601150"/>
              <a:gd name="connsiteX22" fmla="*/ 707145 w 2860720"/>
              <a:gd name="connsiteY22" fmla="*/ 152895 h 1601150"/>
              <a:gd name="connsiteX23" fmla="*/ 739287 w 2860720"/>
              <a:gd name="connsiteY23" fmla="*/ 39183 h 1601150"/>
              <a:gd name="connsiteX24" fmla="*/ 771430 w 2860720"/>
              <a:gd name="connsiteY24" fmla="*/ 0 h 1601150"/>
              <a:gd name="connsiteX25" fmla="*/ 803573 w 2860720"/>
              <a:gd name="connsiteY25" fmla="*/ 39183 h 1601150"/>
              <a:gd name="connsiteX26" fmla="*/ 835716 w 2860720"/>
              <a:gd name="connsiteY26" fmla="*/ 152895 h 1601150"/>
              <a:gd name="connsiteX27" fmla="*/ 867859 w 2860720"/>
              <a:gd name="connsiteY27" fmla="*/ 330011 h 1601150"/>
              <a:gd name="connsiteX28" fmla="*/ 900002 w 2860720"/>
              <a:gd name="connsiteY28" fmla="*/ 553182 h 1601150"/>
              <a:gd name="connsiteX29" fmla="*/ 932145 w 2860720"/>
              <a:gd name="connsiteY29" fmla="*/ 800575 h 1601150"/>
              <a:gd name="connsiteX30" fmla="*/ 964288 w 2860720"/>
              <a:gd name="connsiteY30" fmla="*/ 1047967 h 1601150"/>
              <a:gd name="connsiteX31" fmla="*/ 996431 w 2860720"/>
              <a:gd name="connsiteY31" fmla="*/ 1271139 h 1601150"/>
              <a:gd name="connsiteX32" fmla="*/ 1028574 w 2860720"/>
              <a:gd name="connsiteY32" fmla="*/ 1448255 h 1601150"/>
              <a:gd name="connsiteX33" fmla="*/ 1060717 w 2860720"/>
              <a:gd name="connsiteY33" fmla="*/ 1561967 h 1601150"/>
              <a:gd name="connsiteX34" fmla="*/ 1092860 w 2860720"/>
              <a:gd name="connsiteY34" fmla="*/ 1601150 h 1601150"/>
              <a:gd name="connsiteX35" fmla="*/ 1125003 w 2860720"/>
              <a:gd name="connsiteY35" fmla="*/ 1561967 h 1601150"/>
              <a:gd name="connsiteX36" fmla="*/ 1157145 w 2860720"/>
              <a:gd name="connsiteY36" fmla="*/ 1448255 h 1601150"/>
              <a:gd name="connsiteX37" fmla="*/ 1189289 w 2860720"/>
              <a:gd name="connsiteY37" fmla="*/ 1271139 h 1601150"/>
              <a:gd name="connsiteX38" fmla="*/ 1221431 w 2860720"/>
              <a:gd name="connsiteY38" fmla="*/ 1047967 h 1601150"/>
              <a:gd name="connsiteX39" fmla="*/ 1253574 w 2860720"/>
              <a:gd name="connsiteY39" fmla="*/ 800575 h 1601150"/>
              <a:gd name="connsiteX40" fmla="*/ 1285717 w 2860720"/>
              <a:gd name="connsiteY40" fmla="*/ 553182 h 1601150"/>
              <a:gd name="connsiteX41" fmla="*/ 1317860 w 2860720"/>
              <a:gd name="connsiteY41" fmla="*/ 330011 h 1601150"/>
              <a:gd name="connsiteX42" fmla="*/ 1350003 w 2860720"/>
              <a:gd name="connsiteY42" fmla="*/ 152895 h 1601150"/>
              <a:gd name="connsiteX43" fmla="*/ 1382146 w 2860720"/>
              <a:gd name="connsiteY43" fmla="*/ 39183 h 1601150"/>
              <a:gd name="connsiteX44" fmla="*/ 1414289 w 2860720"/>
              <a:gd name="connsiteY44" fmla="*/ 0 h 1601150"/>
              <a:gd name="connsiteX45" fmla="*/ 1446432 w 2860720"/>
              <a:gd name="connsiteY45" fmla="*/ 39183 h 1601150"/>
              <a:gd name="connsiteX46" fmla="*/ 1478575 w 2860720"/>
              <a:gd name="connsiteY46" fmla="*/ 152895 h 1601150"/>
              <a:gd name="connsiteX47" fmla="*/ 1510718 w 2860720"/>
              <a:gd name="connsiteY47" fmla="*/ 330011 h 1601150"/>
              <a:gd name="connsiteX48" fmla="*/ 1542860 w 2860720"/>
              <a:gd name="connsiteY48" fmla="*/ 553182 h 1601150"/>
              <a:gd name="connsiteX49" fmla="*/ 1575003 w 2860720"/>
              <a:gd name="connsiteY49" fmla="*/ 800575 h 1601150"/>
              <a:gd name="connsiteX50" fmla="*/ 1607147 w 2860720"/>
              <a:gd name="connsiteY50" fmla="*/ 1047967 h 1601150"/>
              <a:gd name="connsiteX51" fmla="*/ 1639289 w 2860720"/>
              <a:gd name="connsiteY51" fmla="*/ 1271139 h 1601150"/>
              <a:gd name="connsiteX52" fmla="*/ 1671432 w 2860720"/>
              <a:gd name="connsiteY52" fmla="*/ 1448255 h 1601150"/>
              <a:gd name="connsiteX53" fmla="*/ 1703575 w 2860720"/>
              <a:gd name="connsiteY53" fmla="*/ 1561967 h 1601150"/>
              <a:gd name="connsiteX54" fmla="*/ 1735718 w 2860720"/>
              <a:gd name="connsiteY54" fmla="*/ 1601150 h 1601150"/>
              <a:gd name="connsiteX55" fmla="*/ 1767861 w 2860720"/>
              <a:gd name="connsiteY55" fmla="*/ 1561967 h 1601150"/>
              <a:gd name="connsiteX56" fmla="*/ 1800004 w 2860720"/>
              <a:gd name="connsiteY56" fmla="*/ 1448255 h 1601150"/>
              <a:gd name="connsiteX57" fmla="*/ 1832147 w 2860720"/>
              <a:gd name="connsiteY57" fmla="*/ 1271139 h 1601150"/>
              <a:gd name="connsiteX58" fmla="*/ 1864290 w 2860720"/>
              <a:gd name="connsiteY58" fmla="*/ 1047967 h 1601150"/>
              <a:gd name="connsiteX59" fmla="*/ 1896433 w 2860720"/>
              <a:gd name="connsiteY59" fmla="*/ 800575 h 1601150"/>
              <a:gd name="connsiteX60" fmla="*/ 1928576 w 2860720"/>
              <a:gd name="connsiteY60" fmla="*/ 553182 h 1601150"/>
              <a:gd name="connsiteX61" fmla="*/ 1960719 w 2860720"/>
              <a:gd name="connsiteY61" fmla="*/ 330011 h 1601150"/>
              <a:gd name="connsiteX62" fmla="*/ 1992862 w 2860720"/>
              <a:gd name="connsiteY62" fmla="*/ 152895 h 1601150"/>
              <a:gd name="connsiteX63" fmla="*/ 2025005 w 2860720"/>
              <a:gd name="connsiteY63" fmla="*/ 39183 h 1601150"/>
              <a:gd name="connsiteX64" fmla="*/ 2057147 w 2860720"/>
              <a:gd name="connsiteY64" fmla="*/ 0 h 1601150"/>
              <a:gd name="connsiteX65" fmla="*/ 2089290 w 2860720"/>
              <a:gd name="connsiteY65" fmla="*/ 39183 h 1601150"/>
              <a:gd name="connsiteX66" fmla="*/ 2121433 w 2860720"/>
              <a:gd name="connsiteY66" fmla="*/ 152895 h 1601150"/>
              <a:gd name="connsiteX67" fmla="*/ 2153576 w 2860720"/>
              <a:gd name="connsiteY67" fmla="*/ 330011 h 1601150"/>
              <a:gd name="connsiteX68" fmla="*/ 2185719 w 2860720"/>
              <a:gd name="connsiteY68" fmla="*/ 553182 h 1601150"/>
              <a:gd name="connsiteX69" fmla="*/ 2217862 w 2860720"/>
              <a:gd name="connsiteY69" fmla="*/ 800575 h 1601150"/>
              <a:gd name="connsiteX70" fmla="*/ 2250005 w 2860720"/>
              <a:gd name="connsiteY70" fmla="*/ 1047967 h 1601150"/>
              <a:gd name="connsiteX71" fmla="*/ 2282148 w 2860720"/>
              <a:gd name="connsiteY71" fmla="*/ 1271139 h 1601150"/>
              <a:gd name="connsiteX72" fmla="*/ 2314291 w 2860720"/>
              <a:gd name="connsiteY72" fmla="*/ 1448255 h 1601150"/>
              <a:gd name="connsiteX73" fmla="*/ 2346434 w 2860720"/>
              <a:gd name="connsiteY73" fmla="*/ 1561967 h 1601150"/>
              <a:gd name="connsiteX74" fmla="*/ 2378576 w 2860720"/>
              <a:gd name="connsiteY74" fmla="*/ 1601150 h 1601150"/>
              <a:gd name="connsiteX75" fmla="*/ 2410720 w 2860720"/>
              <a:gd name="connsiteY75" fmla="*/ 1561967 h 1601150"/>
              <a:gd name="connsiteX76" fmla="*/ 2442862 w 2860720"/>
              <a:gd name="connsiteY76" fmla="*/ 1448255 h 1601150"/>
              <a:gd name="connsiteX77" fmla="*/ 2475005 w 2860720"/>
              <a:gd name="connsiteY77" fmla="*/ 1271139 h 1601150"/>
              <a:gd name="connsiteX78" fmla="*/ 2507148 w 2860720"/>
              <a:gd name="connsiteY78" fmla="*/ 1047967 h 1601150"/>
              <a:gd name="connsiteX79" fmla="*/ 2539291 w 2860720"/>
              <a:gd name="connsiteY79" fmla="*/ 800575 h 1601150"/>
              <a:gd name="connsiteX80" fmla="*/ 2571434 w 2860720"/>
              <a:gd name="connsiteY80" fmla="*/ 553182 h 1601150"/>
              <a:gd name="connsiteX81" fmla="*/ 2603577 w 2860720"/>
              <a:gd name="connsiteY81" fmla="*/ 330011 h 1601150"/>
              <a:gd name="connsiteX82" fmla="*/ 2635720 w 2860720"/>
              <a:gd name="connsiteY82" fmla="*/ 152895 h 1601150"/>
              <a:gd name="connsiteX83" fmla="*/ 2667863 w 2860720"/>
              <a:gd name="connsiteY83" fmla="*/ 39183 h 1601150"/>
              <a:gd name="connsiteX84" fmla="*/ 2700006 w 2860720"/>
              <a:gd name="connsiteY84" fmla="*/ 0 h 1601150"/>
              <a:gd name="connsiteX85" fmla="*/ 2732149 w 2860720"/>
              <a:gd name="connsiteY85" fmla="*/ 39183 h 1601150"/>
              <a:gd name="connsiteX86" fmla="*/ 2764292 w 2860720"/>
              <a:gd name="connsiteY86" fmla="*/ 152895 h 1601150"/>
              <a:gd name="connsiteX87" fmla="*/ 2796435 w 2860720"/>
              <a:gd name="connsiteY87" fmla="*/ 330011 h 1601150"/>
              <a:gd name="connsiteX88" fmla="*/ 2828578 w 2860720"/>
              <a:gd name="connsiteY88" fmla="*/ 553182 h 1601150"/>
              <a:gd name="connsiteX89" fmla="*/ 2860720 w 2860720"/>
              <a:gd name="connsiteY89" fmla="*/ 800575 h 1601150"/>
              <a:gd name="connsiteX0" fmla="*/ 0 w 2828577"/>
              <a:gd name="connsiteY0" fmla="*/ 330011 h 1601150"/>
              <a:gd name="connsiteX1" fmla="*/ 32143 w 2828577"/>
              <a:gd name="connsiteY1" fmla="*/ 152895 h 1601150"/>
              <a:gd name="connsiteX2" fmla="*/ 64286 w 2828577"/>
              <a:gd name="connsiteY2" fmla="*/ 39183 h 1601150"/>
              <a:gd name="connsiteX3" fmla="*/ 96429 w 2828577"/>
              <a:gd name="connsiteY3" fmla="*/ 0 h 1601150"/>
              <a:gd name="connsiteX4" fmla="*/ 128572 w 2828577"/>
              <a:gd name="connsiteY4" fmla="*/ 39183 h 1601150"/>
              <a:gd name="connsiteX5" fmla="*/ 160715 w 2828577"/>
              <a:gd name="connsiteY5" fmla="*/ 152895 h 1601150"/>
              <a:gd name="connsiteX6" fmla="*/ 192858 w 2828577"/>
              <a:gd name="connsiteY6" fmla="*/ 330011 h 1601150"/>
              <a:gd name="connsiteX7" fmla="*/ 225001 w 2828577"/>
              <a:gd name="connsiteY7" fmla="*/ 553182 h 1601150"/>
              <a:gd name="connsiteX8" fmla="*/ 257144 w 2828577"/>
              <a:gd name="connsiteY8" fmla="*/ 800575 h 1601150"/>
              <a:gd name="connsiteX9" fmla="*/ 289286 w 2828577"/>
              <a:gd name="connsiteY9" fmla="*/ 1047967 h 1601150"/>
              <a:gd name="connsiteX10" fmla="*/ 321429 w 2828577"/>
              <a:gd name="connsiteY10" fmla="*/ 1271139 h 1601150"/>
              <a:gd name="connsiteX11" fmla="*/ 353572 w 2828577"/>
              <a:gd name="connsiteY11" fmla="*/ 1448255 h 1601150"/>
              <a:gd name="connsiteX12" fmla="*/ 385715 w 2828577"/>
              <a:gd name="connsiteY12" fmla="*/ 1561967 h 1601150"/>
              <a:gd name="connsiteX13" fmla="*/ 417858 w 2828577"/>
              <a:gd name="connsiteY13" fmla="*/ 1601150 h 1601150"/>
              <a:gd name="connsiteX14" fmla="*/ 450001 w 2828577"/>
              <a:gd name="connsiteY14" fmla="*/ 1561967 h 1601150"/>
              <a:gd name="connsiteX15" fmla="*/ 482144 w 2828577"/>
              <a:gd name="connsiteY15" fmla="*/ 1448255 h 1601150"/>
              <a:gd name="connsiteX16" fmla="*/ 514287 w 2828577"/>
              <a:gd name="connsiteY16" fmla="*/ 1271139 h 1601150"/>
              <a:gd name="connsiteX17" fmla="*/ 546430 w 2828577"/>
              <a:gd name="connsiteY17" fmla="*/ 1047967 h 1601150"/>
              <a:gd name="connsiteX18" fmla="*/ 578573 w 2828577"/>
              <a:gd name="connsiteY18" fmla="*/ 800575 h 1601150"/>
              <a:gd name="connsiteX19" fmla="*/ 610715 w 2828577"/>
              <a:gd name="connsiteY19" fmla="*/ 553182 h 1601150"/>
              <a:gd name="connsiteX20" fmla="*/ 642859 w 2828577"/>
              <a:gd name="connsiteY20" fmla="*/ 330011 h 1601150"/>
              <a:gd name="connsiteX21" fmla="*/ 675002 w 2828577"/>
              <a:gd name="connsiteY21" fmla="*/ 152895 h 1601150"/>
              <a:gd name="connsiteX22" fmla="*/ 707144 w 2828577"/>
              <a:gd name="connsiteY22" fmla="*/ 39183 h 1601150"/>
              <a:gd name="connsiteX23" fmla="*/ 739287 w 2828577"/>
              <a:gd name="connsiteY23" fmla="*/ 0 h 1601150"/>
              <a:gd name="connsiteX24" fmla="*/ 771430 w 2828577"/>
              <a:gd name="connsiteY24" fmla="*/ 39183 h 1601150"/>
              <a:gd name="connsiteX25" fmla="*/ 803573 w 2828577"/>
              <a:gd name="connsiteY25" fmla="*/ 152895 h 1601150"/>
              <a:gd name="connsiteX26" fmla="*/ 835716 w 2828577"/>
              <a:gd name="connsiteY26" fmla="*/ 330011 h 1601150"/>
              <a:gd name="connsiteX27" fmla="*/ 867859 w 2828577"/>
              <a:gd name="connsiteY27" fmla="*/ 553182 h 1601150"/>
              <a:gd name="connsiteX28" fmla="*/ 900002 w 2828577"/>
              <a:gd name="connsiteY28" fmla="*/ 800575 h 1601150"/>
              <a:gd name="connsiteX29" fmla="*/ 932145 w 2828577"/>
              <a:gd name="connsiteY29" fmla="*/ 1047967 h 1601150"/>
              <a:gd name="connsiteX30" fmla="*/ 964288 w 2828577"/>
              <a:gd name="connsiteY30" fmla="*/ 1271139 h 1601150"/>
              <a:gd name="connsiteX31" fmla="*/ 996431 w 2828577"/>
              <a:gd name="connsiteY31" fmla="*/ 1448255 h 1601150"/>
              <a:gd name="connsiteX32" fmla="*/ 1028574 w 2828577"/>
              <a:gd name="connsiteY32" fmla="*/ 1561967 h 1601150"/>
              <a:gd name="connsiteX33" fmla="*/ 1060717 w 2828577"/>
              <a:gd name="connsiteY33" fmla="*/ 1601150 h 1601150"/>
              <a:gd name="connsiteX34" fmla="*/ 1092860 w 2828577"/>
              <a:gd name="connsiteY34" fmla="*/ 1561967 h 1601150"/>
              <a:gd name="connsiteX35" fmla="*/ 1125002 w 2828577"/>
              <a:gd name="connsiteY35" fmla="*/ 1448255 h 1601150"/>
              <a:gd name="connsiteX36" fmla="*/ 1157146 w 2828577"/>
              <a:gd name="connsiteY36" fmla="*/ 1271139 h 1601150"/>
              <a:gd name="connsiteX37" fmla="*/ 1189288 w 2828577"/>
              <a:gd name="connsiteY37" fmla="*/ 1047967 h 1601150"/>
              <a:gd name="connsiteX38" fmla="*/ 1221431 w 2828577"/>
              <a:gd name="connsiteY38" fmla="*/ 800575 h 1601150"/>
              <a:gd name="connsiteX39" fmla="*/ 1253574 w 2828577"/>
              <a:gd name="connsiteY39" fmla="*/ 553182 h 1601150"/>
              <a:gd name="connsiteX40" fmla="*/ 1285717 w 2828577"/>
              <a:gd name="connsiteY40" fmla="*/ 330011 h 1601150"/>
              <a:gd name="connsiteX41" fmla="*/ 1317860 w 2828577"/>
              <a:gd name="connsiteY41" fmla="*/ 152895 h 1601150"/>
              <a:gd name="connsiteX42" fmla="*/ 1350003 w 2828577"/>
              <a:gd name="connsiteY42" fmla="*/ 39183 h 1601150"/>
              <a:gd name="connsiteX43" fmla="*/ 1382146 w 2828577"/>
              <a:gd name="connsiteY43" fmla="*/ 0 h 1601150"/>
              <a:gd name="connsiteX44" fmla="*/ 1414289 w 2828577"/>
              <a:gd name="connsiteY44" fmla="*/ 39183 h 1601150"/>
              <a:gd name="connsiteX45" fmla="*/ 1446432 w 2828577"/>
              <a:gd name="connsiteY45" fmla="*/ 152895 h 1601150"/>
              <a:gd name="connsiteX46" fmla="*/ 1478575 w 2828577"/>
              <a:gd name="connsiteY46" fmla="*/ 330011 h 1601150"/>
              <a:gd name="connsiteX47" fmla="*/ 1510717 w 2828577"/>
              <a:gd name="connsiteY47" fmla="*/ 553182 h 1601150"/>
              <a:gd name="connsiteX48" fmla="*/ 1542860 w 2828577"/>
              <a:gd name="connsiteY48" fmla="*/ 800575 h 1601150"/>
              <a:gd name="connsiteX49" fmla="*/ 1575004 w 2828577"/>
              <a:gd name="connsiteY49" fmla="*/ 1047967 h 1601150"/>
              <a:gd name="connsiteX50" fmla="*/ 1607146 w 2828577"/>
              <a:gd name="connsiteY50" fmla="*/ 1271139 h 1601150"/>
              <a:gd name="connsiteX51" fmla="*/ 1639289 w 2828577"/>
              <a:gd name="connsiteY51" fmla="*/ 1448255 h 1601150"/>
              <a:gd name="connsiteX52" fmla="*/ 1671432 w 2828577"/>
              <a:gd name="connsiteY52" fmla="*/ 1561967 h 1601150"/>
              <a:gd name="connsiteX53" fmla="*/ 1703575 w 2828577"/>
              <a:gd name="connsiteY53" fmla="*/ 1601150 h 1601150"/>
              <a:gd name="connsiteX54" fmla="*/ 1735718 w 2828577"/>
              <a:gd name="connsiteY54" fmla="*/ 1561967 h 1601150"/>
              <a:gd name="connsiteX55" fmla="*/ 1767861 w 2828577"/>
              <a:gd name="connsiteY55" fmla="*/ 1448255 h 1601150"/>
              <a:gd name="connsiteX56" fmla="*/ 1800004 w 2828577"/>
              <a:gd name="connsiteY56" fmla="*/ 1271139 h 1601150"/>
              <a:gd name="connsiteX57" fmla="*/ 1832147 w 2828577"/>
              <a:gd name="connsiteY57" fmla="*/ 1047967 h 1601150"/>
              <a:gd name="connsiteX58" fmla="*/ 1864290 w 2828577"/>
              <a:gd name="connsiteY58" fmla="*/ 800575 h 1601150"/>
              <a:gd name="connsiteX59" fmla="*/ 1896433 w 2828577"/>
              <a:gd name="connsiteY59" fmla="*/ 553182 h 1601150"/>
              <a:gd name="connsiteX60" fmla="*/ 1928576 w 2828577"/>
              <a:gd name="connsiteY60" fmla="*/ 330011 h 1601150"/>
              <a:gd name="connsiteX61" fmla="*/ 1960719 w 2828577"/>
              <a:gd name="connsiteY61" fmla="*/ 152895 h 1601150"/>
              <a:gd name="connsiteX62" fmla="*/ 1992862 w 2828577"/>
              <a:gd name="connsiteY62" fmla="*/ 39183 h 1601150"/>
              <a:gd name="connsiteX63" fmla="*/ 2025004 w 2828577"/>
              <a:gd name="connsiteY63" fmla="*/ 0 h 1601150"/>
              <a:gd name="connsiteX64" fmla="*/ 2057147 w 2828577"/>
              <a:gd name="connsiteY64" fmla="*/ 39183 h 1601150"/>
              <a:gd name="connsiteX65" fmla="*/ 2089290 w 2828577"/>
              <a:gd name="connsiteY65" fmla="*/ 152895 h 1601150"/>
              <a:gd name="connsiteX66" fmla="*/ 2121433 w 2828577"/>
              <a:gd name="connsiteY66" fmla="*/ 330011 h 1601150"/>
              <a:gd name="connsiteX67" fmla="*/ 2153576 w 2828577"/>
              <a:gd name="connsiteY67" fmla="*/ 553182 h 1601150"/>
              <a:gd name="connsiteX68" fmla="*/ 2185719 w 2828577"/>
              <a:gd name="connsiteY68" fmla="*/ 800575 h 1601150"/>
              <a:gd name="connsiteX69" fmla="*/ 2217862 w 2828577"/>
              <a:gd name="connsiteY69" fmla="*/ 1047967 h 1601150"/>
              <a:gd name="connsiteX70" fmla="*/ 2250005 w 2828577"/>
              <a:gd name="connsiteY70" fmla="*/ 1271139 h 1601150"/>
              <a:gd name="connsiteX71" fmla="*/ 2282148 w 2828577"/>
              <a:gd name="connsiteY71" fmla="*/ 1448255 h 1601150"/>
              <a:gd name="connsiteX72" fmla="*/ 2314291 w 2828577"/>
              <a:gd name="connsiteY72" fmla="*/ 1561967 h 1601150"/>
              <a:gd name="connsiteX73" fmla="*/ 2346433 w 2828577"/>
              <a:gd name="connsiteY73" fmla="*/ 1601150 h 1601150"/>
              <a:gd name="connsiteX74" fmla="*/ 2378577 w 2828577"/>
              <a:gd name="connsiteY74" fmla="*/ 1561967 h 1601150"/>
              <a:gd name="connsiteX75" fmla="*/ 2410719 w 2828577"/>
              <a:gd name="connsiteY75" fmla="*/ 1448255 h 1601150"/>
              <a:gd name="connsiteX76" fmla="*/ 2442862 w 2828577"/>
              <a:gd name="connsiteY76" fmla="*/ 1271139 h 1601150"/>
              <a:gd name="connsiteX77" fmla="*/ 2475005 w 2828577"/>
              <a:gd name="connsiteY77" fmla="*/ 1047967 h 1601150"/>
              <a:gd name="connsiteX78" fmla="*/ 2507148 w 2828577"/>
              <a:gd name="connsiteY78" fmla="*/ 800575 h 1601150"/>
              <a:gd name="connsiteX79" fmla="*/ 2539291 w 2828577"/>
              <a:gd name="connsiteY79" fmla="*/ 553182 h 1601150"/>
              <a:gd name="connsiteX80" fmla="*/ 2571434 w 2828577"/>
              <a:gd name="connsiteY80" fmla="*/ 330011 h 1601150"/>
              <a:gd name="connsiteX81" fmla="*/ 2603577 w 2828577"/>
              <a:gd name="connsiteY81" fmla="*/ 152895 h 1601150"/>
              <a:gd name="connsiteX82" fmla="*/ 2635720 w 2828577"/>
              <a:gd name="connsiteY82" fmla="*/ 39183 h 1601150"/>
              <a:gd name="connsiteX83" fmla="*/ 2667863 w 2828577"/>
              <a:gd name="connsiteY83" fmla="*/ 0 h 1601150"/>
              <a:gd name="connsiteX84" fmla="*/ 2700006 w 2828577"/>
              <a:gd name="connsiteY84" fmla="*/ 39183 h 1601150"/>
              <a:gd name="connsiteX85" fmla="*/ 2732149 w 2828577"/>
              <a:gd name="connsiteY85" fmla="*/ 152895 h 1601150"/>
              <a:gd name="connsiteX86" fmla="*/ 2764292 w 2828577"/>
              <a:gd name="connsiteY86" fmla="*/ 330011 h 1601150"/>
              <a:gd name="connsiteX87" fmla="*/ 2796435 w 2828577"/>
              <a:gd name="connsiteY87" fmla="*/ 553182 h 1601150"/>
              <a:gd name="connsiteX88" fmla="*/ 2828577 w 2828577"/>
              <a:gd name="connsiteY88" fmla="*/ 800575 h 1601150"/>
              <a:gd name="connsiteX0" fmla="*/ 0 w 2796434"/>
              <a:gd name="connsiteY0" fmla="*/ 152895 h 1601150"/>
              <a:gd name="connsiteX1" fmla="*/ 32143 w 2796434"/>
              <a:gd name="connsiteY1" fmla="*/ 39183 h 1601150"/>
              <a:gd name="connsiteX2" fmla="*/ 64286 w 2796434"/>
              <a:gd name="connsiteY2" fmla="*/ 0 h 1601150"/>
              <a:gd name="connsiteX3" fmla="*/ 96429 w 2796434"/>
              <a:gd name="connsiteY3" fmla="*/ 39183 h 1601150"/>
              <a:gd name="connsiteX4" fmla="*/ 128572 w 2796434"/>
              <a:gd name="connsiteY4" fmla="*/ 152895 h 1601150"/>
              <a:gd name="connsiteX5" fmla="*/ 160715 w 2796434"/>
              <a:gd name="connsiteY5" fmla="*/ 330011 h 1601150"/>
              <a:gd name="connsiteX6" fmla="*/ 192858 w 2796434"/>
              <a:gd name="connsiteY6" fmla="*/ 553182 h 1601150"/>
              <a:gd name="connsiteX7" fmla="*/ 225001 w 2796434"/>
              <a:gd name="connsiteY7" fmla="*/ 800575 h 1601150"/>
              <a:gd name="connsiteX8" fmla="*/ 257143 w 2796434"/>
              <a:gd name="connsiteY8" fmla="*/ 1047967 h 1601150"/>
              <a:gd name="connsiteX9" fmla="*/ 289286 w 2796434"/>
              <a:gd name="connsiteY9" fmla="*/ 1271139 h 1601150"/>
              <a:gd name="connsiteX10" fmla="*/ 321429 w 2796434"/>
              <a:gd name="connsiteY10" fmla="*/ 1448255 h 1601150"/>
              <a:gd name="connsiteX11" fmla="*/ 353572 w 2796434"/>
              <a:gd name="connsiteY11" fmla="*/ 1561967 h 1601150"/>
              <a:gd name="connsiteX12" fmla="*/ 385715 w 2796434"/>
              <a:gd name="connsiteY12" fmla="*/ 1601150 h 1601150"/>
              <a:gd name="connsiteX13" fmla="*/ 417858 w 2796434"/>
              <a:gd name="connsiteY13" fmla="*/ 1561967 h 1601150"/>
              <a:gd name="connsiteX14" fmla="*/ 450001 w 2796434"/>
              <a:gd name="connsiteY14" fmla="*/ 1448255 h 1601150"/>
              <a:gd name="connsiteX15" fmla="*/ 482144 w 2796434"/>
              <a:gd name="connsiteY15" fmla="*/ 1271139 h 1601150"/>
              <a:gd name="connsiteX16" fmla="*/ 514287 w 2796434"/>
              <a:gd name="connsiteY16" fmla="*/ 1047967 h 1601150"/>
              <a:gd name="connsiteX17" fmla="*/ 546430 w 2796434"/>
              <a:gd name="connsiteY17" fmla="*/ 800575 h 1601150"/>
              <a:gd name="connsiteX18" fmla="*/ 578572 w 2796434"/>
              <a:gd name="connsiteY18" fmla="*/ 553182 h 1601150"/>
              <a:gd name="connsiteX19" fmla="*/ 610716 w 2796434"/>
              <a:gd name="connsiteY19" fmla="*/ 330011 h 1601150"/>
              <a:gd name="connsiteX20" fmla="*/ 642859 w 2796434"/>
              <a:gd name="connsiteY20" fmla="*/ 152895 h 1601150"/>
              <a:gd name="connsiteX21" fmla="*/ 675001 w 2796434"/>
              <a:gd name="connsiteY21" fmla="*/ 39183 h 1601150"/>
              <a:gd name="connsiteX22" fmla="*/ 707144 w 2796434"/>
              <a:gd name="connsiteY22" fmla="*/ 0 h 1601150"/>
              <a:gd name="connsiteX23" fmla="*/ 739287 w 2796434"/>
              <a:gd name="connsiteY23" fmla="*/ 39183 h 1601150"/>
              <a:gd name="connsiteX24" fmla="*/ 771430 w 2796434"/>
              <a:gd name="connsiteY24" fmla="*/ 152895 h 1601150"/>
              <a:gd name="connsiteX25" fmla="*/ 803573 w 2796434"/>
              <a:gd name="connsiteY25" fmla="*/ 330011 h 1601150"/>
              <a:gd name="connsiteX26" fmla="*/ 835716 w 2796434"/>
              <a:gd name="connsiteY26" fmla="*/ 553182 h 1601150"/>
              <a:gd name="connsiteX27" fmla="*/ 867859 w 2796434"/>
              <a:gd name="connsiteY27" fmla="*/ 800575 h 1601150"/>
              <a:gd name="connsiteX28" fmla="*/ 900002 w 2796434"/>
              <a:gd name="connsiteY28" fmla="*/ 1047967 h 1601150"/>
              <a:gd name="connsiteX29" fmla="*/ 932145 w 2796434"/>
              <a:gd name="connsiteY29" fmla="*/ 1271139 h 1601150"/>
              <a:gd name="connsiteX30" fmla="*/ 964288 w 2796434"/>
              <a:gd name="connsiteY30" fmla="*/ 1448255 h 1601150"/>
              <a:gd name="connsiteX31" fmla="*/ 996431 w 2796434"/>
              <a:gd name="connsiteY31" fmla="*/ 1561967 h 1601150"/>
              <a:gd name="connsiteX32" fmla="*/ 1028574 w 2796434"/>
              <a:gd name="connsiteY32" fmla="*/ 1601150 h 1601150"/>
              <a:gd name="connsiteX33" fmla="*/ 1060717 w 2796434"/>
              <a:gd name="connsiteY33" fmla="*/ 1561967 h 1601150"/>
              <a:gd name="connsiteX34" fmla="*/ 1092859 w 2796434"/>
              <a:gd name="connsiteY34" fmla="*/ 1448255 h 1601150"/>
              <a:gd name="connsiteX35" fmla="*/ 1125003 w 2796434"/>
              <a:gd name="connsiteY35" fmla="*/ 1271139 h 1601150"/>
              <a:gd name="connsiteX36" fmla="*/ 1157145 w 2796434"/>
              <a:gd name="connsiteY36" fmla="*/ 1047967 h 1601150"/>
              <a:gd name="connsiteX37" fmla="*/ 1189288 w 2796434"/>
              <a:gd name="connsiteY37" fmla="*/ 800575 h 1601150"/>
              <a:gd name="connsiteX38" fmla="*/ 1221431 w 2796434"/>
              <a:gd name="connsiteY38" fmla="*/ 553182 h 1601150"/>
              <a:gd name="connsiteX39" fmla="*/ 1253574 w 2796434"/>
              <a:gd name="connsiteY39" fmla="*/ 330011 h 1601150"/>
              <a:gd name="connsiteX40" fmla="*/ 1285717 w 2796434"/>
              <a:gd name="connsiteY40" fmla="*/ 152895 h 1601150"/>
              <a:gd name="connsiteX41" fmla="*/ 1317860 w 2796434"/>
              <a:gd name="connsiteY41" fmla="*/ 39183 h 1601150"/>
              <a:gd name="connsiteX42" fmla="*/ 1350003 w 2796434"/>
              <a:gd name="connsiteY42" fmla="*/ 0 h 1601150"/>
              <a:gd name="connsiteX43" fmla="*/ 1382146 w 2796434"/>
              <a:gd name="connsiteY43" fmla="*/ 39183 h 1601150"/>
              <a:gd name="connsiteX44" fmla="*/ 1414289 w 2796434"/>
              <a:gd name="connsiteY44" fmla="*/ 152895 h 1601150"/>
              <a:gd name="connsiteX45" fmla="*/ 1446432 w 2796434"/>
              <a:gd name="connsiteY45" fmla="*/ 330011 h 1601150"/>
              <a:gd name="connsiteX46" fmla="*/ 1478574 w 2796434"/>
              <a:gd name="connsiteY46" fmla="*/ 553182 h 1601150"/>
              <a:gd name="connsiteX47" fmla="*/ 1510717 w 2796434"/>
              <a:gd name="connsiteY47" fmla="*/ 800575 h 1601150"/>
              <a:gd name="connsiteX48" fmla="*/ 1542861 w 2796434"/>
              <a:gd name="connsiteY48" fmla="*/ 1047967 h 1601150"/>
              <a:gd name="connsiteX49" fmla="*/ 1575003 w 2796434"/>
              <a:gd name="connsiteY49" fmla="*/ 1271139 h 1601150"/>
              <a:gd name="connsiteX50" fmla="*/ 1607146 w 2796434"/>
              <a:gd name="connsiteY50" fmla="*/ 1448255 h 1601150"/>
              <a:gd name="connsiteX51" fmla="*/ 1639289 w 2796434"/>
              <a:gd name="connsiteY51" fmla="*/ 1561967 h 1601150"/>
              <a:gd name="connsiteX52" fmla="*/ 1671432 w 2796434"/>
              <a:gd name="connsiteY52" fmla="*/ 1601150 h 1601150"/>
              <a:gd name="connsiteX53" fmla="*/ 1703575 w 2796434"/>
              <a:gd name="connsiteY53" fmla="*/ 1561967 h 1601150"/>
              <a:gd name="connsiteX54" fmla="*/ 1735718 w 2796434"/>
              <a:gd name="connsiteY54" fmla="*/ 1448255 h 1601150"/>
              <a:gd name="connsiteX55" fmla="*/ 1767861 w 2796434"/>
              <a:gd name="connsiteY55" fmla="*/ 1271139 h 1601150"/>
              <a:gd name="connsiteX56" fmla="*/ 1800004 w 2796434"/>
              <a:gd name="connsiteY56" fmla="*/ 1047967 h 1601150"/>
              <a:gd name="connsiteX57" fmla="*/ 1832147 w 2796434"/>
              <a:gd name="connsiteY57" fmla="*/ 800575 h 1601150"/>
              <a:gd name="connsiteX58" fmla="*/ 1864290 w 2796434"/>
              <a:gd name="connsiteY58" fmla="*/ 553182 h 1601150"/>
              <a:gd name="connsiteX59" fmla="*/ 1896433 w 2796434"/>
              <a:gd name="connsiteY59" fmla="*/ 330011 h 1601150"/>
              <a:gd name="connsiteX60" fmla="*/ 1928576 w 2796434"/>
              <a:gd name="connsiteY60" fmla="*/ 152895 h 1601150"/>
              <a:gd name="connsiteX61" fmla="*/ 1960719 w 2796434"/>
              <a:gd name="connsiteY61" fmla="*/ 39183 h 1601150"/>
              <a:gd name="connsiteX62" fmla="*/ 1992861 w 2796434"/>
              <a:gd name="connsiteY62" fmla="*/ 0 h 1601150"/>
              <a:gd name="connsiteX63" fmla="*/ 2025004 w 2796434"/>
              <a:gd name="connsiteY63" fmla="*/ 39183 h 1601150"/>
              <a:gd name="connsiteX64" fmla="*/ 2057147 w 2796434"/>
              <a:gd name="connsiteY64" fmla="*/ 152895 h 1601150"/>
              <a:gd name="connsiteX65" fmla="*/ 2089290 w 2796434"/>
              <a:gd name="connsiteY65" fmla="*/ 330011 h 1601150"/>
              <a:gd name="connsiteX66" fmla="*/ 2121433 w 2796434"/>
              <a:gd name="connsiteY66" fmla="*/ 553182 h 1601150"/>
              <a:gd name="connsiteX67" fmla="*/ 2153576 w 2796434"/>
              <a:gd name="connsiteY67" fmla="*/ 800575 h 1601150"/>
              <a:gd name="connsiteX68" fmla="*/ 2185719 w 2796434"/>
              <a:gd name="connsiteY68" fmla="*/ 1047967 h 1601150"/>
              <a:gd name="connsiteX69" fmla="*/ 2217862 w 2796434"/>
              <a:gd name="connsiteY69" fmla="*/ 1271139 h 1601150"/>
              <a:gd name="connsiteX70" fmla="*/ 2250005 w 2796434"/>
              <a:gd name="connsiteY70" fmla="*/ 1448255 h 1601150"/>
              <a:gd name="connsiteX71" fmla="*/ 2282148 w 2796434"/>
              <a:gd name="connsiteY71" fmla="*/ 1561967 h 1601150"/>
              <a:gd name="connsiteX72" fmla="*/ 2314290 w 2796434"/>
              <a:gd name="connsiteY72" fmla="*/ 1601150 h 1601150"/>
              <a:gd name="connsiteX73" fmla="*/ 2346434 w 2796434"/>
              <a:gd name="connsiteY73" fmla="*/ 1561967 h 1601150"/>
              <a:gd name="connsiteX74" fmla="*/ 2378576 w 2796434"/>
              <a:gd name="connsiteY74" fmla="*/ 1448255 h 1601150"/>
              <a:gd name="connsiteX75" fmla="*/ 2410719 w 2796434"/>
              <a:gd name="connsiteY75" fmla="*/ 1271139 h 1601150"/>
              <a:gd name="connsiteX76" fmla="*/ 2442862 w 2796434"/>
              <a:gd name="connsiteY76" fmla="*/ 1047967 h 1601150"/>
              <a:gd name="connsiteX77" fmla="*/ 2475005 w 2796434"/>
              <a:gd name="connsiteY77" fmla="*/ 800575 h 1601150"/>
              <a:gd name="connsiteX78" fmla="*/ 2507148 w 2796434"/>
              <a:gd name="connsiteY78" fmla="*/ 553182 h 1601150"/>
              <a:gd name="connsiteX79" fmla="*/ 2539291 w 2796434"/>
              <a:gd name="connsiteY79" fmla="*/ 330011 h 1601150"/>
              <a:gd name="connsiteX80" fmla="*/ 2571434 w 2796434"/>
              <a:gd name="connsiteY80" fmla="*/ 152895 h 1601150"/>
              <a:gd name="connsiteX81" fmla="*/ 2603577 w 2796434"/>
              <a:gd name="connsiteY81" fmla="*/ 39183 h 1601150"/>
              <a:gd name="connsiteX82" fmla="*/ 2635720 w 2796434"/>
              <a:gd name="connsiteY82" fmla="*/ 0 h 1601150"/>
              <a:gd name="connsiteX83" fmla="*/ 2667863 w 2796434"/>
              <a:gd name="connsiteY83" fmla="*/ 39183 h 1601150"/>
              <a:gd name="connsiteX84" fmla="*/ 2700006 w 2796434"/>
              <a:gd name="connsiteY84" fmla="*/ 152895 h 1601150"/>
              <a:gd name="connsiteX85" fmla="*/ 2732149 w 2796434"/>
              <a:gd name="connsiteY85" fmla="*/ 330011 h 1601150"/>
              <a:gd name="connsiteX86" fmla="*/ 2764292 w 2796434"/>
              <a:gd name="connsiteY86" fmla="*/ 553182 h 1601150"/>
              <a:gd name="connsiteX87" fmla="*/ 2796434 w 2796434"/>
              <a:gd name="connsiteY87" fmla="*/ 800575 h 1601150"/>
              <a:gd name="connsiteX0" fmla="*/ 0 w 2764291"/>
              <a:gd name="connsiteY0" fmla="*/ 39183 h 1601150"/>
              <a:gd name="connsiteX1" fmla="*/ 32143 w 2764291"/>
              <a:gd name="connsiteY1" fmla="*/ 0 h 1601150"/>
              <a:gd name="connsiteX2" fmla="*/ 64286 w 2764291"/>
              <a:gd name="connsiteY2" fmla="*/ 39183 h 1601150"/>
              <a:gd name="connsiteX3" fmla="*/ 96429 w 2764291"/>
              <a:gd name="connsiteY3" fmla="*/ 152895 h 1601150"/>
              <a:gd name="connsiteX4" fmla="*/ 128572 w 2764291"/>
              <a:gd name="connsiteY4" fmla="*/ 330011 h 1601150"/>
              <a:gd name="connsiteX5" fmla="*/ 160715 w 2764291"/>
              <a:gd name="connsiteY5" fmla="*/ 553182 h 1601150"/>
              <a:gd name="connsiteX6" fmla="*/ 192858 w 2764291"/>
              <a:gd name="connsiteY6" fmla="*/ 800575 h 1601150"/>
              <a:gd name="connsiteX7" fmla="*/ 225000 w 2764291"/>
              <a:gd name="connsiteY7" fmla="*/ 1047967 h 1601150"/>
              <a:gd name="connsiteX8" fmla="*/ 257143 w 2764291"/>
              <a:gd name="connsiteY8" fmla="*/ 1271139 h 1601150"/>
              <a:gd name="connsiteX9" fmla="*/ 289286 w 2764291"/>
              <a:gd name="connsiteY9" fmla="*/ 1448255 h 1601150"/>
              <a:gd name="connsiteX10" fmla="*/ 321429 w 2764291"/>
              <a:gd name="connsiteY10" fmla="*/ 1561967 h 1601150"/>
              <a:gd name="connsiteX11" fmla="*/ 353572 w 2764291"/>
              <a:gd name="connsiteY11" fmla="*/ 1601150 h 1601150"/>
              <a:gd name="connsiteX12" fmla="*/ 385715 w 2764291"/>
              <a:gd name="connsiteY12" fmla="*/ 1561967 h 1601150"/>
              <a:gd name="connsiteX13" fmla="*/ 417858 w 2764291"/>
              <a:gd name="connsiteY13" fmla="*/ 1448255 h 1601150"/>
              <a:gd name="connsiteX14" fmla="*/ 450001 w 2764291"/>
              <a:gd name="connsiteY14" fmla="*/ 1271139 h 1601150"/>
              <a:gd name="connsiteX15" fmla="*/ 482144 w 2764291"/>
              <a:gd name="connsiteY15" fmla="*/ 1047967 h 1601150"/>
              <a:gd name="connsiteX16" fmla="*/ 514287 w 2764291"/>
              <a:gd name="connsiteY16" fmla="*/ 800575 h 1601150"/>
              <a:gd name="connsiteX17" fmla="*/ 546429 w 2764291"/>
              <a:gd name="connsiteY17" fmla="*/ 553182 h 1601150"/>
              <a:gd name="connsiteX18" fmla="*/ 578573 w 2764291"/>
              <a:gd name="connsiteY18" fmla="*/ 330011 h 1601150"/>
              <a:gd name="connsiteX19" fmla="*/ 610716 w 2764291"/>
              <a:gd name="connsiteY19" fmla="*/ 152895 h 1601150"/>
              <a:gd name="connsiteX20" fmla="*/ 642858 w 2764291"/>
              <a:gd name="connsiteY20" fmla="*/ 39183 h 1601150"/>
              <a:gd name="connsiteX21" fmla="*/ 675001 w 2764291"/>
              <a:gd name="connsiteY21" fmla="*/ 0 h 1601150"/>
              <a:gd name="connsiteX22" fmla="*/ 707144 w 2764291"/>
              <a:gd name="connsiteY22" fmla="*/ 39183 h 1601150"/>
              <a:gd name="connsiteX23" fmla="*/ 739287 w 2764291"/>
              <a:gd name="connsiteY23" fmla="*/ 152895 h 1601150"/>
              <a:gd name="connsiteX24" fmla="*/ 771430 w 2764291"/>
              <a:gd name="connsiteY24" fmla="*/ 330011 h 1601150"/>
              <a:gd name="connsiteX25" fmla="*/ 803573 w 2764291"/>
              <a:gd name="connsiteY25" fmla="*/ 553182 h 1601150"/>
              <a:gd name="connsiteX26" fmla="*/ 835716 w 2764291"/>
              <a:gd name="connsiteY26" fmla="*/ 800575 h 1601150"/>
              <a:gd name="connsiteX27" fmla="*/ 867859 w 2764291"/>
              <a:gd name="connsiteY27" fmla="*/ 1047967 h 1601150"/>
              <a:gd name="connsiteX28" fmla="*/ 900002 w 2764291"/>
              <a:gd name="connsiteY28" fmla="*/ 1271139 h 1601150"/>
              <a:gd name="connsiteX29" fmla="*/ 932145 w 2764291"/>
              <a:gd name="connsiteY29" fmla="*/ 1448255 h 1601150"/>
              <a:gd name="connsiteX30" fmla="*/ 964288 w 2764291"/>
              <a:gd name="connsiteY30" fmla="*/ 1561967 h 1601150"/>
              <a:gd name="connsiteX31" fmla="*/ 996431 w 2764291"/>
              <a:gd name="connsiteY31" fmla="*/ 1601150 h 1601150"/>
              <a:gd name="connsiteX32" fmla="*/ 1028574 w 2764291"/>
              <a:gd name="connsiteY32" fmla="*/ 1561967 h 1601150"/>
              <a:gd name="connsiteX33" fmla="*/ 1060716 w 2764291"/>
              <a:gd name="connsiteY33" fmla="*/ 1448255 h 1601150"/>
              <a:gd name="connsiteX34" fmla="*/ 1092860 w 2764291"/>
              <a:gd name="connsiteY34" fmla="*/ 1271139 h 1601150"/>
              <a:gd name="connsiteX35" fmla="*/ 1125002 w 2764291"/>
              <a:gd name="connsiteY35" fmla="*/ 1047967 h 1601150"/>
              <a:gd name="connsiteX36" fmla="*/ 1157145 w 2764291"/>
              <a:gd name="connsiteY36" fmla="*/ 800575 h 1601150"/>
              <a:gd name="connsiteX37" fmla="*/ 1189288 w 2764291"/>
              <a:gd name="connsiteY37" fmla="*/ 553182 h 1601150"/>
              <a:gd name="connsiteX38" fmla="*/ 1221431 w 2764291"/>
              <a:gd name="connsiteY38" fmla="*/ 330011 h 1601150"/>
              <a:gd name="connsiteX39" fmla="*/ 1253574 w 2764291"/>
              <a:gd name="connsiteY39" fmla="*/ 152895 h 1601150"/>
              <a:gd name="connsiteX40" fmla="*/ 1285717 w 2764291"/>
              <a:gd name="connsiteY40" fmla="*/ 39183 h 1601150"/>
              <a:gd name="connsiteX41" fmla="*/ 1317860 w 2764291"/>
              <a:gd name="connsiteY41" fmla="*/ 0 h 1601150"/>
              <a:gd name="connsiteX42" fmla="*/ 1350003 w 2764291"/>
              <a:gd name="connsiteY42" fmla="*/ 39183 h 1601150"/>
              <a:gd name="connsiteX43" fmla="*/ 1382146 w 2764291"/>
              <a:gd name="connsiteY43" fmla="*/ 152895 h 1601150"/>
              <a:gd name="connsiteX44" fmla="*/ 1414289 w 2764291"/>
              <a:gd name="connsiteY44" fmla="*/ 330011 h 1601150"/>
              <a:gd name="connsiteX45" fmla="*/ 1446431 w 2764291"/>
              <a:gd name="connsiteY45" fmla="*/ 553182 h 1601150"/>
              <a:gd name="connsiteX46" fmla="*/ 1478574 w 2764291"/>
              <a:gd name="connsiteY46" fmla="*/ 800575 h 1601150"/>
              <a:gd name="connsiteX47" fmla="*/ 1510718 w 2764291"/>
              <a:gd name="connsiteY47" fmla="*/ 1047967 h 1601150"/>
              <a:gd name="connsiteX48" fmla="*/ 1542860 w 2764291"/>
              <a:gd name="connsiteY48" fmla="*/ 1271139 h 1601150"/>
              <a:gd name="connsiteX49" fmla="*/ 1575003 w 2764291"/>
              <a:gd name="connsiteY49" fmla="*/ 1448255 h 1601150"/>
              <a:gd name="connsiteX50" fmla="*/ 1607146 w 2764291"/>
              <a:gd name="connsiteY50" fmla="*/ 1561967 h 1601150"/>
              <a:gd name="connsiteX51" fmla="*/ 1639289 w 2764291"/>
              <a:gd name="connsiteY51" fmla="*/ 1601150 h 1601150"/>
              <a:gd name="connsiteX52" fmla="*/ 1671432 w 2764291"/>
              <a:gd name="connsiteY52" fmla="*/ 1561967 h 1601150"/>
              <a:gd name="connsiteX53" fmla="*/ 1703575 w 2764291"/>
              <a:gd name="connsiteY53" fmla="*/ 1448255 h 1601150"/>
              <a:gd name="connsiteX54" fmla="*/ 1735718 w 2764291"/>
              <a:gd name="connsiteY54" fmla="*/ 1271139 h 1601150"/>
              <a:gd name="connsiteX55" fmla="*/ 1767861 w 2764291"/>
              <a:gd name="connsiteY55" fmla="*/ 1047967 h 1601150"/>
              <a:gd name="connsiteX56" fmla="*/ 1800004 w 2764291"/>
              <a:gd name="connsiteY56" fmla="*/ 800575 h 1601150"/>
              <a:gd name="connsiteX57" fmla="*/ 1832147 w 2764291"/>
              <a:gd name="connsiteY57" fmla="*/ 553182 h 1601150"/>
              <a:gd name="connsiteX58" fmla="*/ 1864290 w 2764291"/>
              <a:gd name="connsiteY58" fmla="*/ 330011 h 1601150"/>
              <a:gd name="connsiteX59" fmla="*/ 1896433 w 2764291"/>
              <a:gd name="connsiteY59" fmla="*/ 152895 h 1601150"/>
              <a:gd name="connsiteX60" fmla="*/ 1928576 w 2764291"/>
              <a:gd name="connsiteY60" fmla="*/ 39183 h 1601150"/>
              <a:gd name="connsiteX61" fmla="*/ 1960718 w 2764291"/>
              <a:gd name="connsiteY61" fmla="*/ 0 h 1601150"/>
              <a:gd name="connsiteX62" fmla="*/ 1992861 w 2764291"/>
              <a:gd name="connsiteY62" fmla="*/ 39183 h 1601150"/>
              <a:gd name="connsiteX63" fmla="*/ 2025004 w 2764291"/>
              <a:gd name="connsiteY63" fmla="*/ 152895 h 1601150"/>
              <a:gd name="connsiteX64" fmla="*/ 2057147 w 2764291"/>
              <a:gd name="connsiteY64" fmla="*/ 330011 h 1601150"/>
              <a:gd name="connsiteX65" fmla="*/ 2089290 w 2764291"/>
              <a:gd name="connsiteY65" fmla="*/ 553182 h 1601150"/>
              <a:gd name="connsiteX66" fmla="*/ 2121433 w 2764291"/>
              <a:gd name="connsiteY66" fmla="*/ 800575 h 1601150"/>
              <a:gd name="connsiteX67" fmla="*/ 2153576 w 2764291"/>
              <a:gd name="connsiteY67" fmla="*/ 1047967 h 1601150"/>
              <a:gd name="connsiteX68" fmla="*/ 2185719 w 2764291"/>
              <a:gd name="connsiteY68" fmla="*/ 1271139 h 1601150"/>
              <a:gd name="connsiteX69" fmla="*/ 2217862 w 2764291"/>
              <a:gd name="connsiteY69" fmla="*/ 1448255 h 1601150"/>
              <a:gd name="connsiteX70" fmla="*/ 2250005 w 2764291"/>
              <a:gd name="connsiteY70" fmla="*/ 1561967 h 1601150"/>
              <a:gd name="connsiteX71" fmla="*/ 2282147 w 2764291"/>
              <a:gd name="connsiteY71" fmla="*/ 1601150 h 1601150"/>
              <a:gd name="connsiteX72" fmla="*/ 2314291 w 2764291"/>
              <a:gd name="connsiteY72" fmla="*/ 1561967 h 1601150"/>
              <a:gd name="connsiteX73" fmla="*/ 2346433 w 2764291"/>
              <a:gd name="connsiteY73" fmla="*/ 1448255 h 1601150"/>
              <a:gd name="connsiteX74" fmla="*/ 2378576 w 2764291"/>
              <a:gd name="connsiteY74" fmla="*/ 1271139 h 1601150"/>
              <a:gd name="connsiteX75" fmla="*/ 2410719 w 2764291"/>
              <a:gd name="connsiteY75" fmla="*/ 1047967 h 1601150"/>
              <a:gd name="connsiteX76" fmla="*/ 2442862 w 2764291"/>
              <a:gd name="connsiteY76" fmla="*/ 800575 h 1601150"/>
              <a:gd name="connsiteX77" fmla="*/ 2475005 w 2764291"/>
              <a:gd name="connsiteY77" fmla="*/ 553182 h 1601150"/>
              <a:gd name="connsiteX78" fmla="*/ 2507148 w 2764291"/>
              <a:gd name="connsiteY78" fmla="*/ 330011 h 1601150"/>
              <a:gd name="connsiteX79" fmla="*/ 2539291 w 2764291"/>
              <a:gd name="connsiteY79" fmla="*/ 152895 h 1601150"/>
              <a:gd name="connsiteX80" fmla="*/ 2571434 w 2764291"/>
              <a:gd name="connsiteY80" fmla="*/ 39183 h 1601150"/>
              <a:gd name="connsiteX81" fmla="*/ 2603577 w 2764291"/>
              <a:gd name="connsiteY81" fmla="*/ 0 h 1601150"/>
              <a:gd name="connsiteX82" fmla="*/ 2635720 w 2764291"/>
              <a:gd name="connsiteY82" fmla="*/ 39183 h 1601150"/>
              <a:gd name="connsiteX83" fmla="*/ 2667863 w 2764291"/>
              <a:gd name="connsiteY83" fmla="*/ 152895 h 1601150"/>
              <a:gd name="connsiteX84" fmla="*/ 2700006 w 2764291"/>
              <a:gd name="connsiteY84" fmla="*/ 330011 h 1601150"/>
              <a:gd name="connsiteX85" fmla="*/ 2732149 w 2764291"/>
              <a:gd name="connsiteY85" fmla="*/ 553182 h 1601150"/>
              <a:gd name="connsiteX86" fmla="*/ 2764291 w 2764291"/>
              <a:gd name="connsiteY86" fmla="*/ 800575 h 1601150"/>
              <a:gd name="connsiteX0" fmla="*/ 0 w 2732148"/>
              <a:gd name="connsiteY0" fmla="*/ 0 h 1601150"/>
              <a:gd name="connsiteX1" fmla="*/ 32143 w 2732148"/>
              <a:gd name="connsiteY1" fmla="*/ 39183 h 1601150"/>
              <a:gd name="connsiteX2" fmla="*/ 64286 w 2732148"/>
              <a:gd name="connsiteY2" fmla="*/ 152895 h 1601150"/>
              <a:gd name="connsiteX3" fmla="*/ 96429 w 2732148"/>
              <a:gd name="connsiteY3" fmla="*/ 330011 h 1601150"/>
              <a:gd name="connsiteX4" fmla="*/ 128572 w 2732148"/>
              <a:gd name="connsiteY4" fmla="*/ 553182 h 1601150"/>
              <a:gd name="connsiteX5" fmla="*/ 160715 w 2732148"/>
              <a:gd name="connsiteY5" fmla="*/ 800575 h 1601150"/>
              <a:gd name="connsiteX6" fmla="*/ 192857 w 2732148"/>
              <a:gd name="connsiteY6" fmla="*/ 1047967 h 1601150"/>
              <a:gd name="connsiteX7" fmla="*/ 225000 w 2732148"/>
              <a:gd name="connsiteY7" fmla="*/ 1271139 h 1601150"/>
              <a:gd name="connsiteX8" fmla="*/ 257143 w 2732148"/>
              <a:gd name="connsiteY8" fmla="*/ 1448255 h 1601150"/>
              <a:gd name="connsiteX9" fmla="*/ 289286 w 2732148"/>
              <a:gd name="connsiteY9" fmla="*/ 1561967 h 1601150"/>
              <a:gd name="connsiteX10" fmla="*/ 321429 w 2732148"/>
              <a:gd name="connsiteY10" fmla="*/ 1601150 h 1601150"/>
              <a:gd name="connsiteX11" fmla="*/ 353572 w 2732148"/>
              <a:gd name="connsiteY11" fmla="*/ 1561967 h 1601150"/>
              <a:gd name="connsiteX12" fmla="*/ 385715 w 2732148"/>
              <a:gd name="connsiteY12" fmla="*/ 1448255 h 1601150"/>
              <a:gd name="connsiteX13" fmla="*/ 417858 w 2732148"/>
              <a:gd name="connsiteY13" fmla="*/ 1271139 h 1601150"/>
              <a:gd name="connsiteX14" fmla="*/ 450001 w 2732148"/>
              <a:gd name="connsiteY14" fmla="*/ 1047967 h 1601150"/>
              <a:gd name="connsiteX15" fmla="*/ 482144 w 2732148"/>
              <a:gd name="connsiteY15" fmla="*/ 800575 h 1601150"/>
              <a:gd name="connsiteX16" fmla="*/ 514286 w 2732148"/>
              <a:gd name="connsiteY16" fmla="*/ 553182 h 1601150"/>
              <a:gd name="connsiteX17" fmla="*/ 546430 w 2732148"/>
              <a:gd name="connsiteY17" fmla="*/ 330011 h 1601150"/>
              <a:gd name="connsiteX18" fmla="*/ 578573 w 2732148"/>
              <a:gd name="connsiteY18" fmla="*/ 152895 h 1601150"/>
              <a:gd name="connsiteX19" fmla="*/ 610715 w 2732148"/>
              <a:gd name="connsiteY19" fmla="*/ 39183 h 1601150"/>
              <a:gd name="connsiteX20" fmla="*/ 642858 w 2732148"/>
              <a:gd name="connsiteY20" fmla="*/ 0 h 1601150"/>
              <a:gd name="connsiteX21" fmla="*/ 675001 w 2732148"/>
              <a:gd name="connsiteY21" fmla="*/ 39183 h 1601150"/>
              <a:gd name="connsiteX22" fmla="*/ 707144 w 2732148"/>
              <a:gd name="connsiteY22" fmla="*/ 152895 h 1601150"/>
              <a:gd name="connsiteX23" fmla="*/ 739287 w 2732148"/>
              <a:gd name="connsiteY23" fmla="*/ 330011 h 1601150"/>
              <a:gd name="connsiteX24" fmla="*/ 771430 w 2732148"/>
              <a:gd name="connsiteY24" fmla="*/ 553182 h 1601150"/>
              <a:gd name="connsiteX25" fmla="*/ 803573 w 2732148"/>
              <a:gd name="connsiteY25" fmla="*/ 800575 h 1601150"/>
              <a:gd name="connsiteX26" fmla="*/ 835716 w 2732148"/>
              <a:gd name="connsiteY26" fmla="*/ 1047967 h 1601150"/>
              <a:gd name="connsiteX27" fmla="*/ 867859 w 2732148"/>
              <a:gd name="connsiteY27" fmla="*/ 1271139 h 1601150"/>
              <a:gd name="connsiteX28" fmla="*/ 900002 w 2732148"/>
              <a:gd name="connsiteY28" fmla="*/ 1448255 h 1601150"/>
              <a:gd name="connsiteX29" fmla="*/ 932145 w 2732148"/>
              <a:gd name="connsiteY29" fmla="*/ 1561967 h 1601150"/>
              <a:gd name="connsiteX30" fmla="*/ 964288 w 2732148"/>
              <a:gd name="connsiteY30" fmla="*/ 1601150 h 1601150"/>
              <a:gd name="connsiteX31" fmla="*/ 996431 w 2732148"/>
              <a:gd name="connsiteY31" fmla="*/ 1561967 h 1601150"/>
              <a:gd name="connsiteX32" fmla="*/ 1028573 w 2732148"/>
              <a:gd name="connsiteY32" fmla="*/ 1448255 h 1601150"/>
              <a:gd name="connsiteX33" fmla="*/ 1060717 w 2732148"/>
              <a:gd name="connsiteY33" fmla="*/ 1271139 h 1601150"/>
              <a:gd name="connsiteX34" fmla="*/ 1092859 w 2732148"/>
              <a:gd name="connsiteY34" fmla="*/ 1047967 h 1601150"/>
              <a:gd name="connsiteX35" fmla="*/ 1125002 w 2732148"/>
              <a:gd name="connsiteY35" fmla="*/ 800575 h 1601150"/>
              <a:gd name="connsiteX36" fmla="*/ 1157145 w 2732148"/>
              <a:gd name="connsiteY36" fmla="*/ 553182 h 1601150"/>
              <a:gd name="connsiteX37" fmla="*/ 1189288 w 2732148"/>
              <a:gd name="connsiteY37" fmla="*/ 330011 h 1601150"/>
              <a:gd name="connsiteX38" fmla="*/ 1221431 w 2732148"/>
              <a:gd name="connsiteY38" fmla="*/ 152895 h 1601150"/>
              <a:gd name="connsiteX39" fmla="*/ 1253574 w 2732148"/>
              <a:gd name="connsiteY39" fmla="*/ 39183 h 1601150"/>
              <a:gd name="connsiteX40" fmla="*/ 1285717 w 2732148"/>
              <a:gd name="connsiteY40" fmla="*/ 0 h 1601150"/>
              <a:gd name="connsiteX41" fmla="*/ 1317860 w 2732148"/>
              <a:gd name="connsiteY41" fmla="*/ 39183 h 1601150"/>
              <a:gd name="connsiteX42" fmla="*/ 1350003 w 2732148"/>
              <a:gd name="connsiteY42" fmla="*/ 152895 h 1601150"/>
              <a:gd name="connsiteX43" fmla="*/ 1382146 w 2732148"/>
              <a:gd name="connsiteY43" fmla="*/ 330011 h 1601150"/>
              <a:gd name="connsiteX44" fmla="*/ 1414288 w 2732148"/>
              <a:gd name="connsiteY44" fmla="*/ 553182 h 1601150"/>
              <a:gd name="connsiteX45" fmla="*/ 1446431 w 2732148"/>
              <a:gd name="connsiteY45" fmla="*/ 800575 h 1601150"/>
              <a:gd name="connsiteX46" fmla="*/ 1478575 w 2732148"/>
              <a:gd name="connsiteY46" fmla="*/ 1047967 h 1601150"/>
              <a:gd name="connsiteX47" fmla="*/ 1510717 w 2732148"/>
              <a:gd name="connsiteY47" fmla="*/ 1271139 h 1601150"/>
              <a:gd name="connsiteX48" fmla="*/ 1542860 w 2732148"/>
              <a:gd name="connsiteY48" fmla="*/ 1448255 h 1601150"/>
              <a:gd name="connsiteX49" fmla="*/ 1575003 w 2732148"/>
              <a:gd name="connsiteY49" fmla="*/ 1561967 h 1601150"/>
              <a:gd name="connsiteX50" fmla="*/ 1607146 w 2732148"/>
              <a:gd name="connsiteY50" fmla="*/ 1601150 h 1601150"/>
              <a:gd name="connsiteX51" fmla="*/ 1639289 w 2732148"/>
              <a:gd name="connsiteY51" fmla="*/ 1561967 h 1601150"/>
              <a:gd name="connsiteX52" fmla="*/ 1671432 w 2732148"/>
              <a:gd name="connsiteY52" fmla="*/ 1448255 h 1601150"/>
              <a:gd name="connsiteX53" fmla="*/ 1703575 w 2732148"/>
              <a:gd name="connsiteY53" fmla="*/ 1271139 h 1601150"/>
              <a:gd name="connsiteX54" fmla="*/ 1735718 w 2732148"/>
              <a:gd name="connsiteY54" fmla="*/ 1047967 h 1601150"/>
              <a:gd name="connsiteX55" fmla="*/ 1767861 w 2732148"/>
              <a:gd name="connsiteY55" fmla="*/ 800575 h 1601150"/>
              <a:gd name="connsiteX56" fmla="*/ 1800004 w 2732148"/>
              <a:gd name="connsiteY56" fmla="*/ 553182 h 1601150"/>
              <a:gd name="connsiteX57" fmla="*/ 1832147 w 2732148"/>
              <a:gd name="connsiteY57" fmla="*/ 330011 h 1601150"/>
              <a:gd name="connsiteX58" fmla="*/ 1864290 w 2732148"/>
              <a:gd name="connsiteY58" fmla="*/ 152895 h 1601150"/>
              <a:gd name="connsiteX59" fmla="*/ 1896433 w 2732148"/>
              <a:gd name="connsiteY59" fmla="*/ 39183 h 1601150"/>
              <a:gd name="connsiteX60" fmla="*/ 1928575 w 2732148"/>
              <a:gd name="connsiteY60" fmla="*/ 0 h 1601150"/>
              <a:gd name="connsiteX61" fmla="*/ 1960718 w 2732148"/>
              <a:gd name="connsiteY61" fmla="*/ 39183 h 1601150"/>
              <a:gd name="connsiteX62" fmla="*/ 1992861 w 2732148"/>
              <a:gd name="connsiteY62" fmla="*/ 152895 h 1601150"/>
              <a:gd name="connsiteX63" fmla="*/ 2025004 w 2732148"/>
              <a:gd name="connsiteY63" fmla="*/ 330011 h 1601150"/>
              <a:gd name="connsiteX64" fmla="*/ 2057147 w 2732148"/>
              <a:gd name="connsiteY64" fmla="*/ 553182 h 1601150"/>
              <a:gd name="connsiteX65" fmla="*/ 2089290 w 2732148"/>
              <a:gd name="connsiteY65" fmla="*/ 800575 h 1601150"/>
              <a:gd name="connsiteX66" fmla="*/ 2121433 w 2732148"/>
              <a:gd name="connsiteY66" fmla="*/ 1047967 h 1601150"/>
              <a:gd name="connsiteX67" fmla="*/ 2153576 w 2732148"/>
              <a:gd name="connsiteY67" fmla="*/ 1271139 h 1601150"/>
              <a:gd name="connsiteX68" fmla="*/ 2185719 w 2732148"/>
              <a:gd name="connsiteY68" fmla="*/ 1448255 h 1601150"/>
              <a:gd name="connsiteX69" fmla="*/ 2217862 w 2732148"/>
              <a:gd name="connsiteY69" fmla="*/ 1561967 h 1601150"/>
              <a:gd name="connsiteX70" fmla="*/ 2250004 w 2732148"/>
              <a:gd name="connsiteY70" fmla="*/ 1601150 h 1601150"/>
              <a:gd name="connsiteX71" fmla="*/ 2282148 w 2732148"/>
              <a:gd name="connsiteY71" fmla="*/ 1561967 h 1601150"/>
              <a:gd name="connsiteX72" fmla="*/ 2314290 w 2732148"/>
              <a:gd name="connsiteY72" fmla="*/ 1448255 h 1601150"/>
              <a:gd name="connsiteX73" fmla="*/ 2346433 w 2732148"/>
              <a:gd name="connsiteY73" fmla="*/ 1271139 h 1601150"/>
              <a:gd name="connsiteX74" fmla="*/ 2378576 w 2732148"/>
              <a:gd name="connsiteY74" fmla="*/ 1047967 h 1601150"/>
              <a:gd name="connsiteX75" fmla="*/ 2410719 w 2732148"/>
              <a:gd name="connsiteY75" fmla="*/ 800575 h 1601150"/>
              <a:gd name="connsiteX76" fmla="*/ 2442862 w 2732148"/>
              <a:gd name="connsiteY76" fmla="*/ 553182 h 1601150"/>
              <a:gd name="connsiteX77" fmla="*/ 2475005 w 2732148"/>
              <a:gd name="connsiteY77" fmla="*/ 330011 h 1601150"/>
              <a:gd name="connsiteX78" fmla="*/ 2507148 w 2732148"/>
              <a:gd name="connsiteY78" fmla="*/ 152895 h 1601150"/>
              <a:gd name="connsiteX79" fmla="*/ 2539291 w 2732148"/>
              <a:gd name="connsiteY79" fmla="*/ 39183 h 1601150"/>
              <a:gd name="connsiteX80" fmla="*/ 2571434 w 2732148"/>
              <a:gd name="connsiteY80" fmla="*/ 0 h 1601150"/>
              <a:gd name="connsiteX81" fmla="*/ 2603577 w 2732148"/>
              <a:gd name="connsiteY81" fmla="*/ 39183 h 1601150"/>
              <a:gd name="connsiteX82" fmla="*/ 2635720 w 2732148"/>
              <a:gd name="connsiteY82" fmla="*/ 152895 h 1601150"/>
              <a:gd name="connsiteX83" fmla="*/ 2667863 w 2732148"/>
              <a:gd name="connsiteY83" fmla="*/ 330011 h 1601150"/>
              <a:gd name="connsiteX84" fmla="*/ 2700006 w 2732148"/>
              <a:gd name="connsiteY84" fmla="*/ 553182 h 1601150"/>
              <a:gd name="connsiteX85" fmla="*/ 2732148 w 2732148"/>
              <a:gd name="connsiteY85" fmla="*/ 800575 h 1601150"/>
              <a:gd name="connsiteX0" fmla="*/ 0 w 2700005"/>
              <a:gd name="connsiteY0" fmla="*/ 39183 h 1601150"/>
              <a:gd name="connsiteX1" fmla="*/ 32143 w 2700005"/>
              <a:gd name="connsiteY1" fmla="*/ 152895 h 1601150"/>
              <a:gd name="connsiteX2" fmla="*/ 64286 w 2700005"/>
              <a:gd name="connsiteY2" fmla="*/ 330011 h 1601150"/>
              <a:gd name="connsiteX3" fmla="*/ 96429 w 2700005"/>
              <a:gd name="connsiteY3" fmla="*/ 553182 h 1601150"/>
              <a:gd name="connsiteX4" fmla="*/ 128572 w 2700005"/>
              <a:gd name="connsiteY4" fmla="*/ 800575 h 1601150"/>
              <a:gd name="connsiteX5" fmla="*/ 160714 w 2700005"/>
              <a:gd name="connsiteY5" fmla="*/ 1047967 h 1601150"/>
              <a:gd name="connsiteX6" fmla="*/ 192857 w 2700005"/>
              <a:gd name="connsiteY6" fmla="*/ 1271139 h 1601150"/>
              <a:gd name="connsiteX7" fmla="*/ 225000 w 2700005"/>
              <a:gd name="connsiteY7" fmla="*/ 1448255 h 1601150"/>
              <a:gd name="connsiteX8" fmla="*/ 257143 w 2700005"/>
              <a:gd name="connsiteY8" fmla="*/ 1561967 h 1601150"/>
              <a:gd name="connsiteX9" fmla="*/ 289286 w 2700005"/>
              <a:gd name="connsiteY9" fmla="*/ 1601150 h 1601150"/>
              <a:gd name="connsiteX10" fmla="*/ 321429 w 2700005"/>
              <a:gd name="connsiteY10" fmla="*/ 1561967 h 1601150"/>
              <a:gd name="connsiteX11" fmla="*/ 353572 w 2700005"/>
              <a:gd name="connsiteY11" fmla="*/ 1448255 h 1601150"/>
              <a:gd name="connsiteX12" fmla="*/ 385715 w 2700005"/>
              <a:gd name="connsiteY12" fmla="*/ 1271139 h 1601150"/>
              <a:gd name="connsiteX13" fmla="*/ 417858 w 2700005"/>
              <a:gd name="connsiteY13" fmla="*/ 1047967 h 1601150"/>
              <a:gd name="connsiteX14" fmla="*/ 450001 w 2700005"/>
              <a:gd name="connsiteY14" fmla="*/ 800575 h 1601150"/>
              <a:gd name="connsiteX15" fmla="*/ 482143 w 2700005"/>
              <a:gd name="connsiteY15" fmla="*/ 553182 h 1601150"/>
              <a:gd name="connsiteX16" fmla="*/ 514287 w 2700005"/>
              <a:gd name="connsiteY16" fmla="*/ 330011 h 1601150"/>
              <a:gd name="connsiteX17" fmla="*/ 546430 w 2700005"/>
              <a:gd name="connsiteY17" fmla="*/ 152895 h 1601150"/>
              <a:gd name="connsiteX18" fmla="*/ 578572 w 2700005"/>
              <a:gd name="connsiteY18" fmla="*/ 39183 h 1601150"/>
              <a:gd name="connsiteX19" fmla="*/ 610715 w 2700005"/>
              <a:gd name="connsiteY19" fmla="*/ 0 h 1601150"/>
              <a:gd name="connsiteX20" fmla="*/ 642858 w 2700005"/>
              <a:gd name="connsiteY20" fmla="*/ 39183 h 1601150"/>
              <a:gd name="connsiteX21" fmla="*/ 675001 w 2700005"/>
              <a:gd name="connsiteY21" fmla="*/ 152895 h 1601150"/>
              <a:gd name="connsiteX22" fmla="*/ 707144 w 2700005"/>
              <a:gd name="connsiteY22" fmla="*/ 330011 h 1601150"/>
              <a:gd name="connsiteX23" fmla="*/ 739287 w 2700005"/>
              <a:gd name="connsiteY23" fmla="*/ 553182 h 1601150"/>
              <a:gd name="connsiteX24" fmla="*/ 771430 w 2700005"/>
              <a:gd name="connsiteY24" fmla="*/ 800575 h 1601150"/>
              <a:gd name="connsiteX25" fmla="*/ 803573 w 2700005"/>
              <a:gd name="connsiteY25" fmla="*/ 1047967 h 1601150"/>
              <a:gd name="connsiteX26" fmla="*/ 835716 w 2700005"/>
              <a:gd name="connsiteY26" fmla="*/ 1271139 h 1601150"/>
              <a:gd name="connsiteX27" fmla="*/ 867859 w 2700005"/>
              <a:gd name="connsiteY27" fmla="*/ 1448255 h 1601150"/>
              <a:gd name="connsiteX28" fmla="*/ 900002 w 2700005"/>
              <a:gd name="connsiteY28" fmla="*/ 1561967 h 1601150"/>
              <a:gd name="connsiteX29" fmla="*/ 932145 w 2700005"/>
              <a:gd name="connsiteY29" fmla="*/ 1601150 h 1601150"/>
              <a:gd name="connsiteX30" fmla="*/ 964288 w 2700005"/>
              <a:gd name="connsiteY30" fmla="*/ 1561967 h 1601150"/>
              <a:gd name="connsiteX31" fmla="*/ 996430 w 2700005"/>
              <a:gd name="connsiteY31" fmla="*/ 1448255 h 1601150"/>
              <a:gd name="connsiteX32" fmla="*/ 1028574 w 2700005"/>
              <a:gd name="connsiteY32" fmla="*/ 1271139 h 1601150"/>
              <a:gd name="connsiteX33" fmla="*/ 1060716 w 2700005"/>
              <a:gd name="connsiteY33" fmla="*/ 1047967 h 1601150"/>
              <a:gd name="connsiteX34" fmla="*/ 1092859 w 2700005"/>
              <a:gd name="connsiteY34" fmla="*/ 800575 h 1601150"/>
              <a:gd name="connsiteX35" fmla="*/ 1125002 w 2700005"/>
              <a:gd name="connsiteY35" fmla="*/ 553182 h 1601150"/>
              <a:gd name="connsiteX36" fmla="*/ 1157145 w 2700005"/>
              <a:gd name="connsiteY36" fmla="*/ 330011 h 1601150"/>
              <a:gd name="connsiteX37" fmla="*/ 1189288 w 2700005"/>
              <a:gd name="connsiteY37" fmla="*/ 152895 h 1601150"/>
              <a:gd name="connsiteX38" fmla="*/ 1221431 w 2700005"/>
              <a:gd name="connsiteY38" fmla="*/ 39183 h 1601150"/>
              <a:gd name="connsiteX39" fmla="*/ 1253574 w 2700005"/>
              <a:gd name="connsiteY39" fmla="*/ 0 h 1601150"/>
              <a:gd name="connsiteX40" fmla="*/ 1285717 w 2700005"/>
              <a:gd name="connsiteY40" fmla="*/ 39183 h 1601150"/>
              <a:gd name="connsiteX41" fmla="*/ 1317860 w 2700005"/>
              <a:gd name="connsiteY41" fmla="*/ 152895 h 1601150"/>
              <a:gd name="connsiteX42" fmla="*/ 1350003 w 2700005"/>
              <a:gd name="connsiteY42" fmla="*/ 330011 h 1601150"/>
              <a:gd name="connsiteX43" fmla="*/ 1382145 w 2700005"/>
              <a:gd name="connsiteY43" fmla="*/ 553182 h 1601150"/>
              <a:gd name="connsiteX44" fmla="*/ 1414288 w 2700005"/>
              <a:gd name="connsiteY44" fmla="*/ 800575 h 1601150"/>
              <a:gd name="connsiteX45" fmla="*/ 1446432 w 2700005"/>
              <a:gd name="connsiteY45" fmla="*/ 1047967 h 1601150"/>
              <a:gd name="connsiteX46" fmla="*/ 1478574 w 2700005"/>
              <a:gd name="connsiteY46" fmla="*/ 1271139 h 1601150"/>
              <a:gd name="connsiteX47" fmla="*/ 1510717 w 2700005"/>
              <a:gd name="connsiteY47" fmla="*/ 1448255 h 1601150"/>
              <a:gd name="connsiteX48" fmla="*/ 1542860 w 2700005"/>
              <a:gd name="connsiteY48" fmla="*/ 1561967 h 1601150"/>
              <a:gd name="connsiteX49" fmla="*/ 1575003 w 2700005"/>
              <a:gd name="connsiteY49" fmla="*/ 1601150 h 1601150"/>
              <a:gd name="connsiteX50" fmla="*/ 1607146 w 2700005"/>
              <a:gd name="connsiteY50" fmla="*/ 1561967 h 1601150"/>
              <a:gd name="connsiteX51" fmla="*/ 1639289 w 2700005"/>
              <a:gd name="connsiteY51" fmla="*/ 1448255 h 1601150"/>
              <a:gd name="connsiteX52" fmla="*/ 1671432 w 2700005"/>
              <a:gd name="connsiteY52" fmla="*/ 1271139 h 1601150"/>
              <a:gd name="connsiteX53" fmla="*/ 1703575 w 2700005"/>
              <a:gd name="connsiteY53" fmla="*/ 1047967 h 1601150"/>
              <a:gd name="connsiteX54" fmla="*/ 1735718 w 2700005"/>
              <a:gd name="connsiteY54" fmla="*/ 800575 h 1601150"/>
              <a:gd name="connsiteX55" fmla="*/ 1767861 w 2700005"/>
              <a:gd name="connsiteY55" fmla="*/ 553182 h 1601150"/>
              <a:gd name="connsiteX56" fmla="*/ 1800004 w 2700005"/>
              <a:gd name="connsiteY56" fmla="*/ 330011 h 1601150"/>
              <a:gd name="connsiteX57" fmla="*/ 1832147 w 2700005"/>
              <a:gd name="connsiteY57" fmla="*/ 152895 h 1601150"/>
              <a:gd name="connsiteX58" fmla="*/ 1864290 w 2700005"/>
              <a:gd name="connsiteY58" fmla="*/ 39183 h 1601150"/>
              <a:gd name="connsiteX59" fmla="*/ 1896432 w 2700005"/>
              <a:gd name="connsiteY59" fmla="*/ 0 h 1601150"/>
              <a:gd name="connsiteX60" fmla="*/ 1928575 w 2700005"/>
              <a:gd name="connsiteY60" fmla="*/ 39183 h 1601150"/>
              <a:gd name="connsiteX61" fmla="*/ 1960718 w 2700005"/>
              <a:gd name="connsiteY61" fmla="*/ 152895 h 1601150"/>
              <a:gd name="connsiteX62" fmla="*/ 1992861 w 2700005"/>
              <a:gd name="connsiteY62" fmla="*/ 330011 h 1601150"/>
              <a:gd name="connsiteX63" fmla="*/ 2025004 w 2700005"/>
              <a:gd name="connsiteY63" fmla="*/ 553182 h 1601150"/>
              <a:gd name="connsiteX64" fmla="*/ 2057147 w 2700005"/>
              <a:gd name="connsiteY64" fmla="*/ 800575 h 1601150"/>
              <a:gd name="connsiteX65" fmla="*/ 2089290 w 2700005"/>
              <a:gd name="connsiteY65" fmla="*/ 1047967 h 1601150"/>
              <a:gd name="connsiteX66" fmla="*/ 2121433 w 2700005"/>
              <a:gd name="connsiteY66" fmla="*/ 1271139 h 1601150"/>
              <a:gd name="connsiteX67" fmla="*/ 2153576 w 2700005"/>
              <a:gd name="connsiteY67" fmla="*/ 1448255 h 1601150"/>
              <a:gd name="connsiteX68" fmla="*/ 2185719 w 2700005"/>
              <a:gd name="connsiteY68" fmla="*/ 1561967 h 1601150"/>
              <a:gd name="connsiteX69" fmla="*/ 2217861 w 2700005"/>
              <a:gd name="connsiteY69" fmla="*/ 1601150 h 1601150"/>
              <a:gd name="connsiteX70" fmla="*/ 2250005 w 2700005"/>
              <a:gd name="connsiteY70" fmla="*/ 1561967 h 1601150"/>
              <a:gd name="connsiteX71" fmla="*/ 2282147 w 2700005"/>
              <a:gd name="connsiteY71" fmla="*/ 1448255 h 1601150"/>
              <a:gd name="connsiteX72" fmla="*/ 2314290 w 2700005"/>
              <a:gd name="connsiteY72" fmla="*/ 1271139 h 1601150"/>
              <a:gd name="connsiteX73" fmla="*/ 2346433 w 2700005"/>
              <a:gd name="connsiteY73" fmla="*/ 1047967 h 1601150"/>
              <a:gd name="connsiteX74" fmla="*/ 2378576 w 2700005"/>
              <a:gd name="connsiteY74" fmla="*/ 800575 h 1601150"/>
              <a:gd name="connsiteX75" fmla="*/ 2410719 w 2700005"/>
              <a:gd name="connsiteY75" fmla="*/ 553182 h 1601150"/>
              <a:gd name="connsiteX76" fmla="*/ 2442862 w 2700005"/>
              <a:gd name="connsiteY76" fmla="*/ 330011 h 1601150"/>
              <a:gd name="connsiteX77" fmla="*/ 2475005 w 2700005"/>
              <a:gd name="connsiteY77" fmla="*/ 152895 h 1601150"/>
              <a:gd name="connsiteX78" fmla="*/ 2507148 w 2700005"/>
              <a:gd name="connsiteY78" fmla="*/ 39183 h 1601150"/>
              <a:gd name="connsiteX79" fmla="*/ 2539291 w 2700005"/>
              <a:gd name="connsiteY79" fmla="*/ 0 h 1601150"/>
              <a:gd name="connsiteX80" fmla="*/ 2571434 w 2700005"/>
              <a:gd name="connsiteY80" fmla="*/ 39183 h 1601150"/>
              <a:gd name="connsiteX81" fmla="*/ 2603577 w 2700005"/>
              <a:gd name="connsiteY81" fmla="*/ 152895 h 1601150"/>
              <a:gd name="connsiteX82" fmla="*/ 2635720 w 2700005"/>
              <a:gd name="connsiteY82" fmla="*/ 330011 h 1601150"/>
              <a:gd name="connsiteX83" fmla="*/ 2667863 w 2700005"/>
              <a:gd name="connsiteY83" fmla="*/ 553182 h 1601150"/>
              <a:gd name="connsiteX84" fmla="*/ 2700005 w 2700005"/>
              <a:gd name="connsiteY84" fmla="*/ 800575 h 1601150"/>
              <a:gd name="connsiteX0" fmla="*/ 0 w 2667862"/>
              <a:gd name="connsiteY0" fmla="*/ 152895 h 1601150"/>
              <a:gd name="connsiteX1" fmla="*/ 32143 w 2667862"/>
              <a:gd name="connsiteY1" fmla="*/ 330011 h 1601150"/>
              <a:gd name="connsiteX2" fmla="*/ 64286 w 2667862"/>
              <a:gd name="connsiteY2" fmla="*/ 553182 h 1601150"/>
              <a:gd name="connsiteX3" fmla="*/ 96429 w 2667862"/>
              <a:gd name="connsiteY3" fmla="*/ 800575 h 1601150"/>
              <a:gd name="connsiteX4" fmla="*/ 128571 w 2667862"/>
              <a:gd name="connsiteY4" fmla="*/ 1047967 h 1601150"/>
              <a:gd name="connsiteX5" fmla="*/ 160714 w 2667862"/>
              <a:gd name="connsiteY5" fmla="*/ 1271139 h 1601150"/>
              <a:gd name="connsiteX6" fmla="*/ 192857 w 2667862"/>
              <a:gd name="connsiteY6" fmla="*/ 1448255 h 1601150"/>
              <a:gd name="connsiteX7" fmla="*/ 225000 w 2667862"/>
              <a:gd name="connsiteY7" fmla="*/ 1561967 h 1601150"/>
              <a:gd name="connsiteX8" fmla="*/ 257143 w 2667862"/>
              <a:gd name="connsiteY8" fmla="*/ 1601150 h 1601150"/>
              <a:gd name="connsiteX9" fmla="*/ 289286 w 2667862"/>
              <a:gd name="connsiteY9" fmla="*/ 1561967 h 1601150"/>
              <a:gd name="connsiteX10" fmla="*/ 321429 w 2667862"/>
              <a:gd name="connsiteY10" fmla="*/ 1448255 h 1601150"/>
              <a:gd name="connsiteX11" fmla="*/ 353572 w 2667862"/>
              <a:gd name="connsiteY11" fmla="*/ 1271139 h 1601150"/>
              <a:gd name="connsiteX12" fmla="*/ 385715 w 2667862"/>
              <a:gd name="connsiteY12" fmla="*/ 1047967 h 1601150"/>
              <a:gd name="connsiteX13" fmla="*/ 417858 w 2667862"/>
              <a:gd name="connsiteY13" fmla="*/ 800575 h 1601150"/>
              <a:gd name="connsiteX14" fmla="*/ 450000 w 2667862"/>
              <a:gd name="connsiteY14" fmla="*/ 553182 h 1601150"/>
              <a:gd name="connsiteX15" fmla="*/ 482144 w 2667862"/>
              <a:gd name="connsiteY15" fmla="*/ 330011 h 1601150"/>
              <a:gd name="connsiteX16" fmla="*/ 514287 w 2667862"/>
              <a:gd name="connsiteY16" fmla="*/ 152895 h 1601150"/>
              <a:gd name="connsiteX17" fmla="*/ 546429 w 2667862"/>
              <a:gd name="connsiteY17" fmla="*/ 39183 h 1601150"/>
              <a:gd name="connsiteX18" fmla="*/ 578572 w 2667862"/>
              <a:gd name="connsiteY18" fmla="*/ 0 h 1601150"/>
              <a:gd name="connsiteX19" fmla="*/ 610715 w 2667862"/>
              <a:gd name="connsiteY19" fmla="*/ 39183 h 1601150"/>
              <a:gd name="connsiteX20" fmla="*/ 642858 w 2667862"/>
              <a:gd name="connsiteY20" fmla="*/ 152895 h 1601150"/>
              <a:gd name="connsiteX21" fmla="*/ 675001 w 2667862"/>
              <a:gd name="connsiteY21" fmla="*/ 330011 h 1601150"/>
              <a:gd name="connsiteX22" fmla="*/ 707144 w 2667862"/>
              <a:gd name="connsiteY22" fmla="*/ 553182 h 1601150"/>
              <a:gd name="connsiteX23" fmla="*/ 739287 w 2667862"/>
              <a:gd name="connsiteY23" fmla="*/ 800575 h 1601150"/>
              <a:gd name="connsiteX24" fmla="*/ 771430 w 2667862"/>
              <a:gd name="connsiteY24" fmla="*/ 1047967 h 1601150"/>
              <a:gd name="connsiteX25" fmla="*/ 803573 w 2667862"/>
              <a:gd name="connsiteY25" fmla="*/ 1271139 h 1601150"/>
              <a:gd name="connsiteX26" fmla="*/ 835716 w 2667862"/>
              <a:gd name="connsiteY26" fmla="*/ 1448255 h 1601150"/>
              <a:gd name="connsiteX27" fmla="*/ 867859 w 2667862"/>
              <a:gd name="connsiteY27" fmla="*/ 1561967 h 1601150"/>
              <a:gd name="connsiteX28" fmla="*/ 900002 w 2667862"/>
              <a:gd name="connsiteY28" fmla="*/ 1601150 h 1601150"/>
              <a:gd name="connsiteX29" fmla="*/ 932145 w 2667862"/>
              <a:gd name="connsiteY29" fmla="*/ 1561967 h 1601150"/>
              <a:gd name="connsiteX30" fmla="*/ 964287 w 2667862"/>
              <a:gd name="connsiteY30" fmla="*/ 1448255 h 1601150"/>
              <a:gd name="connsiteX31" fmla="*/ 996431 w 2667862"/>
              <a:gd name="connsiteY31" fmla="*/ 1271139 h 1601150"/>
              <a:gd name="connsiteX32" fmla="*/ 1028573 w 2667862"/>
              <a:gd name="connsiteY32" fmla="*/ 1047967 h 1601150"/>
              <a:gd name="connsiteX33" fmla="*/ 1060716 w 2667862"/>
              <a:gd name="connsiteY33" fmla="*/ 800575 h 1601150"/>
              <a:gd name="connsiteX34" fmla="*/ 1092859 w 2667862"/>
              <a:gd name="connsiteY34" fmla="*/ 553182 h 1601150"/>
              <a:gd name="connsiteX35" fmla="*/ 1125002 w 2667862"/>
              <a:gd name="connsiteY35" fmla="*/ 330011 h 1601150"/>
              <a:gd name="connsiteX36" fmla="*/ 1157145 w 2667862"/>
              <a:gd name="connsiteY36" fmla="*/ 152895 h 1601150"/>
              <a:gd name="connsiteX37" fmla="*/ 1189288 w 2667862"/>
              <a:gd name="connsiteY37" fmla="*/ 39183 h 1601150"/>
              <a:gd name="connsiteX38" fmla="*/ 1221431 w 2667862"/>
              <a:gd name="connsiteY38" fmla="*/ 0 h 1601150"/>
              <a:gd name="connsiteX39" fmla="*/ 1253574 w 2667862"/>
              <a:gd name="connsiteY39" fmla="*/ 39183 h 1601150"/>
              <a:gd name="connsiteX40" fmla="*/ 1285717 w 2667862"/>
              <a:gd name="connsiteY40" fmla="*/ 152895 h 1601150"/>
              <a:gd name="connsiteX41" fmla="*/ 1317860 w 2667862"/>
              <a:gd name="connsiteY41" fmla="*/ 330011 h 1601150"/>
              <a:gd name="connsiteX42" fmla="*/ 1350002 w 2667862"/>
              <a:gd name="connsiteY42" fmla="*/ 553182 h 1601150"/>
              <a:gd name="connsiteX43" fmla="*/ 1382145 w 2667862"/>
              <a:gd name="connsiteY43" fmla="*/ 800575 h 1601150"/>
              <a:gd name="connsiteX44" fmla="*/ 1414289 w 2667862"/>
              <a:gd name="connsiteY44" fmla="*/ 1047967 h 1601150"/>
              <a:gd name="connsiteX45" fmla="*/ 1446431 w 2667862"/>
              <a:gd name="connsiteY45" fmla="*/ 1271139 h 1601150"/>
              <a:gd name="connsiteX46" fmla="*/ 1478574 w 2667862"/>
              <a:gd name="connsiteY46" fmla="*/ 1448255 h 1601150"/>
              <a:gd name="connsiteX47" fmla="*/ 1510717 w 2667862"/>
              <a:gd name="connsiteY47" fmla="*/ 1561967 h 1601150"/>
              <a:gd name="connsiteX48" fmla="*/ 1542860 w 2667862"/>
              <a:gd name="connsiteY48" fmla="*/ 1601150 h 1601150"/>
              <a:gd name="connsiteX49" fmla="*/ 1575003 w 2667862"/>
              <a:gd name="connsiteY49" fmla="*/ 1561967 h 1601150"/>
              <a:gd name="connsiteX50" fmla="*/ 1607146 w 2667862"/>
              <a:gd name="connsiteY50" fmla="*/ 1448255 h 1601150"/>
              <a:gd name="connsiteX51" fmla="*/ 1639289 w 2667862"/>
              <a:gd name="connsiteY51" fmla="*/ 1271139 h 1601150"/>
              <a:gd name="connsiteX52" fmla="*/ 1671432 w 2667862"/>
              <a:gd name="connsiteY52" fmla="*/ 1047967 h 1601150"/>
              <a:gd name="connsiteX53" fmla="*/ 1703575 w 2667862"/>
              <a:gd name="connsiteY53" fmla="*/ 800575 h 1601150"/>
              <a:gd name="connsiteX54" fmla="*/ 1735718 w 2667862"/>
              <a:gd name="connsiteY54" fmla="*/ 553182 h 1601150"/>
              <a:gd name="connsiteX55" fmla="*/ 1767861 w 2667862"/>
              <a:gd name="connsiteY55" fmla="*/ 330011 h 1601150"/>
              <a:gd name="connsiteX56" fmla="*/ 1800004 w 2667862"/>
              <a:gd name="connsiteY56" fmla="*/ 152895 h 1601150"/>
              <a:gd name="connsiteX57" fmla="*/ 1832147 w 2667862"/>
              <a:gd name="connsiteY57" fmla="*/ 39183 h 1601150"/>
              <a:gd name="connsiteX58" fmla="*/ 1864289 w 2667862"/>
              <a:gd name="connsiteY58" fmla="*/ 0 h 1601150"/>
              <a:gd name="connsiteX59" fmla="*/ 1896432 w 2667862"/>
              <a:gd name="connsiteY59" fmla="*/ 39183 h 1601150"/>
              <a:gd name="connsiteX60" fmla="*/ 1928575 w 2667862"/>
              <a:gd name="connsiteY60" fmla="*/ 152895 h 1601150"/>
              <a:gd name="connsiteX61" fmla="*/ 1960718 w 2667862"/>
              <a:gd name="connsiteY61" fmla="*/ 330011 h 1601150"/>
              <a:gd name="connsiteX62" fmla="*/ 1992861 w 2667862"/>
              <a:gd name="connsiteY62" fmla="*/ 553182 h 1601150"/>
              <a:gd name="connsiteX63" fmla="*/ 2025004 w 2667862"/>
              <a:gd name="connsiteY63" fmla="*/ 800575 h 1601150"/>
              <a:gd name="connsiteX64" fmla="*/ 2057147 w 2667862"/>
              <a:gd name="connsiteY64" fmla="*/ 1047967 h 1601150"/>
              <a:gd name="connsiteX65" fmla="*/ 2089290 w 2667862"/>
              <a:gd name="connsiteY65" fmla="*/ 1271139 h 1601150"/>
              <a:gd name="connsiteX66" fmla="*/ 2121433 w 2667862"/>
              <a:gd name="connsiteY66" fmla="*/ 1448255 h 1601150"/>
              <a:gd name="connsiteX67" fmla="*/ 2153576 w 2667862"/>
              <a:gd name="connsiteY67" fmla="*/ 1561967 h 1601150"/>
              <a:gd name="connsiteX68" fmla="*/ 2185718 w 2667862"/>
              <a:gd name="connsiteY68" fmla="*/ 1601150 h 1601150"/>
              <a:gd name="connsiteX69" fmla="*/ 2217862 w 2667862"/>
              <a:gd name="connsiteY69" fmla="*/ 1561967 h 1601150"/>
              <a:gd name="connsiteX70" fmla="*/ 2250004 w 2667862"/>
              <a:gd name="connsiteY70" fmla="*/ 1448255 h 1601150"/>
              <a:gd name="connsiteX71" fmla="*/ 2282147 w 2667862"/>
              <a:gd name="connsiteY71" fmla="*/ 1271139 h 1601150"/>
              <a:gd name="connsiteX72" fmla="*/ 2314290 w 2667862"/>
              <a:gd name="connsiteY72" fmla="*/ 1047967 h 1601150"/>
              <a:gd name="connsiteX73" fmla="*/ 2346433 w 2667862"/>
              <a:gd name="connsiteY73" fmla="*/ 800575 h 1601150"/>
              <a:gd name="connsiteX74" fmla="*/ 2378576 w 2667862"/>
              <a:gd name="connsiteY74" fmla="*/ 553182 h 1601150"/>
              <a:gd name="connsiteX75" fmla="*/ 2410719 w 2667862"/>
              <a:gd name="connsiteY75" fmla="*/ 330011 h 1601150"/>
              <a:gd name="connsiteX76" fmla="*/ 2442862 w 2667862"/>
              <a:gd name="connsiteY76" fmla="*/ 152895 h 1601150"/>
              <a:gd name="connsiteX77" fmla="*/ 2475005 w 2667862"/>
              <a:gd name="connsiteY77" fmla="*/ 39183 h 1601150"/>
              <a:gd name="connsiteX78" fmla="*/ 2507148 w 2667862"/>
              <a:gd name="connsiteY78" fmla="*/ 0 h 1601150"/>
              <a:gd name="connsiteX79" fmla="*/ 2539291 w 2667862"/>
              <a:gd name="connsiteY79" fmla="*/ 39183 h 1601150"/>
              <a:gd name="connsiteX80" fmla="*/ 2571434 w 2667862"/>
              <a:gd name="connsiteY80" fmla="*/ 152895 h 1601150"/>
              <a:gd name="connsiteX81" fmla="*/ 2603577 w 2667862"/>
              <a:gd name="connsiteY81" fmla="*/ 330011 h 1601150"/>
              <a:gd name="connsiteX82" fmla="*/ 2635720 w 2667862"/>
              <a:gd name="connsiteY82" fmla="*/ 553182 h 1601150"/>
              <a:gd name="connsiteX83" fmla="*/ 2667862 w 2667862"/>
              <a:gd name="connsiteY83" fmla="*/ 800575 h 1601150"/>
              <a:gd name="connsiteX0" fmla="*/ 0 w 2635719"/>
              <a:gd name="connsiteY0" fmla="*/ 330011 h 1601150"/>
              <a:gd name="connsiteX1" fmla="*/ 32143 w 2635719"/>
              <a:gd name="connsiteY1" fmla="*/ 553182 h 1601150"/>
              <a:gd name="connsiteX2" fmla="*/ 64286 w 2635719"/>
              <a:gd name="connsiteY2" fmla="*/ 800575 h 1601150"/>
              <a:gd name="connsiteX3" fmla="*/ 96428 w 2635719"/>
              <a:gd name="connsiteY3" fmla="*/ 1047967 h 1601150"/>
              <a:gd name="connsiteX4" fmla="*/ 128571 w 2635719"/>
              <a:gd name="connsiteY4" fmla="*/ 1271139 h 1601150"/>
              <a:gd name="connsiteX5" fmla="*/ 160714 w 2635719"/>
              <a:gd name="connsiteY5" fmla="*/ 1448255 h 1601150"/>
              <a:gd name="connsiteX6" fmla="*/ 192857 w 2635719"/>
              <a:gd name="connsiteY6" fmla="*/ 1561967 h 1601150"/>
              <a:gd name="connsiteX7" fmla="*/ 225000 w 2635719"/>
              <a:gd name="connsiteY7" fmla="*/ 1601150 h 1601150"/>
              <a:gd name="connsiteX8" fmla="*/ 257143 w 2635719"/>
              <a:gd name="connsiteY8" fmla="*/ 1561967 h 1601150"/>
              <a:gd name="connsiteX9" fmla="*/ 289286 w 2635719"/>
              <a:gd name="connsiteY9" fmla="*/ 1448255 h 1601150"/>
              <a:gd name="connsiteX10" fmla="*/ 321429 w 2635719"/>
              <a:gd name="connsiteY10" fmla="*/ 1271139 h 1601150"/>
              <a:gd name="connsiteX11" fmla="*/ 353572 w 2635719"/>
              <a:gd name="connsiteY11" fmla="*/ 1047967 h 1601150"/>
              <a:gd name="connsiteX12" fmla="*/ 385715 w 2635719"/>
              <a:gd name="connsiteY12" fmla="*/ 800575 h 1601150"/>
              <a:gd name="connsiteX13" fmla="*/ 417857 w 2635719"/>
              <a:gd name="connsiteY13" fmla="*/ 553182 h 1601150"/>
              <a:gd name="connsiteX14" fmla="*/ 450001 w 2635719"/>
              <a:gd name="connsiteY14" fmla="*/ 330011 h 1601150"/>
              <a:gd name="connsiteX15" fmla="*/ 482144 w 2635719"/>
              <a:gd name="connsiteY15" fmla="*/ 152895 h 1601150"/>
              <a:gd name="connsiteX16" fmla="*/ 514286 w 2635719"/>
              <a:gd name="connsiteY16" fmla="*/ 39183 h 1601150"/>
              <a:gd name="connsiteX17" fmla="*/ 546429 w 2635719"/>
              <a:gd name="connsiteY17" fmla="*/ 0 h 1601150"/>
              <a:gd name="connsiteX18" fmla="*/ 578572 w 2635719"/>
              <a:gd name="connsiteY18" fmla="*/ 39183 h 1601150"/>
              <a:gd name="connsiteX19" fmla="*/ 610715 w 2635719"/>
              <a:gd name="connsiteY19" fmla="*/ 152895 h 1601150"/>
              <a:gd name="connsiteX20" fmla="*/ 642858 w 2635719"/>
              <a:gd name="connsiteY20" fmla="*/ 330011 h 1601150"/>
              <a:gd name="connsiteX21" fmla="*/ 675001 w 2635719"/>
              <a:gd name="connsiteY21" fmla="*/ 553182 h 1601150"/>
              <a:gd name="connsiteX22" fmla="*/ 707144 w 2635719"/>
              <a:gd name="connsiteY22" fmla="*/ 800575 h 1601150"/>
              <a:gd name="connsiteX23" fmla="*/ 739287 w 2635719"/>
              <a:gd name="connsiteY23" fmla="*/ 1047967 h 1601150"/>
              <a:gd name="connsiteX24" fmla="*/ 771430 w 2635719"/>
              <a:gd name="connsiteY24" fmla="*/ 1271139 h 1601150"/>
              <a:gd name="connsiteX25" fmla="*/ 803573 w 2635719"/>
              <a:gd name="connsiteY25" fmla="*/ 1448255 h 1601150"/>
              <a:gd name="connsiteX26" fmla="*/ 835716 w 2635719"/>
              <a:gd name="connsiteY26" fmla="*/ 1561967 h 1601150"/>
              <a:gd name="connsiteX27" fmla="*/ 867859 w 2635719"/>
              <a:gd name="connsiteY27" fmla="*/ 1601150 h 1601150"/>
              <a:gd name="connsiteX28" fmla="*/ 900002 w 2635719"/>
              <a:gd name="connsiteY28" fmla="*/ 1561967 h 1601150"/>
              <a:gd name="connsiteX29" fmla="*/ 932144 w 2635719"/>
              <a:gd name="connsiteY29" fmla="*/ 1448255 h 1601150"/>
              <a:gd name="connsiteX30" fmla="*/ 964288 w 2635719"/>
              <a:gd name="connsiteY30" fmla="*/ 1271139 h 1601150"/>
              <a:gd name="connsiteX31" fmla="*/ 996430 w 2635719"/>
              <a:gd name="connsiteY31" fmla="*/ 1047967 h 1601150"/>
              <a:gd name="connsiteX32" fmla="*/ 1028573 w 2635719"/>
              <a:gd name="connsiteY32" fmla="*/ 800575 h 1601150"/>
              <a:gd name="connsiteX33" fmla="*/ 1060716 w 2635719"/>
              <a:gd name="connsiteY33" fmla="*/ 553182 h 1601150"/>
              <a:gd name="connsiteX34" fmla="*/ 1092859 w 2635719"/>
              <a:gd name="connsiteY34" fmla="*/ 330011 h 1601150"/>
              <a:gd name="connsiteX35" fmla="*/ 1125002 w 2635719"/>
              <a:gd name="connsiteY35" fmla="*/ 152895 h 1601150"/>
              <a:gd name="connsiteX36" fmla="*/ 1157145 w 2635719"/>
              <a:gd name="connsiteY36" fmla="*/ 39183 h 1601150"/>
              <a:gd name="connsiteX37" fmla="*/ 1189288 w 2635719"/>
              <a:gd name="connsiteY37" fmla="*/ 0 h 1601150"/>
              <a:gd name="connsiteX38" fmla="*/ 1221431 w 2635719"/>
              <a:gd name="connsiteY38" fmla="*/ 39183 h 1601150"/>
              <a:gd name="connsiteX39" fmla="*/ 1253574 w 2635719"/>
              <a:gd name="connsiteY39" fmla="*/ 152895 h 1601150"/>
              <a:gd name="connsiteX40" fmla="*/ 1285717 w 2635719"/>
              <a:gd name="connsiteY40" fmla="*/ 330011 h 1601150"/>
              <a:gd name="connsiteX41" fmla="*/ 1317859 w 2635719"/>
              <a:gd name="connsiteY41" fmla="*/ 553182 h 1601150"/>
              <a:gd name="connsiteX42" fmla="*/ 1350002 w 2635719"/>
              <a:gd name="connsiteY42" fmla="*/ 800575 h 1601150"/>
              <a:gd name="connsiteX43" fmla="*/ 1382146 w 2635719"/>
              <a:gd name="connsiteY43" fmla="*/ 1047967 h 1601150"/>
              <a:gd name="connsiteX44" fmla="*/ 1414288 w 2635719"/>
              <a:gd name="connsiteY44" fmla="*/ 1271139 h 1601150"/>
              <a:gd name="connsiteX45" fmla="*/ 1446431 w 2635719"/>
              <a:gd name="connsiteY45" fmla="*/ 1448255 h 1601150"/>
              <a:gd name="connsiteX46" fmla="*/ 1478574 w 2635719"/>
              <a:gd name="connsiteY46" fmla="*/ 1561967 h 1601150"/>
              <a:gd name="connsiteX47" fmla="*/ 1510717 w 2635719"/>
              <a:gd name="connsiteY47" fmla="*/ 1601150 h 1601150"/>
              <a:gd name="connsiteX48" fmla="*/ 1542860 w 2635719"/>
              <a:gd name="connsiteY48" fmla="*/ 1561967 h 1601150"/>
              <a:gd name="connsiteX49" fmla="*/ 1575003 w 2635719"/>
              <a:gd name="connsiteY49" fmla="*/ 1448255 h 1601150"/>
              <a:gd name="connsiteX50" fmla="*/ 1607146 w 2635719"/>
              <a:gd name="connsiteY50" fmla="*/ 1271139 h 1601150"/>
              <a:gd name="connsiteX51" fmla="*/ 1639289 w 2635719"/>
              <a:gd name="connsiteY51" fmla="*/ 1047967 h 1601150"/>
              <a:gd name="connsiteX52" fmla="*/ 1671432 w 2635719"/>
              <a:gd name="connsiteY52" fmla="*/ 800575 h 1601150"/>
              <a:gd name="connsiteX53" fmla="*/ 1703575 w 2635719"/>
              <a:gd name="connsiteY53" fmla="*/ 553182 h 1601150"/>
              <a:gd name="connsiteX54" fmla="*/ 1735718 w 2635719"/>
              <a:gd name="connsiteY54" fmla="*/ 330011 h 1601150"/>
              <a:gd name="connsiteX55" fmla="*/ 1767861 w 2635719"/>
              <a:gd name="connsiteY55" fmla="*/ 152895 h 1601150"/>
              <a:gd name="connsiteX56" fmla="*/ 1800004 w 2635719"/>
              <a:gd name="connsiteY56" fmla="*/ 39183 h 1601150"/>
              <a:gd name="connsiteX57" fmla="*/ 1832146 w 2635719"/>
              <a:gd name="connsiteY57" fmla="*/ 0 h 1601150"/>
              <a:gd name="connsiteX58" fmla="*/ 1864289 w 2635719"/>
              <a:gd name="connsiteY58" fmla="*/ 39183 h 1601150"/>
              <a:gd name="connsiteX59" fmla="*/ 1896432 w 2635719"/>
              <a:gd name="connsiteY59" fmla="*/ 152895 h 1601150"/>
              <a:gd name="connsiteX60" fmla="*/ 1928575 w 2635719"/>
              <a:gd name="connsiteY60" fmla="*/ 330011 h 1601150"/>
              <a:gd name="connsiteX61" fmla="*/ 1960718 w 2635719"/>
              <a:gd name="connsiteY61" fmla="*/ 553182 h 1601150"/>
              <a:gd name="connsiteX62" fmla="*/ 1992861 w 2635719"/>
              <a:gd name="connsiteY62" fmla="*/ 800575 h 1601150"/>
              <a:gd name="connsiteX63" fmla="*/ 2025004 w 2635719"/>
              <a:gd name="connsiteY63" fmla="*/ 1047967 h 1601150"/>
              <a:gd name="connsiteX64" fmla="*/ 2057147 w 2635719"/>
              <a:gd name="connsiteY64" fmla="*/ 1271139 h 1601150"/>
              <a:gd name="connsiteX65" fmla="*/ 2089290 w 2635719"/>
              <a:gd name="connsiteY65" fmla="*/ 1448255 h 1601150"/>
              <a:gd name="connsiteX66" fmla="*/ 2121433 w 2635719"/>
              <a:gd name="connsiteY66" fmla="*/ 1561967 h 1601150"/>
              <a:gd name="connsiteX67" fmla="*/ 2153575 w 2635719"/>
              <a:gd name="connsiteY67" fmla="*/ 1601150 h 1601150"/>
              <a:gd name="connsiteX68" fmla="*/ 2185719 w 2635719"/>
              <a:gd name="connsiteY68" fmla="*/ 1561967 h 1601150"/>
              <a:gd name="connsiteX69" fmla="*/ 2217861 w 2635719"/>
              <a:gd name="connsiteY69" fmla="*/ 1448255 h 1601150"/>
              <a:gd name="connsiteX70" fmla="*/ 2250004 w 2635719"/>
              <a:gd name="connsiteY70" fmla="*/ 1271139 h 1601150"/>
              <a:gd name="connsiteX71" fmla="*/ 2282147 w 2635719"/>
              <a:gd name="connsiteY71" fmla="*/ 1047967 h 1601150"/>
              <a:gd name="connsiteX72" fmla="*/ 2314290 w 2635719"/>
              <a:gd name="connsiteY72" fmla="*/ 800575 h 1601150"/>
              <a:gd name="connsiteX73" fmla="*/ 2346433 w 2635719"/>
              <a:gd name="connsiteY73" fmla="*/ 553182 h 1601150"/>
              <a:gd name="connsiteX74" fmla="*/ 2378576 w 2635719"/>
              <a:gd name="connsiteY74" fmla="*/ 330011 h 1601150"/>
              <a:gd name="connsiteX75" fmla="*/ 2410719 w 2635719"/>
              <a:gd name="connsiteY75" fmla="*/ 152895 h 1601150"/>
              <a:gd name="connsiteX76" fmla="*/ 2442862 w 2635719"/>
              <a:gd name="connsiteY76" fmla="*/ 39183 h 1601150"/>
              <a:gd name="connsiteX77" fmla="*/ 2475005 w 2635719"/>
              <a:gd name="connsiteY77" fmla="*/ 0 h 1601150"/>
              <a:gd name="connsiteX78" fmla="*/ 2507148 w 2635719"/>
              <a:gd name="connsiteY78" fmla="*/ 39183 h 1601150"/>
              <a:gd name="connsiteX79" fmla="*/ 2539291 w 2635719"/>
              <a:gd name="connsiteY79" fmla="*/ 152895 h 1601150"/>
              <a:gd name="connsiteX80" fmla="*/ 2571434 w 2635719"/>
              <a:gd name="connsiteY80" fmla="*/ 330011 h 1601150"/>
              <a:gd name="connsiteX81" fmla="*/ 2603577 w 2635719"/>
              <a:gd name="connsiteY81" fmla="*/ 553182 h 1601150"/>
              <a:gd name="connsiteX82" fmla="*/ 2635719 w 2635719"/>
              <a:gd name="connsiteY82" fmla="*/ 800575 h 1601150"/>
              <a:gd name="connsiteX0" fmla="*/ 0 w 2603576"/>
              <a:gd name="connsiteY0" fmla="*/ 553182 h 1601150"/>
              <a:gd name="connsiteX1" fmla="*/ 32143 w 2603576"/>
              <a:gd name="connsiteY1" fmla="*/ 800575 h 1601150"/>
              <a:gd name="connsiteX2" fmla="*/ 64285 w 2603576"/>
              <a:gd name="connsiteY2" fmla="*/ 1047967 h 1601150"/>
              <a:gd name="connsiteX3" fmla="*/ 96428 w 2603576"/>
              <a:gd name="connsiteY3" fmla="*/ 1271139 h 1601150"/>
              <a:gd name="connsiteX4" fmla="*/ 128571 w 2603576"/>
              <a:gd name="connsiteY4" fmla="*/ 1448255 h 1601150"/>
              <a:gd name="connsiteX5" fmla="*/ 160714 w 2603576"/>
              <a:gd name="connsiteY5" fmla="*/ 1561967 h 1601150"/>
              <a:gd name="connsiteX6" fmla="*/ 192857 w 2603576"/>
              <a:gd name="connsiteY6" fmla="*/ 1601150 h 1601150"/>
              <a:gd name="connsiteX7" fmla="*/ 225000 w 2603576"/>
              <a:gd name="connsiteY7" fmla="*/ 1561967 h 1601150"/>
              <a:gd name="connsiteX8" fmla="*/ 257143 w 2603576"/>
              <a:gd name="connsiteY8" fmla="*/ 1448255 h 1601150"/>
              <a:gd name="connsiteX9" fmla="*/ 289286 w 2603576"/>
              <a:gd name="connsiteY9" fmla="*/ 1271139 h 1601150"/>
              <a:gd name="connsiteX10" fmla="*/ 321429 w 2603576"/>
              <a:gd name="connsiteY10" fmla="*/ 1047967 h 1601150"/>
              <a:gd name="connsiteX11" fmla="*/ 353572 w 2603576"/>
              <a:gd name="connsiteY11" fmla="*/ 800575 h 1601150"/>
              <a:gd name="connsiteX12" fmla="*/ 385714 w 2603576"/>
              <a:gd name="connsiteY12" fmla="*/ 553182 h 1601150"/>
              <a:gd name="connsiteX13" fmla="*/ 417858 w 2603576"/>
              <a:gd name="connsiteY13" fmla="*/ 330011 h 1601150"/>
              <a:gd name="connsiteX14" fmla="*/ 450001 w 2603576"/>
              <a:gd name="connsiteY14" fmla="*/ 152895 h 1601150"/>
              <a:gd name="connsiteX15" fmla="*/ 482143 w 2603576"/>
              <a:gd name="connsiteY15" fmla="*/ 39183 h 1601150"/>
              <a:gd name="connsiteX16" fmla="*/ 514286 w 2603576"/>
              <a:gd name="connsiteY16" fmla="*/ 0 h 1601150"/>
              <a:gd name="connsiteX17" fmla="*/ 546429 w 2603576"/>
              <a:gd name="connsiteY17" fmla="*/ 39183 h 1601150"/>
              <a:gd name="connsiteX18" fmla="*/ 578572 w 2603576"/>
              <a:gd name="connsiteY18" fmla="*/ 152895 h 1601150"/>
              <a:gd name="connsiteX19" fmla="*/ 610715 w 2603576"/>
              <a:gd name="connsiteY19" fmla="*/ 330011 h 1601150"/>
              <a:gd name="connsiteX20" fmla="*/ 642858 w 2603576"/>
              <a:gd name="connsiteY20" fmla="*/ 553182 h 1601150"/>
              <a:gd name="connsiteX21" fmla="*/ 675001 w 2603576"/>
              <a:gd name="connsiteY21" fmla="*/ 800575 h 1601150"/>
              <a:gd name="connsiteX22" fmla="*/ 707144 w 2603576"/>
              <a:gd name="connsiteY22" fmla="*/ 1047967 h 1601150"/>
              <a:gd name="connsiteX23" fmla="*/ 739287 w 2603576"/>
              <a:gd name="connsiteY23" fmla="*/ 1271139 h 1601150"/>
              <a:gd name="connsiteX24" fmla="*/ 771430 w 2603576"/>
              <a:gd name="connsiteY24" fmla="*/ 1448255 h 1601150"/>
              <a:gd name="connsiteX25" fmla="*/ 803573 w 2603576"/>
              <a:gd name="connsiteY25" fmla="*/ 1561967 h 1601150"/>
              <a:gd name="connsiteX26" fmla="*/ 835716 w 2603576"/>
              <a:gd name="connsiteY26" fmla="*/ 1601150 h 1601150"/>
              <a:gd name="connsiteX27" fmla="*/ 867859 w 2603576"/>
              <a:gd name="connsiteY27" fmla="*/ 1561967 h 1601150"/>
              <a:gd name="connsiteX28" fmla="*/ 900001 w 2603576"/>
              <a:gd name="connsiteY28" fmla="*/ 1448255 h 1601150"/>
              <a:gd name="connsiteX29" fmla="*/ 932145 w 2603576"/>
              <a:gd name="connsiteY29" fmla="*/ 1271139 h 1601150"/>
              <a:gd name="connsiteX30" fmla="*/ 964287 w 2603576"/>
              <a:gd name="connsiteY30" fmla="*/ 1047967 h 1601150"/>
              <a:gd name="connsiteX31" fmla="*/ 996430 w 2603576"/>
              <a:gd name="connsiteY31" fmla="*/ 800575 h 1601150"/>
              <a:gd name="connsiteX32" fmla="*/ 1028573 w 2603576"/>
              <a:gd name="connsiteY32" fmla="*/ 553182 h 1601150"/>
              <a:gd name="connsiteX33" fmla="*/ 1060716 w 2603576"/>
              <a:gd name="connsiteY33" fmla="*/ 330011 h 1601150"/>
              <a:gd name="connsiteX34" fmla="*/ 1092859 w 2603576"/>
              <a:gd name="connsiteY34" fmla="*/ 152895 h 1601150"/>
              <a:gd name="connsiteX35" fmla="*/ 1125002 w 2603576"/>
              <a:gd name="connsiteY35" fmla="*/ 39183 h 1601150"/>
              <a:gd name="connsiteX36" fmla="*/ 1157145 w 2603576"/>
              <a:gd name="connsiteY36" fmla="*/ 0 h 1601150"/>
              <a:gd name="connsiteX37" fmla="*/ 1189288 w 2603576"/>
              <a:gd name="connsiteY37" fmla="*/ 39183 h 1601150"/>
              <a:gd name="connsiteX38" fmla="*/ 1221431 w 2603576"/>
              <a:gd name="connsiteY38" fmla="*/ 152895 h 1601150"/>
              <a:gd name="connsiteX39" fmla="*/ 1253574 w 2603576"/>
              <a:gd name="connsiteY39" fmla="*/ 330011 h 1601150"/>
              <a:gd name="connsiteX40" fmla="*/ 1285716 w 2603576"/>
              <a:gd name="connsiteY40" fmla="*/ 553182 h 1601150"/>
              <a:gd name="connsiteX41" fmla="*/ 1317859 w 2603576"/>
              <a:gd name="connsiteY41" fmla="*/ 800575 h 1601150"/>
              <a:gd name="connsiteX42" fmla="*/ 1350003 w 2603576"/>
              <a:gd name="connsiteY42" fmla="*/ 1047967 h 1601150"/>
              <a:gd name="connsiteX43" fmla="*/ 1382145 w 2603576"/>
              <a:gd name="connsiteY43" fmla="*/ 1271139 h 1601150"/>
              <a:gd name="connsiteX44" fmla="*/ 1414288 w 2603576"/>
              <a:gd name="connsiteY44" fmla="*/ 1448255 h 1601150"/>
              <a:gd name="connsiteX45" fmla="*/ 1446431 w 2603576"/>
              <a:gd name="connsiteY45" fmla="*/ 1561967 h 1601150"/>
              <a:gd name="connsiteX46" fmla="*/ 1478574 w 2603576"/>
              <a:gd name="connsiteY46" fmla="*/ 1601150 h 1601150"/>
              <a:gd name="connsiteX47" fmla="*/ 1510717 w 2603576"/>
              <a:gd name="connsiteY47" fmla="*/ 1561967 h 1601150"/>
              <a:gd name="connsiteX48" fmla="*/ 1542860 w 2603576"/>
              <a:gd name="connsiteY48" fmla="*/ 1448255 h 1601150"/>
              <a:gd name="connsiteX49" fmla="*/ 1575003 w 2603576"/>
              <a:gd name="connsiteY49" fmla="*/ 1271139 h 1601150"/>
              <a:gd name="connsiteX50" fmla="*/ 1607146 w 2603576"/>
              <a:gd name="connsiteY50" fmla="*/ 1047967 h 1601150"/>
              <a:gd name="connsiteX51" fmla="*/ 1639289 w 2603576"/>
              <a:gd name="connsiteY51" fmla="*/ 800575 h 1601150"/>
              <a:gd name="connsiteX52" fmla="*/ 1671432 w 2603576"/>
              <a:gd name="connsiteY52" fmla="*/ 553182 h 1601150"/>
              <a:gd name="connsiteX53" fmla="*/ 1703575 w 2603576"/>
              <a:gd name="connsiteY53" fmla="*/ 330011 h 1601150"/>
              <a:gd name="connsiteX54" fmla="*/ 1735718 w 2603576"/>
              <a:gd name="connsiteY54" fmla="*/ 152895 h 1601150"/>
              <a:gd name="connsiteX55" fmla="*/ 1767861 w 2603576"/>
              <a:gd name="connsiteY55" fmla="*/ 39183 h 1601150"/>
              <a:gd name="connsiteX56" fmla="*/ 1800003 w 2603576"/>
              <a:gd name="connsiteY56" fmla="*/ 0 h 1601150"/>
              <a:gd name="connsiteX57" fmla="*/ 1832146 w 2603576"/>
              <a:gd name="connsiteY57" fmla="*/ 39183 h 1601150"/>
              <a:gd name="connsiteX58" fmla="*/ 1864289 w 2603576"/>
              <a:gd name="connsiteY58" fmla="*/ 152895 h 1601150"/>
              <a:gd name="connsiteX59" fmla="*/ 1896432 w 2603576"/>
              <a:gd name="connsiteY59" fmla="*/ 330011 h 1601150"/>
              <a:gd name="connsiteX60" fmla="*/ 1928575 w 2603576"/>
              <a:gd name="connsiteY60" fmla="*/ 553182 h 1601150"/>
              <a:gd name="connsiteX61" fmla="*/ 1960718 w 2603576"/>
              <a:gd name="connsiteY61" fmla="*/ 800575 h 1601150"/>
              <a:gd name="connsiteX62" fmla="*/ 1992861 w 2603576"/>
              <a:gd name="connsiteY62" fmla="*/ 1047967 h 1601150"/>
              <a:gd name="connsiteX63" fmla="*/ 2025004 w 2603576"/>
              <a:gd name="connsiteY63" fmla="*/ 1271139 h 1601150"/>
              <a:gd name="connsiteX64" fmla="*/ 2057147 w 2603576"/>
              <a:gd name="connsiteY64" fmla="*/ 1448255 h 1601150"/>
              <a:gd name="connsiteX65" fmla="*/ 2089290 w 2603576"/>
              <a:gd name="connsiteY65" fmla="*/ 1561967 h 1601150"/>
              <a:gd name="connsiteX66" fmla="*/ 2121432 w 2603576"/>
              <a:gd name="connsiteY66" fmla="*/ 1601150 h 1601150"/>
              <a:gd name="connsiteX67" fmla="*/ 2153576 w 2603576"/>
              <a:gd name="connsiteY67" fmla="*/ 1561967 h 1601150"/>
              <a:gd name="connsiteX68" fmla="*/ 2185718 w 2603576"/>
              <a:gd name="connsiteY68" fmla="*/ 1448255 h 1601150"/>
              <a:gd name="connsiteX69" fmla="*/ 2217861 w 2603576"/>
              <a:gd name="connsiteY69" fmla="*/ 1271139 h 1601150"/>
              <a:gd name="connsiteX70" fmla="*/ 2250004 w 2603576"/>
              <a:gd name="connsiteY70" fmla="*/ 1047967 h 1601150"/>
              <a:gd name="connsiteX71" fmla="*/ 2282147 w 2603576"/>
              <a:gd name="connsiteY71" fmla="*/ 800575 h 1601150"/>
              <a:gd name="connsiteX72" fmla="*/ 2314290 w 2603576"/>
              <a:gd name="connsiteY72" fmla="*/ 553182 h 1601150"/>
              <a:gd name="connsiteX73" fmla="*/ 2346433 w 2603576"/>
              <a:gd name="connsiteY73" fmla="*/ 330011 h 1601150"/>
              <a:gd name="connsiteX74" fmla="*/ 2378576 w 2603576"/>
              <a:gd name="connsiteY74" fmla="*/ 152895 h 1601150"/>
              <a:gd name="connsiteX75" fmla="*/ 2410719 w 2603576"/>
              <a:gd name="connsiteY75" fmla="*/ 39183 h 1601150"/>
              <a:gd name="connsiteX76" fmla="*/ 2442862 w 2603576"/>
              <a:gd name="connsiteY76" fmla="*/ 0 h 1601150"/>
              <a:gd name="connsiteX77" fmla="*/ 2475005 w 2603576"/>
              <a:gd name="connsiteY77" fmla="*/ 39183 h 1601150"/>
              <a:gd name="connsiteX78" fmla="*/ 2507148 w 2603576"/>
              <a:gd name="connsiteY78" fmla="*/ 152895 h 1601150"/>
              <a:gd name="connsiteX79" fmla="*/ 2539291 w 2603576"/>
              <a:gd name="connsiteY79" fmla="*/ 330011 h 1601150"/>
              <a:gd name="connsiteX80" fmla="*/ 2571434 w 2603576"/>
              <a:gd name="connsiteY80" fmla="*/ 553182 h 1601150"/>
              <a:gd name="connsiteX81" fmla="*/ 2603576 w 2603576"/>
              <a:gd name="connsiteY81" fmla="*/ 800575 h 1601150"/>
              <a:gd name="connsiteX0" fmla="*/ 0 w 2571433"/>
              <a:gd name="connsiteY0" fmla="*/ 800575 h 1601150"/>
              <a:gd name="connsiteX1" fmla="*/ 32142 w 2571433"/>
              <a:gd name="connsiteY1" fmla="*/ 1047967 h 1601150"/>
              <a:gd name="connsiteX2" fmla="*/ 64285 w 2571433"/>
              <a:gd name="connsiteY2" fmla="*/ 1271139 h 1601150"/>
              <a:gd name="connsiteX3" fmla="*/ 96428 w 2571433"/>
              <a:gd name="connsiteY3" fmla="*/ 1448255 h 1601150"/>
              <a:gd name="connsiteX4" fmla="*/ 128571 w 2571433"/>
              <a:gd name="connsiteY4" fmla="*/ 1561967 h 1601150"/>
              <a:gd name="connsiteX5" fmla="*/ 160714 w 2571433"/>
              <a:gd name="connsiteY5" fmla="*/ 1601150 h 1601150"/>
              <a:gd name="connsiteX6" fmla="*/ 192857 w 2571433"/>
              <a:gd name="connsiteY6" fmla="*/ 1561967 h 1601150"/>
              <a:gd name="connsiteX7" fmla="*/ 225000 w 2571433"/>
              <a:gd name="connsiteY7" fmla="*/ 1448255 h 1601150"/>
              <a:gd name="connsiteX8" fmla="*/ 257143 w 2571433"/>
              <a:gd name="connsiteY8" fmla="*/ 1271139 h 1601150"/>
              <a:gd name="connsiteX9" fmla="*/ 289286 w 2571433"/>
              <a:gd name="connsiteY9" fmla="*/ 1047967 h 1601150"/>
              <a:gd name="connsiteX10" fmla="*/ 321429 w 2571433"/>
              <a:gd name="connsiteY10" fmla="*/ 800575 h 1601150"/>
              <a:gd name="connsiteX11" fmla="*/ 353571 w 2571433"/>
              <a:gd name="connsiteY11" fmla="*/ 553182 h 1601150"/>
              <a:gd name="connsiteX12" fmla="*/ 385715 w 2571433"/>
              <a:gd name="connsiteY12" fmla="*/ 330011 h 1601150"/>
              <a:gd name="connsiteX13" fmla="*/ 417858 w 2571433"/>
              <a:gd name="connsiteY13" fmla="*/ 152895 h 1601150"/>
              <a:gd name="connsiteX14" fmla="*/ 450000 w 2571433"/>
              <a:gd name="connsiteY14" fmla="*/ 39183 h 1601150"/>
              <a:gd name="connsiteX15" fmla="*/ 482143 w 2571433"/>
              <a:gd name="connsiteY15" fmla="*/ 0 h 1601150"/>
              <a:gd name="connsiteX16" fmla="*/ 514286 w 2571433"/>
              <a:gd name="connsiteY16" fmla="*/ 39183 h 1601150"/>
              <a:gd name="connsiteX17" fmla="*/ 546429 w 2571433"/>
              <a:gd name="connsiteY17" fmla="*/ 152895 h 1601150"/>
              <a:gd name="connsiteX18" fmla="*/ 578572 w 2571433"/>
              <a:gd name="connsiteY18" fmla="*/ 330011 h 1601150"/>
              <a:gd name="connsiteX19" fmla="*/ 610715 w 2571433"/>
              <a:gd name="connsiteY19" fmla="*/ 553182 h 1601150"/>
              <a:gd name="connsiteX20" fmla="*/ 642858 w 2571433"/>
              <a:gd name="connsiteY20" fmla="*/ 800575 h 1601150"/>
              <a:gd name="connsiteX21" fmla="*/ 675001 w 2571433"/>
              <a:gd name="connsiteY21" fmla="*/ 1047967 h 1601150"/>
              <a:gd name="connsiteX22" fmla="*/ 707144 w 2571433"/>
              <a:gd name="connsiteY22" fmla="*/ 1271139 h 1601150"/>
              <a:gd name="connsiteX23" fmla="*/ 739287 w 2571433"/>
              <a:gd name="connsiteY23" fmla="*/ 1448255 h 1601150"/>
              <a:gd name="connsiteX24" fmla="*/ 771430 w 2571433"/>
              <a:gd name="connsiteY24" fmla="*/ 1561967 h 1601150"/>
              <a:gd name="connsiteX25" fmla="*/ 803573 w 2571433"/>
              <a:gd name="connsiteY25" fmla="*/ 1601150 h 1601150"/>
              <a:gd name="connsiteX26" fmla="*/ 835716 w 2571433"/>
              <a:gd name="connsiteY26" fmla="*/ 1561967 h 1601150"/>
              <a:gd name="connsiteX27" fmla="*/ 867858 w 2571433"/>
              <a:gd name="connsiteY27" fmla="*/ 1448255 h 1601150"/>
              <a:gd name="connsiteX28" fmla="*/ 900002 w 2571433"/>
              <a:gd name="connsiteY28" fmla="*/ 1271139 h 1601150"/>
              <a:gd name="connsiteX29" fmla="*/ 932144 w 2571433"/>
              <a:gd name="connsiteY29" fmla="*/ 1047967 h 1601150"/>
              <a:gd name="connsiteX30" fmla="*/ 964287 w 2571433"/>
              <a:gd name="connsiteY30" fmla="*/ 800575 h 1601150"/>
              <a:gd name="connsiteX31" fmla="*/ 996430 w 2571433"/>
              <a:gd name="connsiteY31" fmla="*/ 553182 h 1601150"/>
              <a:gd name="connsiteX32" fmla="*/ 1028573 w 2571433"/>
              <a:gd name="connsiteY32" fmla="*/ 330011 h 1601150"/>
              <a:gd name="connsiteX33" fmla="*/ 1060716 w 2571433"/>
              <a:gd name="connsiteY33" fmla="*/ 152895 h 1601150"/>
              <a:gd name="connsiteX34" fmla="*/ 1092859 w 2571433"/>
              <a:gd name="connsiteY34" fmla="*/ 39183 h 1601150"/>
              <a:gd name="connsiteX35" fmla="*/ 1125002 w 2571433"/>
              <a:gd name="connsiteY35" fmla="*/ 0 h 1601150"/>
              <a:gd name="connsiteX36" fmla="*/ 1157145 w 2571433"/>
              <a:gd name="connsiteY36" fmla="*/ 39183 h 1601150"/>
              <a:gd name="connsiteX37" fmla="*/ 1189288 w 2571433"/>
              <a:gd name="connsiteY37" fmla="*/ 152895 h 1601150"/>
              <a:gd name="connsiteX38" fmla="*/ 1221431 w 2571433"/>
              <a:gd name="connsiteY38" fmla="*/ 330011 h 1601150"/>
              <a:gd name="connsiteX39" fmla="*/ 1253573 w 2571433"/>
              <a:gd name="connsiteY39" fmla="*/ 553182 h 1601150"/>
              <a:gd name="connsiteX40" fmla="*/ 1285716 w 2571433"/>
              <a:gd name="connsiteY40" fmla="*/ 800575 h 1601150"/>
              <a:gd name="connsiteX41" fmla="*/ 1317860 w 2571433"/>
              <a:gd name="connsiteY41" fmla="*/ 1047967 h 1601150"/>
              <a:gd name="connsiteX42" fmla="*/ 1350002 w 2571433"/>
              <a:gd name="connsiteY42" fmla="*/ 1271139 h 1601150"/>
              <a:gd name="connsiteX43" fmla="*/ 1382145 w 2571433"/>
              <a:gd name="connsiteY43" fmla="*/ 1448255 h 1601150"/>
              <a:gd name="connsiteX44" fmla="*/ 1414288 w 2571433"/>
              <a:gd name="connsiteY44" fmla="*/ 1561967 h 1601150"/>
              <a:gd name="connsiteX45" fmla="*/ 1446431 w 2571433"/>
              <a:gd name="connsiteY45" fmla="*/ 1601150 h 1601150"/>
              <a:gd name="connsiteX46" fmla="*/ 1478574 w 2571433"/>
              <a:gd name="connsiteY46" fmla="*/ 1561967 h 1601150"/>
              <a:gd name="connsiteX47" fmla="*/ 1510717 w 2571433"/>
              <a:gd name="connsiteY47" fmla="*/ 1448255 h 1601150"/>
              <a:gd name="connsiteX48" fmla="*/ 1542860 w 2571433"/>
              <a:gd name="connsiteY48" fmla="*/ 1271139 h 1601150"/>
              <a:gd name="connsiteX49" fmla="*/ 1575003 w 2571433"/>
              <a:gd name="connsiteY49" fmla="*/ 1047967 h 1601150"/>
              <a:gd name="connsiteX50" fmla="*/ 1607146 w 2571433"/>
              <a:gd name="connsiteY50" fmla="*/ 800575 h 1601150"/>
              <a:gd name="connsiteX51" fmla="*/ 1639289 w 2571433"/>
              <a:gd name="connsiteY51" fmla="*/ 553182 h 1601150"/>
              <a:gd name="connsiteX52" fmla="*/ 1671432 w 2571433"/>
              <a:gd name="connsiteY52" fmla="*/ 330011 h 1601150"/>
              <a:gd name="connsiteX53" fmla="*/ 1703575 w 2571433"/>
              <a:gd name="connsiteY53" fmla="*/ 152895 h 1601150"/>
              <a:gd name="connsiteX54" fmla="*/ 1735718 w 2571433"/>
              <a:gd name="connsiteY54" fmla="*/ 39183 h 1601150"/>
              <a:gd name="connsiteX55" fmla="*/ 1767860 w 2571433"/>
              <a:gd name="connsiteY55" fmla="*/ 0 h 1601150"/>
              <a:gd name="connsiteX56" fmla="*/ 1800003 w 2571433"/>
              <a:gd name="connsiteY56" fmla="*/ 39183 h 1601150"/>
              <a:gd name="connsiteX57" fmla="*/ 1832146 w 2571433"/>
              <a:gd name="connsiteY57" fmla="*/ 152895 h 1601150"/>
              <a:gd name="connsiteX58" fmla="*/ 1864289 w 2571433"/>
              <a:gd name="connsiteY58" fmla="*/ 330011 h 1601150"/>
              <a:gd name="connsiteX59" fmla="*/ 1896432 w 2571433"/>
              <a:gd name="connsiteY59" fmla="*/ 553182 h 1601150"/>
              <a:gd name="connsiteX60" fmla="*/ 1928575 w 2571433"/>
              <a:gd name="connsiteY60" fmla="*/ 800575 h 1601150"/>
              <a:gd name="connsiteX61" fmla="*/ 1960718 w 2571433"/>
              <a:gd name="connsiteY61" fmla="*/ 1047967 h 1601150"/>
              <a:gd name="connsiteX62" fmla="*/ 1992861 w 2571433"/>
              <a:gd name="connsiteY62" fmla="*/ 1271139 h 1601150"/>
              <a:gd name="connsiteX63" fmla="*/ 2025004 w 2571433"/>
              <a:gd name="connsiteY63" fmla="*/ 1448255 h 1601150"/>
              <a:gd name="connsiteX64" fmla="*/ 2057147 w 2571433"/>
              <a:gd name="connsiteY64" fmla="*/ 1561967 h 1601150"/>
              <a:gd name="connsiteX65" fmla="*/ 2089289 w 2571433"/>
              <a:gd name="connsiteY65" fmla="*/ 1601150 h 1601150"/>
              <a:gd name="connsiteX66" fmla="*/ 2121433 w 2571433"/>
              <a:gd name="connsiteY66" fmla="*/ 1561967 h 1601150"/>
              <a:gd name="connsiteX67" fmla="*/ 2153575 w 2571433"/>
              <a:gd name="connsiteY67" fmla="*/ 1448255 h 1601150"/>
              <a:gd name="connsiteX68" fmla="*/ 2185718 w 2571433"/>
              <a:gd name="connsiteY68" fmla="*/ 1271139 h 1601150"/>
              <a:gd name="connsiteX69" fmla="*/ 2217861 w 2571433"/>
              <a:gd name="connsiteY69" fmla="*/ 1047967 h 1601150"/>
              <a:gd name="connsiteX70" fmla="*/ 2250004 w 2571433"/>
              <a:gd name="connsiteY70" fmla="*/ 800575 h 1601150"/>
              <a:gd name="connsiteX71" fmla="*/ 2282147 w 2571433"/>
              <a:gd name="connsiteY71" fmla="*/ 553182 h 1601150"/>
              <a:gd name="connsiteX72" fmla="*/ 2314290 w 2571433"/>
              <a:gd name="connsiteY72" fmla="*/ 330011 h 1601150"/>
              <a:gd name="connsiteX73" fmla="*/ 2346433 w 2571433"/>
              <a:gd name="connsiteY73" fmla="*/ 152895 h 1601150"/>
              <a:gd name="connsiteX74" fmla="*/ 2378576 w 2571433"/>
              <a:gd name="connsiteY74" fmla="*/ 39183 h 1601150"/>
              <a:gd name="connsiteX75" fmla="*/ 2410719 w 2571433"/>
              <a:gd name="connsiteY75" fmla="*/ 0 h 1601150"/>
              <a:gd name="connsiteX76" fmla="*/ 2442862 w 2571433"/>
              <a:gd name="connsiteY76" fmla="*/ 39183 h 1601150"/>
              <a:gd name="connsiteX77" fmla="*/ 2475005 w 2571433"/>
              <a:gd name="connsiteY77" fmla="*/ 152895 h 1601150"/>
              <a:gd name="connsiteX78" fmla="*/ 2507148 w 2571433"/>
              <a:gd name="connsiteY78" fmla="*/ 330011 h 1601150"/>
              <a:gd name="connsiteX79" fmla="*/ 2539291 w 2571433"/>
              <a:gd name="connsiteY79" fmla="*/ 553182 h 1601150"/>
              <a:gd name="connsiteX80" fmla="*/ 2571433 w 2571433"/>
              <a:gd name="connsiteY80" fmla="*/ 800575 h 1601150"/>
              <a:gd name="connsiteX0" fmla="*/ 0 w 2539291"/>
              <a:gd name="connsiteY0" fmla="*/ 1047967 h 1601150"/>
              <a:gd name="connsiteX1" fmla="*/ 32143 w 2539291"/>
              <a:gd name="connsiteY1" fmla="*/ 1271139 h 1601150"/>
              <a:gd name="connsiteX2" fmla="*/ 64286 w 2539291"/>
              <a:gd name="connsiteY2" fmla="*/ 1448255 h 1601150"/>
              <a:gd name="connsiteX3" fmla="*/ 96429 w 2539291"/>
              <a:gd name="connsiteY3" fmla="*/ 1561967 h 1601150"/>
              <a:gd name="connsiteX4" fmla="*/ 128572 w 2539291"/>
              <a:gd name="connsiteY4" fmla="*/ 1601150 h 1601150"/>
              <a:gd name="connsiteX5" fmla="*/ 160715 w 2539291"/>
              <a:gd name="connsiteY5" fmla="*/ 1561967 h 1601150"/>
              <a:gd name="connsiteX6" fmla="*/ 192858 w 2539291"/>
              <a:gd name="connsiteY6" fmla="*/ 1448255 h 1601150"/>
              <a:gd name="connsiteX7" fmla="*/ 225001 w 2539291"/>
              <a:gd name="connsiteY7" fmla="*/ 1271139 h 1601150"/>
              <a:gd name="connsiteX8" fmla="*/ 257144 w 2539291"/>
              <a:gd name="connsiteY8" fmla="*/ 1047967 h 1601150"/>
              <a:gd name="connsiteX9" fmla="*/ 289287 w 2539291"/>
              <a:gd name="connsiteY9" fmla="*/ 800575 h 1601150"/>
              <a:gd name="connsiteX10" fmla="*/ 321429 w 2539291"/>
              <a:gd name="connsiteY10" fmla="*/ 553182 h 1601150"/>
              <a:gd name="connsiteX11" fmla="*/ 353573 w 2539291"/>
              <a:gd name="connsiteY11" fmla="*/ 330011 h 1601150"/>
              <a:gd name="connsiteX12" fmla="*/ 385716 w 2539291"/>
              <a:gd name="connsiteY12" fmla="*/ 152895 h 1601150"/>
              <a:gd name="connsiteX13" fmla="*/ 417858 w 2539291"/>
              <a:gd name="connsiteY13" fmla="*/ 39183 h 1601150"/>
              <a:gd name="connsiteX14" fmla="*/ 450001 w 2539291"/>
              <a:gd name="connsiteY14" fmla="*/ 0 h 1601150"/>
              <a:gd name="connsiteX15" fmla="*/ 482144 w 2539291"/>
              <a:gd name="connsiteY15" fmla="*/ 39183 h 1601150"/>
              <a:gd name="connsiteX16" fmla="*/ 514287 w 2539291"/>
              <a:gd name="connsiteY16" fmla="*/ 152895 h 1601150"/>
              <a:gd name="connsiteX17" fmla="*/ 546430 w 2539291"/>
              <a:gd name="connsiteY17" fmla="*/ 330011 h 1601150"/>
              <a:gd name="connsiteX18" fmla="*/ 578573 w 2539291"/>
              <a:gd name="connsiteY18" fmla="*/ 553182 h 1601150"/>
              <a:gd name="connsiteX19" fmla="*/ 610716 w 2539291"/>
              <a:gd name="connsiteY19" fmla="*/ 800575 h 1601150"/>
              <a:gd name="connsiteX20" fmla="*/ 642859 w 2539291"/>
              <a:gd name="connsiteY20" fmla="*/ 1047967 h 1601150"/>
              <a:gd name="connsiteX21" fmla="*/ 675002 w 2539291"/>
              <a:gd name="connsiteY21" fmla="*/ 1271139 h 1601150"/>
              <a:gd name="connsiteX22" fmla="*/ 707145 w 2539291"/>
              <a:gd name="connsiteY22" fmla="*/ 1448255 h 1601150"/>
              <a:gd name="connsiteX23" fmla="*/ 739288 w 2539291"/>
              <a:gd name="connsiteY23" fmla="*/ 1561967 h 1601150"/>
              <a:gd name="connsiteX24" fmla="*/ 771431 w 2539291"/>
              <a:gd name="connsiteY24" fmla="*/ 1601150 h 1601150"/>
              <a:gd name="connsiteX25" fmla="*/ 803574 w 2539291"/>
              <a:gd name="connsiteY25" fmla="*/ 1561967 h 1601150"/>
              <a:gd name="connsiteX26" fmla="*/ 835716 w 2539291"/>
              <a:gd name="connsiteY26" fmla="*/ 1448255 h 1601150"/>
              <a:gd name="connsiteX27" fmla="*/ 867860 w 2539291"/>
              <a:gd name="connsiteY27" fmla="*/ 1271139 h 1601150"/>
              <a:gd name="connsiteX28" fmla="*/ 900002 w 2539291"/>
              <a:gd name="connsiteY28" fmla="*/ 1047967 h 1601150"/>
              <a:gd name="connsiteX29" fmla="*/ 932145 w 2539291"/>
              <a:gd name="connsiteY29" fmla="*/ 800575 h 1601150"/>
              <a:gd name="connsiteX30" fmla="*/ 964288 w 2539291"/>
              <a:gd name="connsiteY30" fmla="*/ 553182 h 1601150"/>
              <a:gd name="connsiteX31" fmla="*/ 996431 w 2539291"/>
              <a:gd name="connsiteY31" fmla="*/ 330011 h 1601150"/>
              <a:gd name="connsiteX32" fmla="*/ 1028574 w 2539291"/>
              <a:gd name="connsiteY32" fmla="*/ 152895 h 1601150"/>
              <a:gd name="connsiteX33" fmla="*/ 1060717 w 2539291"/>
              <a:gd name="connsiteY33" fmla="*/ 39183 h 1601150"/>
              <a:gd name="connsiteX34" fmla="*/ 1092860 w 2539291"/>
              <a:gd name="connsiteY34" fmla="*/ 0 h 1601150"/>
              <a:gd name="connsiteX35" fmla="*/ 1125003 w 2539291"/>
              <a:gd name="connsiteY35" fmla="*/ 39183 h 1601150"/>
              <a:gd name="connsiteX36" fmla="*/ 1157146 w 2539291"/>
              <a:gd name="connsiteY36" fmla="*/ 152895 h 1601150"/>
              <a:gd name="connsiteX37" fmla="*/ 1189289 w 2539291"/>
              <a:gd name="connsiteY37" fmla="*/ 330011 h 1601150"/>
              <a:gd name="connsiteX38" fmla="*/ 1221431 w 2539291"/>
              <a:gd name="connsiteY38" fmla="*/ 553182 h 1601150"/>
              <a:gd name="connsiteX39" fmla="*/ 1253574 w 2539291"/>
              <a:gd name="connsiteY39" fmla="*/ 800575 h 1601150"/>
              <a:gd name="connsiteX40" fmla="*/ 1285718 w 2539291"/>
              <a:gd name="connsiteY40" fmla="*/ 1047967 h 1601150"/>
              <a:gd name="connsiteX41" fmla="*/ 1317860 w 2539291"/>
              <a:gd name="connsiteY41" fmla="*/ 1271139 h 1601150"/>
              <a:gd name="connsiteX42" fmla="*/ 1350003 w 2539291"/>
              <a:gd name="connsiteY42" fmla="*/ 1448255 h 1601150"/>
              <a:gd name="connsiteX43" fmla="*/ 1382146 w 2539291"/>
              <a:gd name="connsiteY43" fmla="*/ 1561967 h 1601150"/>
              <a:gd name="connsiteX44" fmla="*/ 1414289 w 2539291"/>
              <a:gd name="connsiteY44" fmla="*/ 1601150 h 1601150"/>
              <a:gd name="connsiteX45" fmla="*/ 1446432 w 2539291"/>
              <a:gd name="connsiteY45" fmla="*/ 1561967 h 1601150"/>
              <a:gd name="connsiteX46" fmla="*/ 1478575 w 2539291"/>
              <a:gd name="connsiteY46" fmla="*/ 1448255 h 1601150"/>
              <a:gd name="connsiteX47" fmla="*/ 1510718 w 2539291"/>
              <a:gd name="connsiteY47" fmla="*/ 1271139 h 1601150"/>
              <a:gd name="connsiteX48" fmla="*/ 1542861 w 2539291"/>
              <a:gd name="connsiteY48" fmla="*/ 1047967 h 1601150"/>
              <a:gd name="connsiteX49" fmla="*/ 1575004 w 2539291"/>
              <a:gd name="connsiteY49" fmla="*/ 800575 h 1601150"/>
              <a:gd name="connsiteX50" fmla="*/ 1607147 w 2539291"/>
              <a:gd name="connsiteY50" fmla="*/ 553182 h 1601150"/>
              <a:gd name="connsiteX51" fmla="*/ 1639290 w 2539291"/>
              <a:gd name="connsiteY51" fmla="*/ 330011 h 1601150"/>
              <a:gd name="connsiteX52" fmla="*/ 1671433 w 2539291"/>
              <a:gd name="connsiteY52" fmla="*/ 152895 h 1601150"/>
              <a:gd name="connsiteX53" fmla="*/ 1703576 w 2539291"/>
              <a:gd name="connsiteY53" fmla="*/ 39183 h 1601150"/>
              <a:gd name="connsiteX54" fmla="*/ 1735718 w 2539291"/>
              <a:gd name="connsiteY54" fmla="*/ 0 h 1601150"/>
              <a:gd name="connsiteX55" fmla="*/ 1767861 w 2539291"/>
              <a:gd name="connsiteY55" fmla="*/ 39183 h 1601150"/>
              <a:gd name="connsiteX56" fmla="*/ 1800004 w 2539291"/>
              <a:gd name="connsiteY56" fmla="*/ 152895 h 1601150"/>
              <a:gd name="connsiteX57" fmla="*/ 1832147 w 2539291"/>
              <a:gd name="connsiteY57" fmla="*/ 330011 h 1601150"/>
              <a:gd name="connsiteX58" fmla="*/ 1864290 w 2539291"/>
              <a:gd name="connsiteY58" fmla="*/ 553182 h 1601150"/>
              <a:gd name="connsiteX59" fmla="*/ 1896433 w 2539291"/>
              <a:gd name="connsiteY59" fmla="*/ 800575 h 1601150"/>
              <a:gd name="connsiteX60" fmla="*/ 1928576 w 2539291"/>
              <a:gd name="connsiteY60" fmla="*/ 1047967 h 1601150"/>
              <a:gd name="connsiteX61" fmla="*/ 1960719 w 2539291"/>
              <a:gd name="connsiteY61" fmla="*/ 1271139 h 1601150"/>
              <a:gd name="connsiteX62" fmla="*/ 1992862 w 2539291"/>
              <a:gd name="connsiteY62" fmla="*/ 1448255 h 1601150"/>
              <a:gd name="connsiteX63" fmla="*/ 2025005 w 2539291"/>
              <a:gd name="connsiteY63" fmla="*/ 1561967 h 1601150"/>
              <a:gd name="connsiteX64" fmla="*/ 2057147 w 2539291"/>
              <a:gd name="connsiteY64" fmla="*/ 1601150 h 1601150"/>
              <a:gd name="connsiteX65" fmla="*/ 2089291 w 2539291"/>
              <a:gd name="connsiteY65" fmla="*/ 1561967 h 1601150"/>
              <a:gd name="connsiteX66" fmla="*/ 2121433 w 2539291"/>
              <a:gd name="connsiteY66" fmla="*/ 1448255 h 1601150"/>
              <a:gd name="connsiteX67" fmla="*/ 2153576 w 2539291"/>
              <a:gd name="connsiteY67" fmla="*/ 1271139 h 1601150"/>
              <a:gd name="connsiteX68" fmla="*/ 2185719 w 2539291"/>
              <a:gd name="connsiteY68" fmla="*/ 1047967 h 1601150"/>
              <a:gd name="connsiteX69" fmla="*/ 2217862 w 2539291"/>
              <a:gd name="connsiteY69" fmla="*/ 800575 h 1601150"/>
              <a:gd name="connsiteX70" fmla="*/ 2250005 w 2539291"/>
              <a:gd name="connsiteY70" fmla="*/ 553182 h 1601150"/>
              <a:gd name="connsiteX71" fmla="*/ 2282148 w 2539291"/>
              <a:gd name="connsiteY71" fmla="*/ 330011 h 1601150"/>
              <a:gd name="connsiteX72" fmla="*/ 2314291 w 2539291"/>
              <a:gd name="connsiteY72" fmla="*/ 152895 h 1601150"/>
              <a:gd name="connsiteX73" fmla="*/ 2346434 w 2539291"/>
              <a:gd name="connsiteY73" fmla="*/ 39183 h 1601150"/>
              <a:gd name="connsiteX74" fmla="*/ 2378577 w 2539291"/>
              <a:gd name="connsiteY74" fmla="*/ 0 h 1601150"/>
              <a:gd name="connsiteX75" fmla="*/ 2410720 w 2539291"/>
              <a:gd name="connsiteY75" fmla="*/ 39183 h 1601150"/>
              <a:gd name="connsiteX76" fmla="*/ 2442863 w 2539291"/>
              <a:gd name="connsiteY76" fmla="*/ 152895 h 1601150"/>
              <a:gd name="connsiteX77" fmla="*/ 2475006 w 2539291"/>
              <a:gd name="connsiteY77" fmla="*/ 330011 h 1601150"/>
              <a:gd name="connsiteX78" fmla="*/ 2507149 w 2539291"/>
              <a:gd name="connsiteY78" fmla="*/ 553182 h 1601150"/>
              <a:gd name="connsiteX79" fmla="*/ 2539291 w 2539291"/>
              <a:gd name="connsiteY79" fmla="*/ 800575 h 1601150"/>
              <a:gd name="connsiteX0" fmla="*/ 0 w 2507148"/>
              <a:gd name="connsiteY0" fmla="*/ 1271139 h 1601150"/>
              <a:gd name="connsiteX1" fmla="*/ 32143 w 2507148"/>
              <a:gd name="connsiteY1" fmla="*/ 1448255 h 1601150"/>
              <a:gd name="connsiteX2" fmla="*/ 64286 w 2507148"/>
              <a:gd name="connsiteY2" fmla="*/ 1561967 h 1601150"/>
              <a:gd name="connsiteX3" fmla="*/ 96429 w 2507148"/>
              <a:gd name="connsiteY3" fmla="*/ 1601150 h 1601150"/>
              <a:gd name="connsiteX4" fmla="*/ 128572 w 2507148"/>
              <a:gd name="connsiteY4" fmla="*/ 1561967 h 1601150"/>
              <a:gd name="connsiteX5" fmla="*/ 160715 w 2507148"/>
              <a:gd name="connsiteY5" fmla="*/ 1448255 h 1601150"/>
              <a:gd name="connsiteX6" fmla="*/ 192858 w 2507148"/>
              <a:gd name="connsiteY6" fmla="*/ 1271139 h 1601150"/>
              <a:gd name="connsiteX7" fmla="*/ 225001 w 2507148"/>
              <a:gd name="connsiteY7" fmla="*/ 1047967 h 1601150"/>
              <a:gd name="connsiteX8" fmla="*/ 257144 w 2507148"/>
              <a:gd name="connsiteY8" fmla="*/ 800575 h 1601150"/>
              <a:gd name="connsiteX9" fmla="*/ 289286 w 2507148"/>
              <a:gd name="connsiteY9" fmla="*/ 553182 h 1601150"/>
              <a:gd name="connsiteX10" fmla="*/ 321430 w 2507148"/>
              <a:gd name="connsiteY10" fmla="*/ 330011 h 1601150"/>
              <a:gd name="connsiteX11" fmla="*/ 353573 w 2507148"/>
              <a:gd name="connsiteY11" fmla="*/ 152895 h 1601150"/>
              <a:gd name="connsiteX12" fmla="*/ 385715 w 2507148"/>
              <a:gd name="connsiteY12" fmla="*/ 39183 h 1601150"/>
              <a:gd name="connsiteX13" fmla="*/ 417858 w 2507148"/>
              <a:gd name="connsiteY13" fmla="*/ 0 h 1601150"/>
              <a:gd name="connsiteX14" fmla="*/ 450001 w 2507148"/>
              <a:gd name="connsiteY14" fmla="*/ 39183 h 1601150"/>
              <a:gd name="connsiteX15" fmla="*/ 482144 w 2507148"/>
              <a:gd name="connsiteY15" fmla="*/ 152895 h 1601150"/>
              <a:gd name="connsiteX16" fmla="*/ 514287 w 2507148"/>
              <a:gd name="connsiteY16" fmla="*/ 330011 h 1601150"/>
              <a:gd name="connsiteX17" fmla="*/ 546430 w 2507148"/>
              <a:gd name="connsiteY17" fmla="*/ 553182 h 1601150"/>
              <a:gd name="connsiteX18" fmla="*/ 578573 w 2507148"/>
              <a:gd name="connsiteY18" fmla="*/ 800575 h 1601150"/>
              <a:gd name="connsiteX19" fmla="*/ 610716 w 2507148"/>
              <a:gd name="connsiteY19" fmla="*/ 1047967 h 1601150"/>
              <a:gd name="connsiteX20" fmla="*/ 642859 w 2507148"/>
              <a:gd name="connsiteY20" fmla="*/ 1271139 h 1601150"/>
              <a:gd name="connsiteX21" fmla="*/ 675002 w 2507148"/>
              <a:gd name="connsiteY21" fmla="*/ 1448255 h 1601150"/>
              <a:gd name="connsiteX22" fmla="*/ 707145 w 2507148"/>
              <a:gd name="connsiteY22" fmla="*/ 1561967 h 1601150"/>
              <a:gd name="connsiteX23" fmla="*/ 739288 w 2507148"/>
              <a:gd name="connsiteY23" fmla="*/ 1601150 h 1601150"/>
              <a:gd name="connsiteX24" fmla="*/ 771431 w 2507148"/>
              <a:gd name="connsiteY24" fmla="*/ 1561967 h 1601150"/>
              <a:gd name="connsiteX25" fmla="*/ 803573 w 2507148"/>
              <a:gd name="connsiteY25" fmla="*/ 1448255 h 1601150"/>
              <a:gd name="connsiteX26" fmla="*/ 835717 w 2507148"/>
              <a:gd name="connsiteY26" fmla="*/ 1271139 h 1601150"/>
              <a:gd name="connsiteX27" fmla="*/ 867859 w 2507148"/>
              <a:gd name="connsiteY27" fmla="*/ 1047967 h 1601150"/>
              <a:gd name="connsiteX28" fmla="*/ 900002 w 2507148"/>
              <a:gd name="connsiteY28" fmla="*/ 800575 h 1601150"/>
              <a:gd name="connsiteX29" fmla="*/ 932145 w 2507148"/>
              <a:gd name="connsiteY29" fmla="*/ 553182 h 1601150"/>
              <a:gd name="connsiteX30" fmla="*/ 964288 w 2507148"/>
              <a:gd name="connsiteY30" fmla="*/ 330011 h 1601150"/>
              <a:gd name="connsiteX31" fmla="*/ 996431 w 2507148"/>
              <a:gd name="connsiteY31" fmla="*/ 152895 h 1601150"/>
              <a:gd name="connsiteX32" fmla="*/ 1028574 w 2507148"/>
              <a:gd name="connsiteY32" fmla="*/ 39183 h 1601150"/>
              <a:gd name="connsiteX33" fmla="*/ 1060717 w 2507148"/>
              <a:gd name="connsiteY33" fmla="*/ 0 h 1601150"/>
              <a:gd name="connsiteX34" fmla="*/ 1092860 w 2507148"/>
              <a:gd name="connsiteY34" fmla="*/ 39183 h 1601150"/>
              <a:gd name="connsiteX35" fmla="*/ 1125003 w 2507148"/>
              <a:gd name="connsiteY35" fmla="*/ 152895 h 1601150"/>
              <a:gd name="connsiteX36" fmla="*/ 1157146 w 2507148"/>
              <a:gd name="connsiteY36" fmla="*/ 330011 h 1601150"/>
              <a:gd name="connsiteX37" fmla="*/ 1189288 w 2507148"/>
              <a:gd name="connsiteY37" fmla="*/ 553182 h 1601150"/>
              <a:gd name="connsiteX38" fmla="*/ 1221431 w 2507148"/>
              <a:gd name="connsiteY38" fmla="*/ 800575 h 1601150"/>
              <a:gd name="connsiteX39" fmla="*/ 1253575 w 2507148"/>
              <a:gd name="connsiteY39" fmla="*/ 1047967 h 1601150"/>
              <a:gd name="connsiteX40" fmla="*/ 1285717 w 2507148"/>
              <a:gd name="connsiteY40" fmla="*/ 1271139 h 1601150"/>
              <a:gd name="connsiteX41" fmla="*/ 1317860 w 2507148"/>
              <a:gd name="connsiteY41" fmla="*/ 1448255 h 1601150"/>
              <a:gd name="connsiteX42" fmla="*/ 1350003 w 2507148"/>
              <a:gd name="connsiteY42" fmla="*/ 1561967 h 1601150"/>
              <a:gd name="connsiteX43" fmla="*/ 1382146 w 2507148"/>
              <a:gd name="connsiteY43" fmla="*/ 1601150 h 1601150"/>
              <a:gd name="connsiteX44" fmla="*/ 1414289 w 2507148"/>
              <a:gd name="connsiteY44" fmla="*/ 1561967 h 1601150"/>
              <a:gd name="connsiteX45" fmla="*/ 1446432 w 2507148"/>
              <a:gd name="connsiteY45" fmla="*/ 1448255 h 1601150"/>
              <a:gd name="connsiteX46" fmla="*/ 1478575 w 2507148"/>
              <a:gd name="connsiteY46" fmla="*/ 1271139 h 1601150"/>
              <a:gd name="connsiteX47" fmla="*/ 1510718 w 2507148"/>
              <a:gd name="connsiteY47" fmla="*/ 1047967 h 1601150"/>
              <a:gd name="connsiteX48" fmla="*/ 1542861 w 2507148"/>
              <a:gd name="connsiteY48" fmla="*/ 800575 h 1601150"/>
              <a:gd name="connsiteX49" fmla="*/ 1575004 w 2507148"/>
              <a:gd name="connsiteY49" fmla="*/ 553182 h 1601150"/>
              <a:gd name="connsiteX50" fmla="*/ 1607147 w 2507148"/>
              <a:gd name="connsiteY50" fmla="*/ 330011 h 1601150"/>
              <a:gd name="connsiteX51" fmla="*/ 1639290 w 2507148"/>
              <a:gd name="connsiteY51" fmla="*/ 152895 h 1601150"/>
              <a:gd name="connsiteX52" fmla="*/ 1671433 w 2507148"/>
              <a:gd name="connsiteY52" fmla="*/ 39183 h 1601150"/>
              <a:gd name="connsiteX53" fmla="*/ 1703575 w 2507148"/>
              <a:gd name="connsiteY53" fmla="*/ 0 h 1601150"/>
              <a:gd name="connsiteX54" fmla="*/ 1735718 w 2507148"/>
              <a:gd name="connsiteY54" fmla="*/ 39183 h 1601150"/>
              <a:gd name="connsiteX55" fmla="*/ 1767861 w 2507148"/>
              <a:gd name="connsiteY55" fmla="*/ 152895 h 1601150"/>
              <a:gd name="connsiteX56" fmla="*/ 1800004 w 2507148"/>
              <a:gd name="connsiteY56" fmla="*/ 330011 h 1601150"/>
              <a:gd name="connsiteX57" fmla="*/ 1832147 w 2507148"/>
              <a:gd name="connsiteY57" fmla="*/ 553182 h 1601150"/>
              <a:gd name="connsiteX58" fmla="*/ 1864290 w 2507148"/>
              <a:gd name="connsiteY58" fmla="*/ 800575 h 1601150"/>
              <a:gd name="connsiteX59" fmla="*/ 1896433 w 2507148"/>
              <a:gd name="connsiteY59" fmla="*/ 1047967 h 1601150"/>
              <a:gd name="connsiteX60" fmla="*/ 1928576 w 2507148"/>
              <a:gd name="connsiteY60" fmla="*/ 1271139 h 1601150"/>
              <a:gd name="connsiteX61" fmla="*/ 1960719 w 2507148"/>
              <a:gd name="connsiteY61" fmla="*/ 1448255 h 1601150"/>
              <a:gd name="connsiteX62" fmla="*/ 1992862 w 2507148"/>
              <a:gd name="connsiteY62" fmla="*/ 1561967 h 1601150"/>
              <a:gd name="connsiteX63" fmla="*/ 2025004 w 2507148"/>
              <a:gd name="connsiteY63" fmla="*/ 1601150 h 1601150"/>
              <a:gd name="connsiteX64" fmla="*/ 2057148 w 2507148"/>
              <a:gd name="connsiteY64" fmla="*/ 1561967 h 1601150"/>
              <a:gd name="connsiteX65" fmla="*/ 2089290 w 2507148"/>
              <a:gd name="connsiteY65" fmla="*/ 1448255 h 1601150"/>
              <a:gd name="connsiteX66" fmla="*/ 2121433 w 2507148"/>
              <a:gd name="connsiteY66" fmla="*/ 1271139 h 1601150"/>
              <a:gd name="connsiteX67" fmla="*/ 2153576 w 2507148"/>
              <a:gd name="connsiteY67" fmla="*/ 1047967 h 1601150"/>
              <a:gd name="connsiteX68" fmla="*/ 2185719 w 2507148"/>
              <a:gd name="connsiteY68" fmla="*/ 800575 h 1601150"/>
              <a:gd name="connsiteX69" fmla="*/ 2217862 w 2507148"/>
              <a:gd name="connsiteY69" fmla="*/ 553182 h 1601150"/>
              <a:gd name="connsiteX70" fmla="*/ 2250005 w 2507148"/>
              <a:gd name="connsiteY70" fmla="*/ 330011 h 1601150"/>
              <a:gd name="connsiteX71" fmla="*/ 2282148 w 2507148"/>
              <a:gd name="connsiteY71" fmla="*/ 152895 h 1601150"/>
              <a:gd name="connsiteX72" fmla="*/ 2314291 w 2507148"/>
              <a:gd name="connsiteY72" fmla="*/ 39183 h 1601150"/>
              <a:gd name="connsiteX73" fmla="*/ 2346434 w 2507148"/>
              <a:gd name="connsiteY73" fmla="*/ 0 h 1601150"/>
              <a:gd name="connsiteX74" fmla="*/ 2378577 w 2507148"/>
              <a:gd name="connsiteY74" fmla="*/ 39183 h 1601150"/>
              <a:gd name="connsiteX75" fmla="*/ 2410720 w 2507148"/>
              <a:gd name="connsiteY75" fmla="*/ 152895 h 1601150"/>
              <a:gd name="connsiteX76" fmla="*/ 2442863 w 2507148"/>
              <a:gd name="connsiteY76" fmla="*/ 330011 h 1601150"/>
              <a:gd name="connsiteX77" fmla="*/ 2475006 w 2507148"/>
              <a:gd name="connsiteY77" fmla="*/ 553182 h 1601150"/>
              <a:gd name="connsiteX78" fmla="*/ 2507148 w 2507148"/>
              <a:gd name="connsiteY78" fmla="*/ 800575 h 1601150"/>
              <a:gd name="connsiteX0" fmla="*/ 0 w 2475005"/>
              <a:gd name="connsiteY0" fmla="*/ 1448255 h 1601150"/>
              <a:gd name="connsiteX1" fmla="*/ 32143 w 2475005"/>
              <a:gd name="connsiteY1" fmla="*/ 1561967 h 1601150"/>
              <a:gd name="connsiteX2" fmla="*/ 64286 w 2475005"/>
              <a:gd name="connsiteY2" fmla="*/ 1601150 h 1601150"/>
              <a:gd name="connsiteX3" fmla="*/ 96429 w 2475005"/>
              <a:gd name="connsiteY3" fmla="*/ 1561967 h 1601150"/>
              <a:gd name="connsiteX4" fmla="*/ 128572 w 2475005"/>
              <a:gd name="connsiteY4" fmla="*/ 1448255 h 1601150"/>
              <a:gd name="connsiteX5" fmla="*/ 160715 w 2475005"/>
              <a:gd name="connsiteY5" fmla="*/ 1271139 h 1601150"/>
              <a:gd name="connsiteX6" fmla="*/ 192858 w 2475005"/>
              <a:gd name="connsiteY6" fmla="*/ 1047967 h 1601150"/>
              <a:gd name="connsiteX7" fmla="*/ 225001 w 2475005"/>
              <a:gd name="connsiteY7" fmla="*/ 800575 h 1601150"/>
              <a:gd name="connsiteX8" fmla="*/ 257143 w 2475005"/>
              <a:gd name="connsiteY8" fmla="*/ 553182 h 1601150"/>
              <a:gd name="connsiteX9" fmla="*/ 289287 w 2475005"/>
              <a:gd name="connsiteY9" fmla="*/ 330011 h 1601150"/>
              <a:gd name="connsiteX10" fmla="*/ 321430 w 2475005"/>
              <a:gd name="connsiteY10" fmla="*/ 152895 h 1601150"/>
              <a:gd name="connsiteX11" fmla="*/ 353572 w 2475005"/>
              <a:gd name="connsiteY11" fmla="*/ 39183 h 1601150"/>
              <a:gd name="connsiteX12" fmla="*/ 385715 w 2475005"/>
              <a:gd name="connsiteY12" fmla="*/ 0 h 1601150"/>
              <a:gd name="connsiteX13" fmla="*/ 417858 w 2475005"/>
              <a:gd name="connsiteY13" fmla="*/ 39183 h 1601150"/>
              <a:gd name="connsiteX14" fmla="*/ 450001 w 2475005"/>
              <a:gd name="connsiteY14" fmla="*/ 152895 h 1601150"/>
              <a:gd name="connsiteX15" fmla="*/ 482144 w 2475005"/>
              <a:gd name="connsiteY15" fmla="*/ 330011 h 1601150"/>
              <a:gd name="connsiteX16" fmla="*/ 514287 w 2475005"/>
              <a:gd name="connsiteY16" fmla="*/ 553182 h 1601150"/>
              <a:gd name="connsiteX17" fmla="*/ 546430 w 2475005"/>
              <a:gd name="connsiteY17" fmla="*/ 800575 h 1601150"/>
              <a:gd name="connsiteX18" fmla="*/ 578573 w 2475005"/>
              <a:gd name="connsiteY18" fmla="*/ 1047967 h 1601150"/>
              <a:gd name="connsiteX19" fmla="*/ 610716 w 2475005"/>
              <a:gd name="connsiteY19" fmla="*/ 1271139 h 1601150"/>
              <a:gd name="connsiteX20" fmla="*/ 642859 w 2475005"/>
              <a:gd name="connsiteY20" fmla="*/ 1448255 h 1601150"/>
              <a:gd name="connsiteX21" fmla="*/ 675002 w 2475005"/>
              <a:gd name="connsiteY21" fmla="*/ 1561967 h 1601150"/>
              <a:gd name="connsiteX22" fmla="*/ 707145 w 2475005"/>
              <a:gd name="connsiteY22" fmla="*/ 1601150 h 1601150"/>
              <a:gd name="connsiteX23" fmla="*/ 739288 w 2475005"/>
              <a:gd name="connsiteY23" fmla="*/ 1561967 h 1601150"/>
              <a:gd name="connsiteX24" fmla="*/ 771430 w 2475005"/>
              <a:gd name="connsiteY24" fmla="*/ 1448255 h 1601150"/>
              <a:gd name="connsiteX25" fmla="*/ 803574 w 2475005"/>
              <a:gd name="connsiteY25" fmla="*/ 1271139 h 1601150"/>
              <a:gd name="connsiteX26" fmla="*/ 835716 w 2475005"/>
              <a:gd name="connsiteY26" fmla="*/ 1047967 h 1601150"/>
              <a:gd name="connsiteX27" fmla="*/ 867859 w 2475005"/>
              <a:gd name="connsiteY27" fmla="*/ 800575 h 1601150"/>
              <a:gd name="connsiteX28" fmla="*/ 900002 w 2475005"/>
              <a:gd name="connsiteY28" fmla="*/ 553182 h 1601150"/>
              <a:gd name="connsiteX29" fmla="*/ 932145 w 2475005"/>
              <a:gd name="connsiteY29" fmla="*/ 330011 h 1601150"/>
              <a:gd name="connsiteX30" fmla="*/ 964288 w 2475005"/>
              <a:gd name="connsiteY30" fmla="*/ 152895 h 1601150"/>
              <a:gd name="connsiteX31" fmla="*/ 996431 w 2475005"/>
              <a:gd name="connsiteY31" fmla="*/ 39183 h 1601150"/>
              <a:gd name="connsiteX32" fmla="*/ 1028574 w 2475005"/>
              <a:gd name="connsiteY32" fmla="*/ 0 h 1601150"/>
              <a:gd name="connsiteX33" fmla="*/ 1060717 w 2475005"/>
              <a:gd name="connsiteY33" fmla="*/ 39183 h 1601150"/>
              <a:gd name="connsiteX34" fmla="*/ 1092860 w 2475005"/>
              <a:gd name="connsiteY34" fmla="*/ 152895 h 1601150"/>
              <a:gd name="connsiteX35" fmla="*/ 1125003 w 2475005"/>
              <a:gd name="connsiteY35" fmla="*/ 330011 h 1601150"/>
              <a:gd name="connsiteX36" fmla="*/ 1157145 w 2475005"/>
              <a:gd name="connsiteY36" fmla="*/ 553182 h 1601150"/>
              <a:gd name="connsiteX37" fmla="*/ 1189288 w 2475005"/>
              <a:gd name="connsiteY37" fmla="*/ 800575 h 1601150"/>
              <a:gd name="connsiteX38" fmla="*/ 1221432 w 2475005"/>
              <a:gd name="connsiteY38" fmla="*/ 1047967 h 1601150"/>
              <a:gd name="connsiteX39" fmla="*/ 1253574 w 2475005"/>
              <a:gd name="connsiteY39" fmla="*/ 1271139 h 1601150"/>
              <a:gd name="connsiteX40" fmla="*/ 1285717 w 2475005"/>
              <a:gd name="connsiteY40" fmla="*/ 1448255 h 1601150"/>
              <a:gd name="connsiteX41" fmla="*/ 1317860 w 2475005"/>
              <a:gd name="connsiteY41" fmla="*/ 1561967 h 1601150"/>
              <a:gd name="connsiteX42" fmla="*/ 1350003 w 2475005"/>
              <a:gd name="connsiteY42" fmla="*/ 1601150 h 1601150"/>
              <a:gd name="connsiteX43" fmla="*/ 1382146 w 2475005"/>
              <a:gd name="connsiteY43" fmla="*/ 1561967 h 1601150"/>
              <a:gd name="connsiteX44" fmla="*/ 1414289 w 2475005"/>
              <a:gd name="connsiteY44" fmla="*/ 1448255 h 1601150"/>
              <a:gd name="connsiteX45" fmla="*/ 1446432 w 2475005"/>
              <a:gd name="connsiteY45" fmla="*/ 1271139 h 1601150"/>
              <a:gd name="connsiteX46" fmla="*/ 1478575 w 2475005"/>
              <a:gd name="connsiteY46" fmla="*/ 1047967 h 1601150"/>
              <a:gd name="connsiteX47" fmla="*/ 1510718 w 2475005"/>
              <a:gd name="connsiteY47" fmla="*/ 800575 h 1601150"/>
              <a:gd name="connsiteX48" fmla="*/ 1542861 w 2475005"/>
              <a:gd name="connsiteY48" fmla="*/ 553182 h 1601150"/>
              <a:gd name="connsiteX49" fmla="*/ 1575004 w 2475005"/>
              <a:gd name="connsiteY49" fmla="*/ 330011 h 1601150"/>
              <a:gd name="connsiteX50" fmla="*/ 1607147 w 2475005"/>
              <a:gd name="connsiteY50" fmla="*/ 152895 h 1601150"/>
              <a:gd name="connsiteX51" fmla="*/ 1639290 w 2475005"/>
              <a:gd name="connsiteY51" fmla="*/ 39183 h 1601150"/>
              <a:gd name="connsiteX52" fmla="*/ 1671432 w 2475005"/>
              <a:gd name="connsiteY52" fmla="*/ 0 h 1601150"/>
              <a:gd name="connsiteX53" fmla="*/ 1703575 w 2475005"/>
              <a:gd name="connsiteY53" fmla="*/ 39183 h 1601150"/>
              <a:gd name="connsiteX54" fmla="*/ 1735718 w 2475005"/>
              <a:gd name="connsiteY54" fmla="*/ 152895 h 1601150"/>
              <a:gd name="connsiteX55" fmla="*/ 1767861 w 2475005"/>
              <a:gd name="connsiteY55" fmla="*/ 330011 h 1601150"/>
              <a:gd name="connsiteX56" fmla="*/ 1800004 w 2475005"/>
              <a:gd name="connsiteY56" fmla="*/ 553182 h 1601150"/>
              <a:gd name="connsiteX57" fmla="*/ 1832147 w 2475005"/>
              <a:gd name="connsiteY57" fmla="*/ 800575 h 1601150"/>
              <a:gd name="connsiteX58" fmla="*/ 1864290 w 2475005"/>
              <a:gd name="connsiteY58" fmla="*/ 1047967 h 1601150"/>
              <a:gd name="connsiteX59" fmla="*/ 1896433 w 2475005"/>
              <a:gd name="connsiteY59" fmla="*/ 1271139 h 1601150"/>
              <a:gd name="connsiteX60" fmla="*/ 1928576 w 2475005"/>
              <a:gd name="connsiteY60" fmla="*/ 1448255 h 1601150"/>
              <a:gd name="connsiteX61" fmla="*/ 1960719 w 2475005"/>
              <a:gd name="connsiteY61" fmla="*/ 1561967 h 1601150"/>
              <a:gd name="connsiteX62" fmla="*/ 1992861 w 2475005"/>
              <a:gd name="connsiteY62" fmla="*/ 1601150 h 1601150"/>
              <a:gd name="connsiteX63" fmla="*/ 2025005 w 2475005"/>
              <a:gd name="connsiteY63" fmla="*/ 1561967 h 1601150"/>
              <a:gd name="connsiteX64" fmla="*/ 2057147 w 2475005"/>
              <a:gd name="connsiteY64" fmla="*/ 1448255 h 1601150"/>
              <a:gd name="connsiteX65" fmla="*/ 2089290 w 2475005"/>
              <a:gd name="connsiteY65" fmla="*/ 1271139 h 1601150"/>
              <a:gd name="connsiteX66" fmla="*/ 2121433 w 2475005"/>
              <a:gd name="connsiteY66" fmla="*/ 1047967 h 1601150"/>
              <a:gd name="connsiteX67" fmla="*/ 2153576 w 2475005"/>
              <a:gd name="connsiteY67" fmla="*/ 800575 h 1601150"/>
              <a:gd name="connsiteX68" fmla="*/ 2185719 w 2475005"/>
              <a:gd name="connsiteY68" fmla="*/ 553182 h 1601150"/>
              <a:gd name="connsiteX69" fmla="*/ 2217862 w 2475005"/>
              <a:gd name="connsiteY69" fmla="*/ 330011 h 1601150"/>
              <a:gd name="connsiteX70" fmla="*/ 2250005 w 2475005"/>
              <a:gd name="connsiteY70" fmla="*/ 152895 h 1601150"/>
              <a:gd name="connsiteX71" fmla="*/ 2282148 w 2475005"/>
              <a:gd name="connsiteY71" fmla="*/ 39183 h 1601150"/>
              <a:gd name="connsiteX72" fmla="*/ 2314291 w 2475005"/>
              <a:gd name="connsiteY72" fmla="*/ 0 h 1601150"/>
              <a:gd name="connsiteX73" fmla="*/ 2346434 w 2475005"/>
              <a:gd name="connsiteY73" fmla="*/ 39183 h 1601150"/>
              <a:gd name="connsiteX74" fmla="*/ 2378577 w 2475005"/>
              <a:gd name="connsiteY74" fmla="*/ 152895 h 1601150"/>
              <a:gd name="connsiteX75" fmla="*/ 2410720 w 2475005"/>
              <a:gd name="connsiteY75" fmla="*/ 330011 h 1601150"/>
              <a:gd name="connsiteX76" fmla="*/ 2442863 w 2475005"/>
              <a:gd name="connsiteY76" fmla="*/ 553182 h 1601150"/>
              <a:gd name="connsiteX77" fmla="*/ 2475005 w 2475005"/>
              <a:gd name="connsiteY77" fmla="*/ 800575 h 1601150"/>
              <a:gd name="connsiteX0" fmla="*/ 0 w 2442862"/>
              <a:gd name="connsiteY0" fmla="*/ 1561967 h 1601150"/>
              <a:gd name="connsiteX1" fmla="*/ 32143 w 2442862"/>
              <a:gd name="connsiteY1" fmla="*/ 1601150 h 1601150"/>
              <a:gd name="connsiteX2" fmla="*/ 64286 w 2442862"/>
              <a:gd name="connsiteY2" fmla="*/ 1561967 h 1601150"/>
              <a:gd name="connsiteX3" fmla="*/ 96429 w 2442862"/>
              <a:gd name="connsiteY3" fmla="*/ 1448255 h 1601150"/>
              <a:gd name="connsiteX4" fmla="*/ 128572 w 2442862"/>
              <a:gd name="connsiteY4" fmla="*/ 1271139 h 1601150"/>
              <a:gd name="connsiteX5" fmla="*/ 160715 w 2442862"/>
              <a:gd name="connsiteY5" fmla="*/ 1047967 h 1601150"/>
              <a:gd name="connsiteX6" fmla="*/ 192858 w 2442862"/>
              <a:gd name="connsiteY6" fmla="*/ 800575 h 1601150"/>
              <a:gd name="connsiteX7" fmla="*/ 225000 w 2442862"/>
              <a:gd name="connsiteY7" fmla="*/ 553182 h 1601150"/>
              <a:gd name="connsiteX8" fmla="*/ 257144 w 2442862"/>
              <a:gd name="connsiteY8" fmla="*/ 330011 h 1601150"/>
              <a:gd name="connsiteX9" fmla="*/ 289287 w 2442862"/>
              <a:gd name="connsiteY9" fmla="*/ 152895 h 1601150"/>
              <a:gd name="connsiteX10" fmla="*/ 321429 w 2442862"/>
              <a:gd name="connsiteY10" fmla="*/ 39183 h 1601150"/>
              <a:gd name="connsiteX11" fmla="*/ 353572 w 2442862"/>
              <a:gd name="connsiteY11" fmla="*/ 0 h 1601150"/>
              <a:gd name="connsiteX12" fmla="*/ 385715 w 2442862"/>
              <a:gd name="connsiteY12" fmla="*/ 39183 h 1601150"/>
              <a:gd name="connsiteX13" fmla="*/ 417858 w 2442862"/>
              <a:gd name="connsiteY13" fmla="*/ 152895 h 1601150"/>
              <a:gd name="connsiteX14" fmla="*/ 450001 w 2442862"/>
              <a:gd name="connsiteY14" fmla="*/ 330011 h 1601150"/>
              <a:gd name="connsiteX15" fmla="*/ 482144 w 2442862"/>
              <a:gd name="connsiteY15" fmla="*/ 553182 h 1601150"/>
              <a:gd name="connsiteX16" fmla="*/ 514287 w 2442862"/>
              <a:gd name="connsiteY16" fmla="*/ 800575 h 1601150"/>
              <a:gd name="connsiteX17" fmla="*/ 546430 w 2442862"/>
              <a:gd name="connsiteY17" fmla="*/ 1047967 h 1601150"/>
              <a:gd name="connsiteX18" fmla="*/ 578573 w 2442862"/>
              <a:gd name="connsiteY18" fmla="*/ 1271139 h 1601150"/>
              <a:gd name="connsiteX19" fmla="*/ 610716 w 2442862"/>
              <a:gd name="connsiteY19" fmla="*/ 1448255 h 1601150"/>
              <a:gd name="connsiteX20" fmla="*/ 642859 w 2442862"/>
              <a:gd name="connsiteY20" fmla="*/ 1561967 h 1601150"/>
              <a:gd name="connsiteX21" fmla="*/ 675002 w 2442862"/>
              <a:gd name="connsiteY21" fmla="*/ 1601150 h 1601150"/>
              <a:gd name="connsiteX22" fmla="*/ 707145 w 2442862"/>
              <a:gd name="connsiteY22" fmla="*/ 1561967 h 1601150"/>
              <a:gd name="connsiteX23" fmla="*/ 739287 w 2442862"/>
              <a:gd name="connsiteY23" fmla="*/ 1448255 h 1601150"/>
              <a:gd name="connsiteX24" fmla="*/ 771431 w 2442862"/>
              <a:gd name="connsiteY24" fmla="*/ 1271139 h 1601150"/>
              <a:gd name="connsiteX25" fmla="*/ 803573 w 2442862"/>
              <a:gd name="connsiteY25" fmla="*/ 1047967 h 1601150"/>
              <a:gd name="connsiteX26" fmla="*/ 835716 w 2442862"/>
              <a:gd name="connsiteY26" fmla="*/ 800575 h 1601150"/>
              <a:gd name="connsiteX27" fmla="*/ 867859 w 2442862"/>
              <a:gd name="connsiteY27" fmla="*/ 553182 h 1601150"/>
              <a:gd name="connsiteX28" fmla="*/ 900002 w 2442862"/>
              <a:gd name="connsiteY28" fmla="*/ 330011 h 1601150"/>
              <a:gd name="connsiteX29" fmla="*/ 932145 w 2442862"/>
              <a:gd name="connsiteY29" fmla="*/ 152895 h 1601150"/>
              <a:gd name="connsiteX30" fmla="*/ 964288 w 2442862"/>
              <a:gd name="connsiteY30" fmla="*/ 39183 h 1601150"/>
              <a:gd name="connsiteX31" fmla="*/ 996431 w 2442862"/>
              <a:gd name="connsiteY31" fmla="*/ 0 h 1601150"/>
              <a:gd name="connsiteX32" fmla="*/ 1028574 w 2442862"/>
              <a:gd name="connsiteY32" fmla="*/ 39183 h 1601150"/>
              <a:gd name="connsiteX33" fmla="*/ 1060717 w 2442862"/>
              <a:gd name="connsiteY33" fmla="*/ 152895 h 1601150"/>
              <a:gd name="connsiteX34" fmla="*/ 1092860 w 2442862"/>
              <a:gd name="connsiteY34" fmla="*/ 330011 h 1601150"/>
              <a:gd name="connsiteX35" fmla="*/ 1125002 w 2442862"/>
              <a:gd name="connsiteY35" fmla="*/ 553182 h 1601150"/>
              <a:gd name="connsiteX36" fmla="*/ 1157145 w 2442862"/>
              <a:gd name="connsiteY36" fmla="*/ 800575 h 1601150"/>
              <a:gd name="connsiteX37" fmla="*/ 1189289 w 2442862"/>
              <a:gd name="connsiteY37" fmla="*/ 1047967 h 1601150"/>
              <a:gd name="connsiteX38" fmla="*/ 1221431 w 2442862"/>
              <a:gd name="connsiteY38" fmla="*/ 1271139 h 1601150"/>
              <a:gd name="connsiteX39" fmla="*/ 1253574 w 2442862"/>
              <a:gd name="connsiteY39" fmla="*/ 1448255 h 1601150"/>
              <a:gd name="connsiteX40" fmla="*/ 1285717 w 2442862"/>
              <a:gd name="connsiteY40" fmla="*/ 1561967 h 1601150"/>
              <a:gd name="connsiteX41" fmla="*/ 1317860 w 2442862"/>
              <a:gd name="connsiteY41" fmla="*/ 1601150 h 1601150"/>
              <a:gd name="connsiteX42" fmla="*/ 1350003 w 2442862"/>
              <a:gd name="connsiteY42" fmla="*/ 1561967 h 1601150"/>
              <a:gd name="connsiteX43" fmla="*/ 1382146 w 2442862"/>
              <a:gd name="connsiteY43" fmla="*/ 1448255 h 1601150"/>
              <a:gd name="connsiteX44" fmla="*/ 1414289 w 2442862"/>
              <a:gd name="connsiteY44" fmla="*/ 1271139 h 1601150"/>
              <a:gd name="connsiteX45" fmla="*/ 1446432 w 2442862"/>
              <a:gd name="connsiteY45" fmla="*/ 1047967 h 1601150"/>
              <a:gd name="connsiteX46" fmla="*/ 1478575 w 2442862"/>
              <a:gd name="connsiteY46" fmla="*/ 800575 h 1601150"/>
              <a:gd name="connsiteX47" fmla="*/ 1510718 w 2442862"/>
              <a:gd name="connsiteY47" fmla="*/ 553182 h 1601150"/>
              <a:gd name="connsiteX48" fmla="*/ 1542861 w 2442862"/>
              <a:gd name="connsiteY48" fmla="*/ 330011 h 1601150"/>
              <a:gd name="connsiteX49" fmla="*/ 1575004 w 2442862"/>
              <a:gd name="connsiteY49" fmla="*/ 152895 h 1601150"/>
              <a:gd name="connsiteX50" fmla="*/ 1607147 w 2442862"/>
              <a:gd name="connsiteY50" fmla="*/ 39183 h 1601150"/>
              <a:gd name="connsiteX51" fmla="*/ 1639289 w 2442862"/>
              <a:gd name="connsiteY51" fmla="*/ 0 h 1601150"/>
              <a:gd name="connsiteX52" fmla="*/ 1671432 w 2442862"/>
              <a:gd name="connsiteY52" fmla="*/ 39183 h 1601150"/>
              <a:gd name="connsiteX53" fmla="*/ 1703575 w 2442862"/>
              <a:gd name="connsiteY53" fmla="*/ 152895 h 1601150"/>
              <a:gd name="connsiteX54" fmla="*/ 1735718 w 2442862"/>
              <a:gd name="connsiteY54" fmla="*/ 330011 h 1601150"/>
              <a:gd name="connsiteX55" fmla="*/ 1767861 w 2442862"/>
              <a:gd name="connsiteY55" fmla="*/ 553182 h 1601150"/>
              <a:gd name="connsiteX56" fmla="*/ 1800004 w 2442862"/>
              <a:gd name="connsiteY56" fmla="*/ 800575 h 1601150"/>
              <a:gd name="connsiteX57" fmla="*/ 1832147 w 2442862"/>
              <a:gd name="connsiteY57" fmla="*/ 1047967 h 1601150"/>
              <a:gd name="connsiteX58" fmla="*/ 1864290 w 2442862"/>
              <a:gd name="connsiteY58" fmla="*/ 1271139 h 1601150"/>
              <a:gd name="connsiteX59" fmla="*/ 1896433 w 2442862"/>
              <a:gd name="connsiteY59" fmla="*/ 1448255 h 1601150"/>
              <a:gd name="connsiteX60" fmla="*/ 1928576 w 2442862"/>
              <a:gd name="connsiteY60" fmla="*/ 1561967 h 1601150"/>
              <a:gd name="connsiteX61" fmla="*/ 1960718 w 2442862"/>
              <a:gd name="connsiteY61" fmla="*/ 1601150 h 1601150"/>
              <a:gd name="connsiteX62" fmla="*/ 1992862 w 2442862"/>
              <a:gd name="connsiteY62" fmla="*/ 1561967 h 1601150"/>
              <a:gd name="connsiteX63" fmla="*/ 2025004 w 2442862"/>
              <a:gd name="connsiteY63" fmla="*/ 1448255 h 1601150"/>
              <a:gd name="connsiteX64" fmla="*/ 2057147 w 2442862"/>
              <a:gd name="connsiteY64" fmla="*/ 1271139 h 1601150"/>
              <a:gd name="connsiteX65" fmla="*/ 2089290 w 2442862"/>
              <a:gd name="connsiteY65" fmla="*/ 1047967 h 1601150"/>
              <a:gd name="connsiteX66" fmla="*/ 2121433 w 2442862"/>
              <a:gd name="connsiteY66" fmla="*/ 800575 h 1601150"/>
              <a:gd name="connsiteX67" fmla="*/ 2153576 w 2442862"/>
              <a:gd name="connsiteY67" fmla="*/ 553182 h 1601150"/>
              <a:gd name="connsiteX68" fmla="*/ 2185719 w 2442862"/>
              <a:gd name="connsiteY68" fmla="*/ 330011 h 1601150"/>
              <a:gd name="connsiteX69" fmla="*/ 2217862 w 2442862"/>
              <a:gd name="connsiteY69" fmla="*/ 152895 h 1601150"/>
              <a:gd name="connsiteX70" fmla="*/ 2250005 w 2442862"/>
              <a:gd name="connsiteY70" fmla="*/ 39183 h 1601150"/>
              <a:gd name="connsiteX71" fmla="*/ 2282148 w 2442862"/>
              <a:gd name="connsiteY71" fmla="*/ 0 h 1601150"/>
              <a:gd name="connsiteX72" fmla="*/ 2314291 w 2442862"/>
              <a:gd name="connsiteY72" fmla="*/ 39183 h 1601150"/>
              <a:gd name="connsiteX73" fmla="*/ 2346434 w 2442862"/>
              <a:gd name="connsiteY73" fmla="*/ 152895 h 1601150"/>
              <a:gd name="connsiteX74" fmla="*/ 2378577 w 2442862"/>
              <a:gd name="connsiteY74" fmla="*/ 330011 h 1601150"/>
              <a:gd name="connsiteX75" fmla="*/ 2410720 w 2442862"/>
              <a:gd name="connsiteY75" fmla="*/ 553182 h 1601150"/>
              <a:gd name="connsiteX76" fmla="*/ 2442862 w 2442862"/>
              <a:gd name="connsiteY76" fmla="*/ 800575 h 1601150"/>
              <a:gd name="connsiteX0" fmla="*/ 0 w 2410719"/>
              <a:gd name="connsiteY0" fmla="*/ 1601150 h 1601150"/>
              <a:gd name="connsiteX1" fmla="*/ 32143 w 2410719"/>
              <a:gd name="connsiteY1" fmla="*/ 1561967 h 1601150"/>
              <a:gd name="connsiteX2" fmla="*/ 64286 w 2410719"/>
              <a:gd name="connsiteY2" fmla="*/ 1448255 h 1601150"/>
              <a:gd name="connsiteX3" fmla="*/ 96429 w 2410719"/>
              <a:gd name="connsiteY3" fmla="*/ 1271139 h 1601150"/>
              <a:gd name="connsiteX4" fmla="*/ 128572 w 2410719"/>
              <a:gd name="connsiteY4" fmla="*/ 1047967 h 1601150"/>
              <a:gd name="connsiteX5" fmla="*/ 160715 w 2410719"/>
              <a:gd name="connsiteY5" fmla="*/ 800575 h 1601150"/>
              <a:gd name="connsiteX6" fmla="*/ 192857 w 2410719"/>
              <a:gd name="connsiteY6" fmla="*/ 553182 h 1601150"/>
              <a:gd name="connsiteX7" fmla="*/ 225001 w 2410719"/>
              <a:gd name="connsiteY7" fmla="*/ 330011 h 1601150"/>
              <a:gd name="connsiteX8" fmla="*/ 257144 w 2410719"/>
              <a:gd name="connsiteY8" fmla="*/ 152895 h 1601150"/>
              <a:gd name="connsiteX9" fmla="*/ 289286 w 2410719"/>
              <a:gd name="connsiteY9" fmla="*/ 39183 h 1601150"/>
              <a:gd name="connsiteX10" fmla="*/ 321429 w 2410719"/>
              <a:gd name="connsiteY10" fmla="*/ 0 h 1601150"/>
              <a:gd name="connsiteX11" fmla="*/ 353572 w 2410719"/>
              <a:gd name="connsiteY11" fmla="*/ 39183 h 1601150"/>
              <a:gd name="connsiteX12" fmla="*/ 385715 w 2410719"/>
              <a:gd name="connsiteY12" fmla="*/ 152895 h 1601150"/>
              <a:gd name="connsiteX13" fmla="*/ 417858 w 2410719"/>
              <a:gd name="connsiteY13" fmla="*/ 330011 h 1601150"/>
              <a:gd name="connsiteX14" fmla="*/ 450001 w 2410719"/>
              <a:gd name="connsiteY14" fmla="*/ 553182 h 1601150"/>
              <a:gd name="connsiteX15" fmla="*/ 482144 w 2410719"/>
              <a:gd name="connsiteY15" fmla="*/ 800575 h 1601150"/>
              <a:gd name="connsiteX16" fmla="*/ 514287 w 2410719"/>
              <a:gd name="connsiteY16" fmla="*/ 1047967 h 1601150"/>
              <a:gd name="connsiteX17" fmla="*/ 546430 w 2410719"/>
              <a:gd name="connsiteY17" fmla="*/ 1271139 h 1601150"/>
              <a:gd name="connsiteX18" fmla="*/ 578573 w 2410719"/>
              <a:gd name="connsiteY18" fmla="*/ 1448255 h 1601150"/>
              <a:gd name="connsiteX19" fmla="*/ 610716 w 2410719"/>
              <a:gd name="connsiteY19" fmla="*/ 1561967 h 1601150"/>
              <a:gd name="connsiteX20" fmla="*/ 642859 w 2410719"/>
              <a:gd name="connsiteY20" fmla="*/ 1601150 h 1601150"/>
              <a:gd name="connsiteX21" fmla="*/ 675002 w 2410719"/>
              <a:gd name="connsiteY21" fmla="*/ 1561967 h 1601150"/>
              <a:gd name="connsiteX22" fmla="*/ 707144 w 2410719"/>
              <a:gd name="connsiteY22" fmla="*/ 1448255 h 1601150"/>
              <a:gd name="connsiteX23" fmla="*/ 739288 w 2410719"/>
              <a:gd name="connsiteY23" fmla="*/ 1271139 h 1601150"/>
              <a:gd name="connsiteX24" fmla="*/ 771430 w 2410719"/>
              <a:gd name="connsiteY24" fmla="*/ 1047967 h 1601150"/>
              <a:gd name="connsiteX25" fmla="*/ 803573 w 2410719"/>
              <a:gd name="connsiteY25" fmla="*/ 800575 h 1601150"/>
              <a:gd name="connsiteX26" fmla="*/ 835716 w 2410719"/>
              <a:gd name="connsiteY26" fmla="*/ 553182 h 1601150"/>
              <a:gd name="connsiteX27" fmla="*/ 867859 w 2410719"/>
              <a:gd name="connsiteY27" fmla="*/ 330011 h 1601150"/>
              <a:gd name="connsiteX28" fmla="*/ 900002 w 2410719"/>
              <a:gd name="connsiteY28" fmla="*/ 152895 h 1601150"/>
              <a:gd name="connsiteX29" fmla="*/ 932145 w 2410719"/>
              <a:gd name="connsiteY29" fmla="*/ 39183 h 1601150"/>
              <a:gd name="connsiteX30" fmla="*/ 964288 w 2410719"/>
              <a:gd name="connsiteY30" fmla="*/ 0 h 1601150"/>
              <a:gd name="connsiteX31" fmla="*/ 996431 w 2410719"/>
              <a:gd name="connsiteY31" fmla="*/ 39183 h 1601150"/>
              <a:gd name="connsiteX32" fmla="*/ 1028574 w 2410719"/>
              <a:gd name="connsiteY32" fmla="*/ 152895 h 1601150"/>
              <a:gd name="connsiteX33" fmla="*/ 1060717 w 2410719"/>
              <a:gd name="connsiteY33" fmla="*/ 330011 h 1601150"/>
              <a:gd name="connsiteX34" fmla="*/ 1092859 w 2410719"/>
              <a:gd name="connsiteY34" fmla="*/ 553182 h 1601150"/>
              <a:gd name="connsiteX35" fmla="*/ 1125002 w 2410719"/>
              <a:gd name="connsiteY35" fmla="*/ 800575 h 1601150"/>
              <a:gd name="connsiteX36" fmla="*/ 1157146 w 2410719"/>
              <a:gd name="connsiteY36" fmla="*/ 1047967 h 1601150"/>
              <a:gd name="connsiteX37" fmla="*/ 1189288 w 2410719"/>
              <a:gd name="connsiteY37" fmla="*/ 1271139 h 1601150"/>
              <a:gd name="connsiteX38" fmla="*/ 1221431 w 2410719"/>
              <a:gd name="connsiteY38" fmla="*/ 1448255 h 1601150"/>
              <a:gd name="connsiteX39" fmla="*/ 1253574 w 2410719"/>
              <a:gd name="connsiteY39" fmla="*/ 1561967 h 1601150"/>
              <a:gd name="connsiteX40" fmla="*/ 1285717 w 2410719"/>
              <a:gd name="connsiteY40" fmla="*/ 1601150 h 1601150"/>
              <a:gd name="connsiteX41" fmla="*/ 1317860 w 2410719"/>
              <a:gd name="connsiteY41" fmla="*/ 1561967 h 1601150"/>
              <a:gd name="connsiteX42" fmla="*/ 1350003 w 2410719"/>
              <a:gd name="connsiteY42" fmla="*/ 1448255 h 1601150"/>
              <a:gd name="connsiteX43" fmla="*/ 1382146 w 2410719"/>
              <a:gd name="connsiteY43" fmla="*/ 1271139 h 1601150"/>
              <a:gd name="connsiteX44" fmla="*/ 1414289 w 2410719"/>
              <a:gd name="connsiteY44" fmla="*/ 1047967 h 1601150"/>
              <a:gd name="connsiteX45" fmla="*/ 1446432 w 2410719"/>
              <a:gd name="connsiteY45" fmla="*/ 800575 h 1601150"/>
              <a:gd name="connsiteX46" fmla="*/ 1478575 w 2410719"/>
              <a:gd name="connsiteY46" fmla="*/ 553182 h 1601150"/>
              <a:gd name="connsiteX47" fmla="*/ 1510718 w 2410719"/>
              <a:gd name="connsiteY47" fmla="*/ 330011 h 1601150"/>
              <a:gd name="connsiteX48" fmla="*/ 1542861 w 2410719"/>
              <a:gd name="connsiteY48" fmla="*/ 152895 h 1601150"/>
              <a:gd name="connsiteX49" fmla="*/ 1575004 w 2410719"/>
              <a:gd name="connsiteY49" fmla="*/ 39183 h 1601150"/>
              <a:gd name="connsiteX50" fmla="*/ 1607146 w 2410719"/>
              <a:gd name="connsiteY50" fmla="*/ 0 h 1601150"/>
              <a:gd name="connsiteX51" fmla="*/ 1639289 w 2410719"/>
              <a:gd name="connsiteY51" fmla="*/ 39183 h 1601150"/>
              <a:gd name="connsiteX52" fmla="*/ 1671432 w 2410719"/>
              <a:gd name="connsiteY52" fmla="*/ 152895 h 1601150"/>
              <a:gd name="connsiteX53" fmla="*/ 1703575 w 2410719"/>
              <a:gd name="connsiteY53" fmla="*/ 330011 h 1601150"/>
              <a:gd name="connsiteX54" fmla="*/ 1735718 w 2410719"/>
              <a:gd name="connsiteY54" fmla="*/ 553182 h 1601150"/>
              <a:gd name="connsiteX55" fmla="*/ 1767861 w 2410719"/>
              <a:gd name="connsiteY55" fmla="*/ 800575 h 1601150"/>
              <a:gd name="connsiteX56" fmla="*/ 1800004 w 2410719"/>
              <a:gd name="connsiteY56" fmla="*/ 1047967 h 1601150"/>
              <a:gd name="connsiteX57" fmla="*/ 1832147 w 2410719"/>
              <a:gd name="connsiteY57" fmla="*/ 1271139 h 1601150"/>
              <a:gd name="connsiteX58" fmla="*/ 1864290 w 2410719"/>
              <a:gd name="connsiteY58" fmla="*/ 1448255 h 1601150"/>
              <a:gd name="connsiteX59" fmla="*/ 1896433 w 2410719"/>
              <a:gd name="connsiteY59" fmla="*/ 1561967 h 1601150"/>
              <a:gd name="connsiteX60" fmla="*/ 1928575 w 2410719"/>
              <a:gd name="connsiteY60" fmla="*/ 1601150 h 1601150"/>
              <a:gd name="connsiteX61" fmla="*/ 1960719 w 2410719"/>
              <a:gd name="connsiteY61" fmla="*/ 1561967 h 1601150"/>
              <a:gd name="connsiteX62" fmla="*/ 1992861 w 2410719"/>
              <a:gd name="connsiteY62" fmla="*/ 1448255 h 1601150"/>
              <a:gd name="connsiteX63" fmla="*/ 2025004 w 2410719"/>
              <a:gd name="connsiteY63" fmla="*/ 1271139 h 1601150"/>
              <a:gd name="connsiteX64" fmla="*/ 2057147 w 2410719"/>
              <a:gd name="connsiteY64" fmla="*/ 1047967 h 1601150"/>
              <a:gd name="connsiteX65" fmla="*/ 2089290 w 2410719"/>
              <a:gd name="connsiteY65" fmla="*/ 800575 h 1601150"/>
              <a:gd name="connsiteX66" fmla="*/ 2121433 w 2410719"/>
              <a:gd name="connsiteY66" fmla="*/ 553182 h 1601150"/>
              <a:gd name="connsiteX67" fmla="*/ 2153576 w 2410719"/>
              <a:gd name="connsiteY67" fmla="*/ 330011 h 1601150"/>
              <a:gd name="connsiteX68" fmla="*/ 2185719 w 2410719"/>
              <a:gd name="connsiteY68" fmla="*/ 152895 h 1601150"/>
              <a:gd name="connsiteX69" fmla="*/ 2217862 w 2410719"/>
              <a:gd name="connsiteY69" fmla="*/ 39183 h 1601150"/>
              <a:gd name="connsiteX70" fmla="*/ 2250005 w 2410719"/>
              <a:gd name="connsiteY70" fmla="*/ 0 h 1601150"/>
              <a:gd name="connsiteX71" fmla="*/ 2282148 w 2410719"/>
              <a:gd name="connsiteY71" fmla="*/ 39183 h 1601150"/>
              <a:gd name="connsiteX72" fmla="*/ 2314291 w 2410719"/>
              <a:gd name="connsiteY72" fmla="*/ 152895 h 1601150"/>
              <a:gd name="connsiteX73" fmla="*/ 2346434 w 2410719"/>
              <a:gd name="connsiteY73" fmla="*/ 330011 h 1601150"/>
              <a:gd name="connsiteX74" fmla="*/ 2378577 w 2410719"/>
              <a:gd name="connsiteY74" fmla="*/ 553182 h 1601150"/>
              <a:gd name="connsiteX75" fmla="*/ 2410719 w 2410719"/>
              <a:gd name="connsiteY75" fmla="*/ 800575 h 1601150"/>
              <a:gd name="connsiteX0" fmla="*/ 0 w 2378576"/>
              <a:gd name="connsiteY0" fmla="*/ 1561967 h 1601150"/>
              <a:gd name="connsiteX1" fmla="*/ 32143 w 2378576"/>
              <a:gd name="connsiteY1" fmla="*/ 1448255 h 1601150"/>
              <a:gd name="connsiteX2" fmla="*/ 64286 w 2378576"/>
              <a:gd name="connsiteY2" fmla="*/ 1271139 h 1601150"/>
              <a:gd name="connsiteX3" fmla="*/ 96429 w 2378576"/>
              <a:gd name="connsiteY3" fmla="*/ 1047967 h 1601150"/>
              <a:gd name="connsiteX4" fmla="*/ 128572 w 2378576"/>
              <a:gd name="connsiteY4" fmla="*/ 800575 h 1601150"/>
              <a:gd name="connsiteX5" fmla="*/ 160714 w 2378576"/>
              <a:gd name="connsiteY5" fmla="*/ 553182 h 1601150"/>
              <a:gd name="connsiteX6" fmla="*/ 192858 w 2378576"/>
              <a:gd name="connsiteY6" fmla="*/ 330011 h 1601150"/>
              <a:gd name="connsiteX7" fmla="*/ 225001 w 2378576"/>
              <a:gd name="connsiteY7" fmla="*/ 152895 h 1601150"/>
              <a:gd name="connsiteX8" fmla="*/ 257143 w 2378576"/>
              <a:gd name="connsiteY8" fmla="*/ 39183 h 1601150"/>
              <a:gd name="connsiteX9" fmla="*/ 289286 w 2378576"/>
              <a:gd name="connsiteY9" fmla="*/ 0 h 1601150"/>
              <a:gd name="connsiteX10" fmla="*/ 321429 w 2378576"/>
              <a:gd name="connsiteY10" fmla="*/ 39183 h 1601150"/>
              <a:gd name="connsiteX11" fmla="*/ 353572 w 2378576"/>
              <a:gd name="connsiteY11" fmla="*/ 152895 h 1601150"/>
              <a:gd name="connsiteX12" fmla="*/ 385715 w 2378576"/>
              <a:gd name="connsiteY12" fmla="*/ 330011 h 1601150"/>
              <a:gd name="connsiteX13" fmla="*/ 417858 w 2378576"/>
              <a:gd name="connsiteY13" fmla="*/ 553182 h 1601150"/>
              <a:gd name="connsiteX14" fmla="*/ 450001 w 2378576"/>
              <a:gd name="connsiteY14" fmla="*/ 800575 h 1601150"/>
              <a:gd name="connsiteX15" fmla="*/ 482144 w 2378576"/>
              <a:gd name="connsiteY15" fmla="*/ 1047967 h 1601150"/>
              <a:gd name="connsiteX16" fmla="*/ 514287 w 2378576"/>
              <a:gd name="connsiteY16" fmla="*/ 1271139 h 1601150"/>
              <a:gd name="connsiteX17" fmla="*/ 546430 w 2378576"/>
              <a:gd name="connsiteY17" fmla="*/ 1448255 h 1601150"/>
              <a:gd name="connsiteX18" fmla="*/ 578573 w 2378576"/>
              <a:gd name="connsiteY18" fmla="*/ 1561967 h 1601150"/>
              <a:gd name="connsiteX19" fmla="*/ 610716 w 2378576"/>
              <a:gd name="connsiteY19" fmla="*/ 1601150 h 1601150"/>
              <a:gd name="connsiteX20" fmla="*/ 642859 w 2378576"/>
              <a:gd name="connsiteY20" fmla="*/ 1561967 h 1601150"/>
              <a:gd name="connsiteX21" fmla="*/ 675001 w 2378576"/>
              <a:gd name="connsiteY21" fmla="*/ 1448255 h 1601150"/>
              <a:gd name="connsiteX22" fmla="*/ 707145 w 2378576"/>
              <a:gd name="connsiteY22" fmla="*/ 1271139 h 1601150"/>
              <a:gd name="connsiteX23" fmla="*/ 739287 w 2378576"/>
              <a:gd name="connsiteY23" fmla="*/ 1047967 h 1601150"/>
              <a:gd name="connsiteX24" fmla="*/ 771430 w 2378576"/>
              <a:gd name="connsiteY24" fmla="*/ 800575 h 1601150"/>
              <a:gd name="connsiteX25" fmla="*/ 803573 w 2378576"/>
              <a:gd name="connsiteY25" fmla="*/ 553182 h 1601150"/>
              <a:gd name="connsiteX26" fmla="*/ 835716 w 2378576"/>
              <a:gd name="connsiteY26" fmla="*/ 330011 h 1601150"/>
              <a:gd name="connsiteX27" fmla="*/ 867859 w 2378576"/>
              <a:gd name="connsiteY27" fmla="*/ 152895 h 1601150"/>
              <a:gd name="connsiteX28" fmla="*/ 900002 w 2378576"/>
              <a:gd name="connsiteY28" fmla="*/ 39183 h 1601150"/>
              <a:gd name="connsiteX29" fmla="*/ 932145 w 2378576"/>
              <a:gd name="connsiteY29" fmla="*/ 0 h 1601150"/>
              <a:gd name="connsiteX30" fmla="*/ 964288 w 2378576"/>
              <a:gd name="connsiteY30" fmla="*/ 39183 h 1601150"/>
              <a:gd name="connsiteX31" fmla="*/ 996431 w 2378576"/>
              <a:gd name="connsiteY31" fmla="*/ 152895 h 1601150"/>
              <a:gd name="connsiteX32" fmla="*/ 1028574 w 2378576"/>
              <a:gd name="connsiteY32" fmla="*/ 330011 h 1601150"/>
              <a:gd name="connsiteX33" fmla="*/ 1060716 w 2378576"/>
              <a:gd name="connsiteY33" fmla="*/ 553182 h 1601150"/>
              <a:gd name="connsiteX34" fmla="*/ 1092859 w 2378576"/>
              <a:gd name="connsiteY34" fmla="*/ 800575 h 1601150"/>
              <a:gd name="connsiteX35" fmla="*/ 1125003 w 2378576"/>
              <a:gd name="connsiteY35" fmla="*/ 1047967 h 1601150"/>
              <a:gd name="connsiteX36" fmla="*/ 1157145 w 2378576"/>
              <a:gd name="connsiteY36" fmla="*/ 1271139 h 1601150"/>
              <a:gd name="connsiteX37" fmla="*/ 1189288 w 2378576"/>
              <a:gd name="connsiteY37" fmla="*/ 1448255 h 1601150"/>
              <a:gd name="connsiteX38" fmla="*/ 1221431 w 2378576"/>
              <a:gd name="connsiteY38" fmla="*/ 1561967 h 1601150"/>
              <a:gd name="connsiteX39" fmla="*/ 1253574 w 2378576"/>
              <a:gd name="connsiteY39" fmla="*/ 1601150 h 1601150"/>
              <a:gd name="connsiteX40" fmla="*/ 1285717 w 2378576"/>
              <a:gd name="connsiteY40" fmla="*/ 1561967 h 1601150"/>
              <a:gd name="connsiteX41" fmla="*/ 1317860 w 2378576"/>
              <a:gd name="connsiteY41" fmla="*/ 1448255 h 1601150"/>
              <a:gd name="connsiteX42" fmla="*/ 1350003 w 2378576"/>
              <a:gd name="connsiteY42" fmla="*/ 1271139 h 1601150"/>
              <a:gd name="connsiteX43" fmla="*/ 1382146 w 2378576"/>
              <a:gd name="connsiteY43" fmla="*/ 1047967 h 1601150"/>
              <a:gd name="connsiteX44" fmla="*/ 1414289 w 2378576"/>
              <a:gd name="connsiteY44" fmla="*/ 800575 h 1601150"/>
              <a:gd name="connsiteX45" fmla="*/ 1446432 w 2378576"/>
              <a:gd name="connsiteY45" fmla="*/ 553182 h 1601150"/>
              <a:gd name="connsiteX46" fmla="*/ 1478575 w 2378576"/>
              <a:gd name="connsiteY46" fmla="*/ 330011 h 1601150"/>
              <a:gd name="connsiteX47" fmla="*/ 1510718 w 2378576"/>
              <a:gd name="connsiteY47" fmla="*/ 152895 h 1601150"/>
              <a:gd name="connsiteX48" fmla="*/ 1542861 w 2378576"/>
              <a:gd name="connsiteY48" fmla="*/ 39183 h 1601150"/>
              <a:gd name="connsiteX49" fmla="*/ 1575003 w 2378576"/>
              <a:gd name="connsiteY49" fmla="*/ 0 h 1601150"/>
              <a:gd name="connsiteX50" fmla="*/ 1607146 w 2378576"/>
              <a:gd name="connsiteY50" fmla="*/ 39183 h 1601150"/>
              <a:gd name="connsiteX51" fmla="*/ 1639289 w 2378576"/>
              <a:gd name="connsiteY51" fmla="*/ 152895 h 1601150"/>
              <a:gd name="connsiteX52" fmla="*/ 1671432 w 2378576"/>
              <a:gd name="connsiteY52" fmla="*/ 330011 h 1601150"/>
              <a:gd name="connsiteX53" fmla="*/ 1703575 w 2378576"/>
              <a:gd name="connsiteY53" fmla="*/ 553182 h 1601150"/>
              <a:gd name="connsiteX54" fmla="*/ 1735718 w 2378576"/>
              <a:gd name="connsiteY54" fmla="*/ 800575 h 1601150"/>
              <a:gd name="connsiteX55" fmla="*/ 1767861 w 2378576"/>
              <a:gd name="connsiteY55" fmla="*/ 1047967 h 1601150"/>
              <a:gd name="connsiteX56" fmla="*/ 1800004 w 2378576"/>
              <a:gd name="connsiteY56" fmla="*/ 1271139 h 1601150"/>
              <a:gd name="connsiteX57" fmla="*/ 1832147 w 2378576"/>
              <a:gd name="connsiteY57" fmla="*/ 1448255 h 1601150"/>
              <a:gd name="connsiteX58" fmla="*/ 1864290 w 2378576"/>
              <a:gd name="connsiteY58" fmla="*/ 1561967 h 1601150"/>
              <a:gd name="connsiteX59" fmla="*/ 1896432 w 2378576"/>
              <a:gd name="connsiteY59" fmla="*/ 1601150 h 1601150"/>
              <a:gd name="connsiteX60" fmla="*/ 1928576 w 2378576"/>
              <a:gd name="connsiteY60" fmla="*/ 1561967 h 1601150"/>
              <a:gd name="connsiteX61" fmla="*/ 1960718 w 2378576"/>
              <a:gd name="connsiteY61" fmla="*/ 1448255 h 1601150"/>
              <a:gd name="connsiteX62" fmla="*/ 1992861 w 2378576"/>
              <a:gd name="connsiteY62" fmla="*/ 1271139 h 1601150"/>
              <a:gd name="connsiteX63" fmla="*/ 2025004 w 2378576"/>
              <a:gd name="connsiteY63" fmla="*/ 1047967 h 1601150"/>
              <a:gd name="connsiteX64" fmla="*/ 2057147 w 2378576"/>
              <a:gd name="connsiteY64" fmla="*/ 800575 h 1601150"/>
              <a:gd name="connsiteX65" fmla="*/ 2089290 w 2378576"/>
              <a:gd name="connsiteY65" fmla="*/ 553182 h 1601150"/>
              <a:gd name="connsiteX66" fmla="*/ 2121433 w 2378576"/>
              <a:gd name="connsiteY66" fmla="*/ 330011 h 1601150"/>
              <a:gd name="connsiteX67" fmla="*/ 2153576 w 2378576"/>
              <a:gd name="connsiteY67" fmla="*/ 152895 h 1601150"/>
              <a:gd name="connsiteX68" fmla="*/ 2185719 w 2378576"/>
              <a:gd name="connsiteY68" fmla="*/ 39183 h 1601150"/>
              <a:gd name="connsiteX69" fmla="*/ 2217862 w 2378576"/>
              <a:gd name="connsiteY69" fmla="*/ 0 h 1601150"/>
              <a:gd name="connsiteX70" fmla="*/ 2250005 w 2378576"/>
              <a:gd name="connsiteY70" fmla="*/ 39183 h 1601150"/>
              <a:gd name="connsiteX71" fmla="*/ 2282148 w 2378576"/>
              <a:gd name="connsiteY71" fmla="*/ 152895 h 1601150"/>
              <a:gd name="connsiteX72" fmla="*/ 2314291 w 2378576"/>
              <a:gd name="connsiteY72" fmla="*/ 330011 h 1601150"/>
              <a:gd name="connsiteX73" fmla="*/ 2346434 w 2378576"/>
              <a:gd name="connsiteY73" fmla="*/ 553182 h 1601150"/>
              <a:gd name="connsiteX74" fmla="*/ 2378576 w 2378576"/>
              <a:gd name="connsiteY74" fmla="*/ 800575 h 1601150"/>
              <a:gd name="connsiteX0" fmla="*/ 0 w 2346433"/>
              <a:gd name="connsiteY0" fmla="*/ 1448255 h 1601150"/>
              <a:gd name="connsiteX1" fmla="*/ 32143 w 2346433"/>
              <a:gd name="connsiteY1" fmla="*/ 1271139 h 1601150"/>
              <a:gd name="connsiteX2" fmla="*/ 64286 w 2346433"/>
              <a:gd name="connsiteY2" fmla="*/ 1047967 h 1601150"/>
              <a:gd name="connsiteX3" fmla="*/ 96429 w 2346433"/>
              <a:gd name="connsiteY3" fmla="*/ 800575 h 1601150"/>
              <a:gd name="connsiteX4" fmla="*/ 128571 w 2346433"/>
              <a:gd name="connsiteY4" fmla="*/ 553182 h 1601150"/>
              <a:gd name="connsiteX5" fmla="*/ 160715 w 2346433"/>
              <a:gd name="connsiteY5" fmla="*/ 330011 h 1601150"/>
              <a:gd name="connsiteX6" fmla="*/ 192858 w 2346433"/>
              <a:gd name="connsiteY6" fmla="*/ 152895 h 1601150"/>
              <a:gd name="connsiteX7" fmla="*/ 225000 w 2346433"/>
              <a:gd name="connsiteY7" fmla="*/ 39183 h 1601150"/>
              <a:gd name="connsiteX8" fmla="*/ 257143 w 2346433"/>
              <a:gd name="connsiteY8" fmla="*/ 0 h 1601150"/>
              <a:gd name="connsiteX9" fmla="*/ 289286 w 2346433"/>
              <a:gd name="connsiteY9" fmla="*/ 39183 h 1601150"/>
              <a:gd name="connsiteX10" fmla="*/ 321429 w 2346433"/>
              <a:gd name="connsiteY10" fmla="*/ 152895 h 1601150"/>
              <a:gd name="connsiteX11" fmla="*/ 353572 w 2346433"/>
              <a:gd name="connsiteY11" fmla="*/ 330011 h 1601150"/>
              <a:gd name="connsiteX12" fmla="*/ 385715 w 2346433"/>
              <a:gd name="connsiteY12" fmla="*/ 553182 h 1601150"/>
              <a:gd name="connsiteX13" fmla="*/ 417858 w 2346433"/>
              <a:gd name="connsiteY13" fmla="*/ 800575 h 1601150"/>
              <a:gd name="connsiteX14" fmla="*/ 450001 w 2346433"/>
              <a:gd name="connsiteY14" fmla="*/ 1047967 h 1601150"/>
              <a:gd name="connsiteX15" fmla="*/ 482144 w 2346433"/>
              <a:gd name="connsiteY15" fmla="*/ 1271139 h 1601150"/>
              <a:gd name="connsiteX16" fmla="*/ 514287 w 2346433"/>
              <a:gd name="connsiteY16" fmla="*/ 1448255 h 1601150"/>
              <a:gd name="connsiteX17" fmla="*/ 546430 w 2346433"/>
              <a:gd name="connsiteY17" fmla="*/ 1561967 h 1601150"/>
              <a:gd name="connsiteX18" fmla="*/ 578573 w 2346433"/>
              <a:gd name="connsiteY18" fmla="*/ 1601150 h 1601150"/>
              <a:gd name="connsiteX19" fmla="*/ 610716 w 2346433"/>
              <a:gd name="connsiteY19" fmla="*/ 1561967 h 1601150"/>
              <a:gd name="connsiteX20" fmla="*/ 642858 w 2346433"/>
              <a:gd name="connsiteY20" fmla="*/ 1448255 h 1601150"/>
              <a:gd name="connsiteX21" fmla="*/ 675002 w 2346433"/>
              <a:gd name="connsiteY21" fmla="*/ 1271139 h 1601150"/>
              <a:gd name="connsiteX22" fmla="*/ 707144 w 2346433"/>
              <a:gd name="connsiteY22" fmla="*/ 1047967 h 1601150"/>
              <a:gd name="connsiteX23" fmla="*/ 739287 w 2346433"/>
              <a:gd name="connsiteY23" fmla="*/ 800575 h 1601150"/>
              <a:gd name="connsiteX24" fmla="*/ 771430 w 2346433"/>
              <a:gd name="connsiteY24" fmla="*/ 553182 h 1601150"/>
              <a:gd name="connsiteX25" fmla="*/ 803573 w 2346433"/>
              <a:gd name="connsiteY25" fmla="*/ 330011 h 1601150"/>
              <a:gd name="connsiteX26" fmla="*/ 835716 w 2346433"/>
              <a:gd name="connsiteY26" fmla="*/ 152895 h 1601150"/>
              <a:gd name="connsiteX27" fmla="*/ 867859 w 2346433"/>
              <a:gd name="connsiteY27" fmla="*/ 39183 h 1601150"/>
              <a:gd name="connsiteX28" fmla="*/ 900002 w 2346433"/>
              <a:gd name="connsiteY28" fmla="*/ 0 h 1601150"/>
              <a:gd name="connsiteX29" fmla="*/ 932145 w 2346433"/>
              <a:gd name="connsiteY29" fmla="*/ 39183 h 1601150"/>
              <a:gd name="connsiteX30" fmla="*/ 964288 w 2346433"/>
              <a:gd name="connsiteY30" fmla="*/ 152895 h 1601150"/>
              <a:gd name="connsiteX31" fmla="*/ 996431 w 2346433"/>
              <a:gd name="connsiteY31" fmla="*/ 330011 h 1601150"/>
              <a:gd name="connsiteX32" fmla="*/ 1028573 w 2346433"/>
              <a:gd name="connsiteY32" fmla="*/ 553182 h 1601150"/>
              <a:gd name="connsiteX33" fmla="*/ 1060716 w 2346433"/>
              <a:gd name="connsiteY33" fmla="*/ 800575 h 1601150"/>
              <a:gd name="connsiteX34" fmla="*/ 1092860 w 2346433"/>
              <a:gd name="connsiteY34" fmla="*/ 1047967 h 1601150"/>
              <a:gd name="connsiteX35" fmla="*/ 1125002 w 2346433"/>
              <a:gd name="connsiteY35" fmla="*/ 1271139 h 1601150"/>
              <a:gd name="connsiteX36" fmla="*/ 1157145 w 2346433"/>
              <a:gd name="connsiteY36" fmla="*/ 1448255 h 1601150"/>
              <a:gd name="connsiteX37" fmla="*/ 1189288 w 2346433"/>
              <a:gd name="connsiteY37" fmla="*/ 1561967 h 1601150"/>
              <a:gd name="connsiteX38" fmla="*/ 1221431 w 2346433"/>
              <a:gd name="connsiteY38" fmla="*/ 1601150 h 1601150"/>
              <a:gd name="connsiteX39" fmla="*/ 1253574 w 2346433"/>
              <a:gd name="connsiteY39" fmla="*/ 1561967 h 1601150"/>
              <a:gd name="connsiteX40" fmla="*/ 1285717 w 2346433"/>
              <a:gd name="connsiteY40" fmla="*/ 1448255 h 1601150"/>
              <a:gd name="connsiteX41" fmla="*/ 1317860 w 2346433"/>
              <a:gd name="connsiteY41" fmla="*/ 1271139 h 1601150"/>
              <a:gd name="connsiteX42" fmla="*/ 1350003 w 2346433"/>
              <a:gd name="connsiteY42" fmla="*/ 1047967 h 1601150"/>
              <a:gd name="connsiteX43" fmla="*/ 1382146 w 2346433"/>
              <a:gd name="connsiteY43" fmla="*/ 800575 h 1601150"/>
              <a:gd name="connsiteX44" fmla="*/ 1414289 w 2346433"/>
              <a:gd name="connsiteY44" fmla="*/ 553182 h 1601150"/>
              <a:gd name="connsiteX45" fmla="*/ 1446432 w 2346433"/>
              <a:gd name="connsiteY45" fmla="*/ 330011 h 1601150"/>
              <a:gd name="connsiteX46" fmla="*/ 1478575 w 2346433"/>
              <a:gd name="connsiteY46" fmla="*/ 152895 h 1601150"/>
              <a:gd name="connsiteX47" fmla="*/ 1510718 w 2346433"/>
              <a:gd name="connsiteY47" fmla="*/ 39183 h 1601150"/>
              <a:gd name="connsiteX48" fmla="*/ 1542860 w 2346433"/>
              <a:gd name="connsiteY48" fmla="*/ 0 h 1601150"/>
              <a:gd name="connsiteX49" fmla="*/ 1575003 w 2346433"/>
              <a:gd name="connsiteY49" fmla="*/ 39183 h 1601150"/>
              <a:gd name="connsiteX50" fmla="*/ 1607146 w 2346433"/>
              <a:gd name="connsiteY50" fmla="*/ 152895 h 1601150"/>
              <a:gd name="connsiteX51" fmla="*/ 1639289 w 2346433"/>
              <a:gd name="connsiteY51" fmla="*/ 330011 h 1601150"/>
              <a:gd name="connsiteX52" fmla="*/ 1671432 w 2346433"/>
              <a:gd name="connsiteY52" fmla="*/ 553182 h 1601150"/>
              <a:gd name="connsiteX53" fmla="*/ 1703575 w 2346433"/>
              <a:gd name="connsiteY53" fmla="*/ 800575 h 1601150"/>
              <a:gd name="connsiteX54" fmla="*/ 1735718 w 2346433"/>
              <a:gd name="connsiteY54" fmla="*/ 1047967 h 1601150"/>
              <a:gd name="connsiteX55" fmla="*/ 1767861 w 2346433"/>
              <a:gd name="connsiteY55" fmla="*/ 1271139 h 1601150"/>
              <a:gd name="connsiteX56" fmla="*/ 1800004 w 2346433"/>
              <a:gd name="connsiteY56" fmla="*/ 1448255 h 1601150"/>
              <a:gd name="connsiteX57" fmla="*/ 1832147 w 2346433"/>
              <a:gd name="connsiteY57" fmla="*/ 1561967 h 1601150"/>
              <a:gd name="connsiteX58" fmla="*/ 1864289 w 2346433"/>
              <a:gd name="connsiteY58" fmla="*/ 1601150 h 1601150"/>
              <a:gd name="connsiteX59" fmla="*/ 1896433 w 2346433"/>
              <a:gd name="connsiteY59" fmla="*/ 1561967 h 1601150"/>
              <a:gd name="connsiteX60" fmla="*/ 1928575 w 2346433"/>
              <a:gd name="connsiteY60" fmla="*/ 1448255 h 1601150"/>
              <a:gd name="connsiteX61" fmla="*/ 1960718 w 2346433"/>
              <a:gd name="connsiteY61" fmla="*/ 1271139 h 1601150"/>
              <a:gd name="connsiteX62" fmla="*/ 1992861 w 2346433"/>
              <a:gd name="connsiteY62" fmla="*/ 1047967 h 1601150"/>
              <a:gd name="connsiteX63" fmla="*/ 2025004 w 2346433"/>
              <a:gd name="connsiteY63" fmla="*/ 800575 h 1601150"/>
              <a:gd name="connsiteX64" fmla="*/ 2057147 w 2346433"/>
              <a:gd name="connsiteY64" fmla="*/ 553182 h 1601150"/>
              <a:gd name="connsiteX65" fmla="*/ 2089290 w 2346433"/>
              <a:gd name="connsiteY65" fmla="*/ 330011 h 1601150"/>
              <a:gd name="connsiteX66" fmla="*/ 2121433 w 2346433"/>
              <a:gd name="connsiteY66" fmla="*/ 152895 h 1601150"/>
              <a:gd name="connsiteX67" fmla="*/ 2153576 w 2346433"/>
              <a:gd name="connsiteY67" fmla="*/ 39183 h 1601150"/>
              <a:gd name="connsiteX68" fmla="*/ 2185719 w 2346433"/>
              <a:gd name="connsiteY68" fmla="*/ 0 h 1601150"/>
              <a:gd name="connsiteX69" fmla="*/ 2217862 w 2346433"/>
              <a:gd name="connsiteY69" fmla="*/ 39183 h 1601150"/>
              <a:gd name="connsiteX70" fmla="*/ 2250005 w 2346433"/>
              <a:gd name="connsiteY70" fmla="*/ 152895 h 1601150"/>
              <a:gd name="connsiteX71" fmla="*/ 2282148 w 2346433"/>
              <a:gd name="connsiteY71" fmla="*/ 330011 h 1601150"/>
              <a:gd name="connsiteX72" fmla="*/ 2314291 w 2346433"/>
              <a:gd name="connsiteY72" fmla="*/ 553182 h 1601150"/>
              <a:gd name="connsiteX73" fmla="*/ 2346433 w 2346433"/>
              <a:gd name="connsiteY73" fmla="*/ 800575 h 1601150"/>
              <a:gd name="connsiteX0" fmla="*/ 0 w 2314290"/>
              <a:gd name="connsiteY0" fmla="*/ 1271139 h 1601150"/>
              <a:gd name="connsiteX1" fmla="*/ 32143 w 2314290"/>
              <a:gd name="connsiteY1" fmla="*/ 1047967 h 1601150"/>
              <a:gd name="connsiteX2" fmla="*/ 64286 w 2314290"/>
              <a:gd name="connsiteY2" fmla="*/ 800575 h 1601150"/>
              <a:gd name="connsiteX3" fmla="*/ 96428 w 2314290"/>
              <a:gd name="connsiteY3" fmla="*/ 553182 h 1601150"/>
              <a:gd name="connsiteX4" fmla="*/ 128572 w 2314290"/>
              <a:gd name="connsiteY4" fmla="*/ 330011 h 1601150"/>
              <a:gd name="connsiteX5" fmla="*/ 160715 w 2314290"/>
              <a:gd name="connsiteY5" fmla="*/ 152895 h 1601150"/>
              <a:gd name="connsiteX6" fmla="*/ 192857 w 2314290"/>
              <a:gd name="connsiteY6" fmla="*/ 39183 h 1601150"/>
              <a:gd name="connsiteX7" fmla="*/ 225000 w 2314290"/>
              <a:gd name="connsiteY7" fmla="*/ 0 h 1601150"/>
              <a:gd name="connsiteX8" fmla="*/ 257143 w 2314290"/>
              <a:gd name="connsiteY8" fmla="*/ 39183 h 1601150"/>
              <a:gd name="connsiteX9" fmla="*/ 289286 w 2314290"/>
              <a:gd name="connsiteY9" fmla="*/ 152895 h 1601150"/>
              <a:gd name="connsiteX10" fmla="*/ 321429 w 2314290"/>
              <a:gd name="connsiteY10" fmla="*/ 330011 h 1601150"/>
              <a:gd name="connsiteX11" fmla="*/ 353572 w 2314290"/>
              <a:gd name="connsiteY11" fmla="*/ 553182 h 1601150"/>
              <a:gd name="connsiteX12" fmla="*/ 385715 w 2314290"/>
              <a:gd name="connsiteY12" fmla="*/ 800575 h 1601150"/>
              <a:gd name="connsiteX13" fmla="*/ 417858 w 2314290"/>
              <a:gd name="connsiteY13" fmla="*/ 1047967 h 1601150"/>
              <a:gd name="connsiteX14" fmla="*/ 450001 w 2314290"/>
              <a:gd name="connsiteY14" fmla="*/ 1271139 h 1601150"/>
              <a:gd name="connsiteX15" fmla="*/ 482144 w 2314290"/>
              <a:gd name="connsiteY15" fmla="*/ 1448255 h 1601150"/>
              <a:gd name="connsiteX16" fmla="*/ 514287 w 2314290"/>
              <a:gd name="connsiteY16" fmla="*/ 1561967 h 1601150"/>
              <a:gd name="connsiteX17" fmla="*/ 546430 w 2314290"/>
              <a:gd name="connsiteY17" fmla="*/ 1601150 h 1601150"/>
              <a:gd name="connsiteX18" fmla="*/ 578573 w 2314290"/>
              <a:gd name="connsiteY18" fmla="*/ 1561967 h 1601150"/>
              <a:gd name="connsiteX19" fmla="*/ 610715 w 2314290"/>
              <a:gd name="connsiteY19" fmla="*/ 1448255 h 1601150"/>
              <a:gd name="connsiteX20" fmla="*/ 642859 w 2314290"/>
              <a:gd name="connsiteY20" fmla="*/ 1271139 h 1601150"/>
              <a:gd name="connsiteX21" fmla="*/ 675001 w 2314290"/>
              <a:gd name="connsiteY21" fmla="*/ 1047967 h 1601150"/>
              <a:gd name="connsiteX22" fmla="*/ 707144 w 2314290"/>
              <a:gd name="connsiteY22" fmla="*/ 800575 h 1601150"/>
              <a:gd name="connsiteX23" fmla="*/ 739287 w 2314290"/>
              <a:gd name="connsiteY23" fmla="*/ 553182 h 1601150"/>
              <a:gd name="connsiteX24" fmla="*/ 771430 w 2314290"/>
              <a:gd name="connsiteY24" fmla="*/ 330011 h 1601150"/>
              <a:gd name="connsiteX25" fmla="*/ 803573 w 2314290"/>
              <a:gd name="connsiteY25" fmla="*/ 152895 h 1601150"/>
              <a:gd name="connsiteX26" fmla="*/ 835716 w 2314290"/>
              <a:gd name="connsiteY26" fmla="*/ 39183 h 1601150"/>
              <a:gd name="connsiteX27" fmla="*/ 867859 w 2314290"/>
              <a:gd name="connsiteY27" fmla="*/ 0 h 1601150"/>
              <a:gd name="connsiteX28" fmla="*/ 900002 w 2314290"/>
              <a:gd name="connsiteY28" fmla="*/ 39183 h 1601150"/>
              <a:gd name="connsiteX29" fmla="*/ 932145 w 2314290"/>
              <a:gd name="connsiteY29" fmla="*/ 152895 h 1601150"/>
              <a:gd name="connsiteX30" fmla="*/ 964288 w 2314290"/>
              <a:gd name="connsiteY30" fmla="*/ 330011 h 1601150"/>
              <a:gd name="connsiteX31" fmla="*/ 996430 w 2314290"/>
              <a:gd name="connsiteY31" fmla="*/ 553182 h 1601150"/>
              <a:gd name="connsiteX32" fmla="*/ 1028573 w 2314290"/>
              <a:gd name="connsiteY32" fmla="*/ 800575 h 1601150"/>
              <a:gd name="connsiteX33" fmla="*/ 1060717 w 2314290"/>
              <a:gd name="connsiteY33" fmla="*/ 1047967 h 1601150"/>
              <a:gd name="connsiteX34" fmla="*/ 1092859 w 2314290"/>
              <a:gd name="connsiteY34" fmla="*/ 1271139 h 1601150"/>
              <a:gd name="connsiteX35" fmla="*/ 1125002 w 2314290"/>
              <a:gd name="connsiteY35" fmla="*/ 1448255 h 1601150"/>
              <a:gd name="connsiteX36" fmla="*/ 1157145 w 2314290"/>
              <a:gd name="connsiteY36" fmla="*/ 1561967 h 1601150"/>
              <a:gd name="connsiteX37" fmla="*/ 1189288 w 2314290"/>
              <a:gd name="connsiteY37" fmla="*/ 1601150 h 1601150"/>
              <a:gd name="connsiteX38" fmla="*/ 1221431 w 2314290"/>
              <a:gd name="connsiteY38" fmla="*/ 1561967 h 1601150"/>
              <a:gd name="connsiteX39" fmla="*/ 1253574 w 2314290"/>
              <a:gd name="connsiteY39" fmla="*/ 1448255 h 1601150"/>
              <a:gd name="connsiteX40" fmla="*/ 1285717 w 2314290"/>
              <a:gd name="connsiteY40" fmla="*/ 1271139 h 1601150"/>
              <a:gd name="connsiteX41" fmla="*/ 1317860 w 2314290"/>
              <a:gd name="connsiteY41" fmla="*/ 1047967 h 1601150"/>
              <a:gd name="connsiteX42" fmla="*/ 1350003 w 2314290"/>
              <a:gd name="connsiteY42" fmla="*/ 800575 h 1601150"/>
              <a:gd name="connsiteX43" fmla="*/ 1382146 w 2314290"/>
              <a:gd name="connsiteY43" fmla="*/ 553182 h 1601150"/>
              <a:gd name="connsiteX44" fmla="*/ 1414289 w 2314290"/>
              <a:gd name="connsiteY44" fmla="*/ 330011 h 1601150"/>
              <a:gd name="connsiteX45" fmla="*/ 1446432 w 2314290"/>
              <a:gd name="connsiteY45" fmla="*/ 152895 h 1601150"/>
              <a:gd name="connsiteX46" fmla="*/ 1478575 w 2314290"/>
              <a:gd name="connsiteY46" fmla="*/ 39183 h 1601150"/>
              <a:gd name="connsiteX47" fmla="*/ 1510717 w 2314290"/>
              <a:gd name="connsiteY47" fmla="*/ 0 h 1601150"/>
              <a:gd name="connsiteX48" fmla="*/ 1542860 w 2314290"/>
              <a:gd name="connsiteY48" fmla="*/ 39183 h 1601150"/>
              <a:gd name="connsiteX49" fmla="*/ 1575003 w 2314290"/>
              <a:gd name="connsiteY49" fmla="*/ 152895 h 1601150"/>
              <a:gd name="connsiteX50" fmla="*/ 1607146 w 2314290"/>
              <a:gd name="connsiteY50" fmla="*/ 330011 h 1601150"/>
              <a:gd name="connsiteX51" fmla="*/ 1639289 w 2314290"/>
              <a:gd name="connsiteY51" fmla="*/ 553182 h 1601150"/>
              <a:gd name="connsiteX52" fmla="*/ 1671432 w 2314290"/>
              <a:gd name="connsiteY52" fmla="*/ 800575 h 1601150"/>
              <a:gd name="connsiteX53" fmla="*/ 1703575 w 2314290"/>
              <a:gd name="connsiteY53" fmla="*/ 1047967 h 1601150"/>
              <a:gd name="connsiteX54" fmla="*/ 1735718 w 2314290"/>
              <a:gd name="connsiteY54" fmla="*/ 1271139 h 1601150"/>
              <a:gd name="connsiteX55" fmla="*/ 1767861 w 2314290"/>
              <a:gd name="connsiteY55" fmla="*/ 1448255 h 1601150"/>
              <a:gd name="connsiteX56" fmla="*/ 1800004 w 2314290"/>
              <a:gd name="connsiteY56" fmla="*/ 1561967 h 1601150"/>
              <a:gd name="connsiteX57" fmla="*/ 1832146 w 2314290"/>
              <a:gd name="connsiteY57" fmla="*/ 1601150 h 1601150"/>
              <a:gd name="connsiteX58" fmla="*/ 1864290 w 2314290"/>
              <a:gd name="connsiteY58" fmla="*/ 1561967 h 1601150"/>
              <a:gd name="connsiteX59" fmla="*/ 1896432 w 2314290"/>
              <a:gd name="connsiteY59" fmla="*/ 1448255 h 1601150"/>
              <a:gd name="connsiteX60" fmla="*/ 1928575 w 2314290"/>
              <a:gd name="connsiteY60" fmla="*/ 1271139 h 1601150"/>
              <a:gd name="connsiteX61" fmla="*/ 1960718 w 2314290"/>
              <a:gd name="connsiteY61" fmla="*/ 1047967 h 1601150"/>
              <a:gd name="connsiteX62" fmla="*/ 1992861 w 2314290"/>
              <a:gd name="connsiteY62" fmla="*/ 800575 h 1601150"/>
              <a:gd name="connsiteX63" fmla="*/ 2025004 w 2314290"/>
              <a:gd name="connsiteY63" fmla="*/ 553182 h 1601150"/>
              <a:gd name="connsiteX64" fmla="*/ 2057147 w 2314290"/>
              <a:gd name="connsiteY64" fmla="*/ 330011 h 1601150"/>
              <a:gd name="connsiteX65" fmla="*/ 2089290 w 2314290"/>
              <a:gd name="connsiteY65" fmla="*/ 152895 h 1601150"/>
              <a:gd name="connsiteX66" fmla="*/ 2121433 w 2314290"/>
              <a:gd name="connsiteY66" fmla="*/ 39183 h 1601150"/>
              <a:gd name="connsiteX67" fmla="*/ 2153576 w 2314290"/>
              <a:gd name="connsiteY67" fmla="*/ 0 h 1601150"/>
              <a:gd name="connsiteX68" fmla="*/ 2185719 w 2314290"/>
              <a:gd name="connsiteY68" fmla="*/ 39183 h 1601150"/>
              <a:gd name="connsiteX69" fmla="*/ 2217862 w 2314290"/>
              <a:gd name="connsiteY69" fmla="*/ 152895 h 1601150"/>
              <a:gd name="connsiteX70" fmla="*/ 2250005 w 2314290"/>
              <a:gd name="connsiteY70" fmla="*/ 330011 h 1601150"/>
              <a:gd name="connsiteX71" fmla="*/ 2282148 w 2314290"/>
              <a:gd name="connsiteY71" fmla="*/ 553182 h 1601150"/>
              <a:gd name="connsiteX72" fmla="*/ 2314290 w 2314290"/>
              <a:gd name="connsiteY72" fmla="*/ 800575 h 1601150"/>
              <a:gd name="connsiteX0" fmla="*/ 0 w 2282147"/>
              <a:gd name="connsiteY0" fmla="*/ 1047967 h 1601150"/>
              <a:gd name="connsiteX1" fmla="*/ 32143 w 2282147"/>
              <a:gd name="connsiteY1" fmla="*/ 800575 h 1601150"/>
              <a:gd name="connsiteX2" fmla="*/ 64285 w 2282147"/>
              <a:gd name="connsiteY2" fmla="*/ 553182 h 1601150"/>
              <a:gd name="connsiteX3" fmla="*/ 96429 w 2282147"/>
              <a:gd name="connsiteY3" fmla="*/ 330011 h 1601150"/>
              <a:gd name="connsiteX4" fmla="*/ 128572 w 2282147"/>
              <a:gd name="connsiteY4" fmla="*/ 152895 h 1601150"/>
              <a:gd name="connsiteX5" fmla="*/ 160714 w 2282147"/>
              <a:gd name="connsiteY5" fmla="*/ 39183 h 1601150"/>
              <a:gd name="connsiteX6" fmla="*/ 192857 w 2282147"/>
              <a:gd name="connsiteY6" fmla="*/ 0 h 1601150"/>
              <a:gd name="connsiteX7" fmla="*/ 225000 w 2282147"/>
              <a:gd name="connsiteY7" fmla="*/ 39183 h 1601150"/>
              <a:gd name="connsiteX8" fmla="*/ 257143 w 2282147"/>
              <a:gd name="connsiteY8" fmla="*/ 152895 h 1601150"/>
              <a:gd name="connsiteX9" fmla="*/ 289286 w 2282147"/>
              <a:gd name="connsiteY9" fmla="*/ 330011 h 1601150"/>
              <a:gd name="connsiteX10" fmla="*/ 321429 w 2282147"/>
              <a:gd name="connsiteY10" fmla="*/ 553182 h 1601150"/>
              <a:gd name="connsiteX11" fmla="*/ 353572 w 2282147"/>
              <a:gd name="connsiteY11" fmla="*/ 800575 h 1601150"/>
              <a:gd name="connsiteX12" fmla="*/ 385715 w 2282147"/>
              <a:gd name="connsiteY12" fmla="*/ 1047967 h 1601150"/>
              <a:gd name="connsiteX13" fmla="*/ 417858 w 2282147"/>
              <a:gd name="connsiteY13" fmla="*/ 1271139 h 1601150"/>
              <a:gd name="connsiteX14" fmla="*/ 450001 w 2282147"/>
              <a:gd name="connsiteY14" fmla="*/ 1448255 h 1601150"/>
              <a:gd name="connsiteX15" fmla="*/ 482144 w 2282147"/>
              <a:gd name="connsiteY15" fmla="*/ 1561967 h 1601150"/>
              <a:gd name="connsiteX16" fmla="*/ 514287 w 2282147"/>
              <a:gd name="connsiteY16" fmla="*/ 1601150 h 1601150"/>
              <a:gd name="connsiteX17" fmla="*/ 546430 w 2282147"/>
              <a:gd name="connsiteY17" fmla="*/ 1561967 h 1601150"/>
              <a:gd name="connsiteX18" fmla="*/ 578572 w 2282147"/>
              <a:gd name="connsiteY18" fmla="*/ 1448255 h 1601150"/>
              <a:gd name="connsiteX19" fmla="*/ 610716 w 2282147"/>
              <a:gd name="connsiteY19" fmla="*/ 1271139 h 1601150"/>
              <a:gd name="connsiteX20" fmla="*/ 642858 w 2282147"/>
              <a:gd name="connsiteY20" fmla="*/ 1047967 h 1601150"/>
              <a:gd name="connsiteX21" fmla="*/ 675001 w 2282147"/>
              <a:gd name="connsiteY21" fmla="*/ 800575 h 1601150"/>
              <a:gd name="connsiteX22" fmla="*/ 707144 w 2282147"/>
              <a:gd name="connsiteY22" fmla="*/ 553182 h 1601150"/>
              <a:gd name="connsiteX23" fmla="*/ 739287 w 2282147"/>
              <a:gd name="connsiteY23" fmla="*/ 330011 h 1601150"/>
              <a:gd name="connsiteX24" fmla="*/ 771430 w 2282147"/>
              <a:gd name="connsiteY24" fmla="*/ 152895 h 1601150"/>
              <a:gd name="connsiteX25" fmla="*/ 803573 w 2282147"/>
              <a:gd name="connsiteY25" fmla="*/ 39183 h 1601150"/>
              <a:gd name="connsiteX26" fmla="*/ 835716 w 2282147"/>
              <a:gd name="connsiteY26" fmla="*/ 0 h 1601150"/>
              <a:gd name="connsiteX27" fmla="*/ 867859 w 2282147"/>
              <a:gd name="connsiteY27" fmla="*/ 39183 h 1601150"/>
              <a:gd name="connsiteX28" fmla="*/ 900002 w 2282147"/>
              <a:gd name="connsiteY28" fmla="*/ 152895 h 1601150"/>
              <a:gd name="connsiteX29" fmla="*/ 932145 w 2282147"/>
              <a:gd name="connsiteY29" fmla="*/ 330011 h 1601150"/>
              <a:gd name="connsiteX30" fmla="*/ 964287 w 2282147"/>
              <a:gd name="connsiteY30" fmla="*/ 553182 h 1601150"/>
              <a:gd name="connsiteX31" fmla="*/ 996430 w 2282147"/>
              <a:gd name="connsiteY31" fmla="*/ 800575 h 1601150"/>
              <a:gd name="connsiteX32" fmla="*/ 1028574 w 2282147"/>
              <a:gd name="connsiteY32" fmla="*/ 1047967 h 1601150"/>
              <a:gd name="connsiteX33" fmla="*/ 1060716 w 2282147"/>
              <a:gd name="connsiteY33" fmla="*/ 1271139 h 1601150"/>
              <a:gd name="connsiteX34" fmla="*/ 1092859 w 2282147"/>
              <a:gd name="connsiteY34" fmla="*/ 1448255 h 1601150"/>
              <a:gd name="connsiteX35" fmla="*/ 1125002 w 2282147"/>
              <a:gd name="connsiteY35" fmla="*/ 1561967 h 1601150"/>
              <a:gd name="connsiteX36" fmla="*/ 1157145 w 2282147"/>
              <a:gd name="connsiteY36" fmla="*/ 1601150 h 1601150"/>
              <a:gd name="connsiteX37" fmla="*/ 1189288 w 2282147"/>
              <a:gd name="connsiteY37" fmla="*/ 1561967 h 1601150"/>
              <a:gd name="connsiteX38" fmla="*/ 1221431 w 2282147"/>
              <a:gd name="connsiteY38" fmla="*/ 1448255 h 1601150"/>
              <a:gd name="connsiteX39" fmla="*/ 1253574 w 2282147"/>
              <a:gd name="connsiteY39" fmla="*/ 1271139 h 1601150"/>
              <a:gd name="connsiteX40" fmla="*/ 1285717 w 2282147"/>
              <a:gd name="connsiteY40" fmla="*/ 1047967 h 1601150"/>
              <a:gd name="connsiteX41" fmla="*/ 1317860 w 2282147"/>
              <a:gd name="connsiteY41" fmla="*/ 800575 h 1601150"/>
              <a:gd name="connsiteX42" fmla="*/ 1350003 w 2282147"/>
              <a:gd name="connsiteY42" fmla="*/ 553182 h 1601150"/>
              <a:gd name="connsiteX43" fmla="*/ 1382146 w 2282147"/>
              <a:gd name="connsiteY43" fmla="*/ 330011 h 1601150"/>
              <a:gd name="connsiteX44" fmla="*/ 1414289 w 2282147"/>
              <a:gd name="connsiteY44" fmla="*/ 152895 h 1601150"/>
              <a:gd name="connsiteX45" fmla="*/ 1446432 w 2282147"/>
              <a:gd name="connsiteY45" fmla="*/ 39183 h 1601150"/>
              <a:gd name="connsiteX46" fmla="*/ 1478574 w 2282147"/>
              <a:gd name="connsiteY46" fmla="*/ 0 h 1601150"/>
              <a:gd name="connsiteX47" fmla="*/ 1510717 w 2282147"/>
              <a:gd name="connsiteY47" fmla="*/ 39183 h 1601150"/>
              <a:gd name="connsiteX48" fmla="*/ 1542860 w 2282147"/>
              <a:gd name="connsiteY48" fmla="*/ 152895 h 1601150"/>
              <a:gd name="connsiteX49" fmla="*/ 1575003 w 2282147"/>
              <a:gd name="connsiteY49" fmla="*/ 330011 h 1601150"/>
              <a:gd name="connsiteX50" fmla="*/ 1607146 w 2282147"/>
              <a:gd name="connsiteY50" fmla="*/ 553182 h 1601150"/>
              <a:gd name="connsiteX51" fmla="*/ 1639289 w 2282147"/>
              <a:gd name="connsiteY51" fmla="*/ 800575 h 1601150"/>
              <a:gd name="connsiteX52" fmla="*/ 1671432 w 2282147"/>
              <a:gd name="connsiteY52" fmla="*/ 1047967 h 1601150"/>
              <a:gd name="connsiteX53" fmla="*/ 1703575 w 2282147"/>
              <a:gd name="connsiteY53" fmla="*/ 1271139 h 1601150"/>
              <a:gd name="connsiteX54" fmla="*/ 1735718 w 2282147"/>
              <a:gd name="connsiteY54" fmla="*/ 1448255 h 1601150"/>
              <a:gd name="connsiteX55" fmla="*/ 1767861 w 2282147"/>
              <a:gd name="connsiteY55" fmla="*/ 1561967 h 1601150"/>
              <a:gd name="connsiteX56" fmla="*/ 1800003 w 2282147"/>
              <a:gd name="connsiteY56" fmla="*/ 1601150 h 1601150"/>
              <a:gd name="connsiteX57" fmla="*/ 1832147 w 2282147"/>
              <a:gd name="connsiteY57" fmla="*/ 1561967 h 1601150"/>
              <a:gd name="connsiteX58" fmla="*/ 1864289 w 2282147"/>
              <a:gd name="connsiteY58" fmla="*/ 1448255 h 1601150"/>
              <a:gd name="connsiteX59" fmla="*/ 1896432 w 2282147"/>
              <a:gd name="connsiteY59" fmla="*/ 1271139 h 1601150"/>
              <a:gd name="connsiteX60" fmla="*/ 1928575 w 2282147"/>
              <a:gd name="connsiteY60" fmla="*/ 1047967 h 1601150"/>
              <a:gd name="connsiteX61" fmla="*/ 1960718 w 2282147"/>
              <a:gd name="connsiteY61" fmla="*/ 800575 h 1601150"/>
              <a:gd name="connsiteX62" fmla="*/ 1992861 w 2282147"/>
              <a:gd name="connsiteY62" fmla="*/ 553182 h 1601150"/>
              <a:gd name="connsiteX63" fmla="*/ 2025004 w 2282147"/>
              <a:gd name="connsiteY63" fmla="*/ 330011 h 1601150"/>
              <a:gd name="connsiteX64" fmla="*/ 2057147 w 2282147"/>
              <a:gd name="connsiteY64" fmla="*/ 152895 h 1601150"/>
              <a:gd name="connsiteX65" fmla="*/ 2089290 w 2282147"/>
              <a:gd name="connsiteY65" fmla="*/ 39183 h 1601150"/>
              <a:gd name="connsiteX66" fmla="*/ 2121433 w 2282147"/>
              <a:gd name="connsiteY66" fmla="*/ 0 h 1601150"/>
              <a:gd name="connsiteX67" fmla="*/ 2153576 w 2282147"/>
              <a:gd name="connsiteY67" fmla="*/ 39183 h 1601150"/>
              <a:gd name="connsiteX68" fmla="*/ 2185719 w 2282147"/>
              <a:gd name="connsiteY68" fmla="*/ 152895 h 1601150"/>
              <a:gd name="connsiteX69" fmla="*/ 2217862 w 2282147"/>
              <a:gd name="connsiteY69" fmla="*/ 330011 h 1601150"/>
              <a:gd name="connsiteX70" fmla="*/ 2250005 w 2282147"/>
              <a:gd name="connsiteY70" fmla="*/ 553182 h 1601150"/>
              <a:gd name="connsiteX71" fmla="*/ 2282147 w 2282147"/>
              <a:gd name="connsiteY71" fmla="*/ 800575 h 1601150"/>
              <a:gd name="connsiteX0" fmla="*/ 0 w 2250004"/>
              <a:gd name="connsiteY0" fmla="*/ 800575 h 1601150"/>
              <a:gd name="connsiteX1" fmla="*/ 32142 w 2250004"/>
              <a:gd name="connsiteY1" fmla="*/ 553182 h 1601150"/>
              <a:gd name="connsiteX2" fmla="*/ 64286 w 2250004"/>
              <a:gd name="connsiteY2" fmla="*/ 330011 h 1601150"/>
              <a:gd name="connsiteX3" fmla="*/ 96429 w 2250004"/>
              <a:gd name="connsiteY3" fmla="*/ 152895 h 1601150"/>
              <a:gd name="connsiteX4" fmla="*/ 128571 w 2250004"/>
              <a:gd name="connsiteY4" fmla="*/ 39183 h 1601150"/>
              <a:gd name="connsiteX5" fmla="*/ 160714 w 2250004"/>
              <a:gd name="connsiteY5" fmla="*/ 0 h 1601150"/>
              <a:gd name="connsiteX6" fmla="*/ 192857 w 2250004"/>
              <a:gd name="connsiteY6" fmla="*/ 39183 h 1601150"/>
              <a:gd name="connsiteX7" fmla="*/ 225000 w 2250004"/>
              <a:gd name="connsiteY7" fmla="*/ 152895 h 1601150"/>
              <a:gd name="connsiteX8" fmla="*/ 257143 w 2250004"/>
              <a:gd name="connsiteY8" fmla="*/ 330011 h 1601150"/>
              <a:gd name="connsiteX9" fmla="*/ 289286 w 2250004"/>
              <a:gd name="connsiteY9" fmla="*/ 553182 h 1601150"/>
              <a:gd name="connsiteX10" fmla="*/ 321429 w 2250004"/>
              <a:gd name="connsiteY10" fmla="*/ 800575 h 1601150"/>
              <a:gd name="connsiteX11" fmla="*/ 353572 w 2250004"/>
              <a:gd name="connsiteY11" fmla="*/ 1047967 h 1601150"/>
              <a:gd name="connsiteX12" fmla="*/ 385715 w 2250004"/>
              <a:gd name="connsiteY12" fmla="*/ 1271139 h 1601150"/>
              <a:gd name="connsiteX13" fmla="*/ 417858 w 2250004"/>
              <a:gd name="connsiteY13" fmla="*/ 1448255 h 1601150"/>
              <a:gd name="connsiteX14" fmla="*/ 450001 w 2250004"/>
              <a:gd name="connsiteY14" fmla="*/ 1561967 h 1601150"/>
              <a:gd name="connsiteX15" fmla="*/ 482144 w 2250004"/>
              <a:gd name="connsiteY15" fmla="*/ 1601150 h 1601150"/>
              <a:gd name="connsiteX16" fmla="*/ 514287 w 2250004"/>
              <a:gd name="connsiteY16" fmla="*/ 1561967 h 1601150"/>
              <a:gd name="connsiteX17" fmla="*/ 546429 w 2250004"/>
              <a:gd name="connsiteY17" fmla="*/ 1448255 h 1601150"/>
              <a:gd name="connsiteX18" fmla="*/ 578573 w 2250004"/>
              <a:gd name="connsiteY18" fmla="*/ 1271139 h 1601150"/>
              <a:gd name="connsiteX19" fmla="*/ 610715 w 2250004"/>
              <a:gd name="connsiteY19" fmla="*/ 1047967 h 1601150"/>
              <a:gd name="connsiteX20" fmla="*/ 642858 w 2250004"/>
              <a:gd name="connsiteY20" fmla="*/ 800575 h 1601150"/>
              <a:gd name="connsiteX21" fmla="*/ 675001 w 2250004"/>
              <a:gd name="connsiteY21" fmla="*/ 553182 h 1601150"/>
              <a:gd name="connsiteX22" fmla="*/ 707144 w 2250004"/>
              <a:gd name="connsiteY22" fmla="*/ 330011 h 1601150"/>
              <a:gd name="connsiteX23" fmla="*/ 739287 w 2250004"/>
              <a:gd name="connsiteY23" fmla="*/ 152895 h 1601150"/>
              <a:gd name="connsiteX24" fmla="*/ 771430 w 2250004"/>
              <a:gd name="connsiteY24" fmla="*/ 39183 h 1601150"/>
              <a:gd name="connsiteX25" fmla="*/ 803573 w 2250004"/>
              <a:gd name="connsiteY25" fmla="*/ 0 h 1601150"/>
              <a:gd name="connsiteX26" fmla="*/ 835716 w 2250004"/>
              <a:gd name="connsiteY26" fmla="*/ 39183 h 1601150"/>
              <a:gd name="connsiteX27" fmla="*/ 867859 w 2250004"/>
              <a:gd name="connsiteY27" fmla="*/ 152895 h 1601150"/>
              <a:gd name="connsiteX28" fmla="*/ 900002 w 2250004"/>
              <a:gd name="connsiteY28" fmla="*/ 330011 h 1601150"/>
              <a:gd name="connsiteX29" fmla="*/ 932144 w 2250004"/>
              <a:gd name="connsiteY29" fmla="*/ 553182 h 1601150"/>
              <a:gd name="connsiteX30" fmla="*/ 964287 w 2250004"/>
              <a:gd name="connsiteY30" fmla="*/ 800575 h 1601150"/>
              <a:gd name="connsiteX31" fmla="*/ 996431 w 2250004"/>
              <a:gd name="connsiteY31" fmla="*/ 1047967 h 1601150"/>
              <a:gd name="connsiteX32" fmla="*/ 1028573 w 2250004"/>
              <a:gd name="connsiteY32" fmla="*/ 1271139 h 1601150"/>
              <a:gd name="connsiteX33" fmla="*/ 1060716 w 2250004"/>
              <a:gd name="connsiteY33" fmla="*/ 1448255 h 1601150"/>
              <a:gd name="connsiteX34" fmla="*/ 1092859 w 2250004"/>
              <a:gd name="connsiteY34" fmla="*/ 1561967 h 1601150"/>
              <a:gd name="connsiteX35" fmla="*/ 1125002 w 2250004"/>
              <a:gd name="connsiteY35" fmla="*/ 1601150 h 1601150"/>
              <a:gd name="connsiteX36" fmla="*/ 1157145 w 2250004"/>
              <a:gd name="connsiteY36" fmla="*/ 1561967 h 1601150"/>
              <a:gd name="connsiteX37" fmla="*/ 1189288 w 2250004"/>
              <a:gd name="connsiteY37" fmla="*/ 1448255 h 1601150"/>
              <a:gd name="connsiteX38" fmla="*/ 1221431 w 2250004"/>
              <a:gd name="connsiteY38" fmla="*/ 1271139 h 1601150"/>
              <a:gd name="connsiteX39" fmla="*/ 1253574 w 2250004"/>
              <a:gd name="connsiteY39" fmla="*/ 1047967 h 1601150"/>
              <a:gd name="connsiteX40" fmla="*/ 1285717 w 2250004"/>
              <a:gd name="connsiteY40" fmla="*/ 800575 h 1601150"/>
              <a:gd name="connsiteX41" fmla="*/ 1317860 w 2250004"/>
              <a:gd name="connsiteY41" fmla="*/ 553182 h 1601150"/>
              <a:gd name="connsiteX42" fmla="*/ 1350003 w 2250004"/>
              <a:gd name="connsiteY42" fmla="*/ 330011 h 1601150"/>
              <a:gd name="connsiteX43" fmla="*/ 1382146 w 2250004"/>
              <a:gd name="connsiteY43" fmla="*/ 152895 h 1601150"/>
              <a:gd name="connsiteX44" fmla="*/ 1414289 w 2250004"/>
              <a:gd name="connsiteY44" fmla="*/ 39183 h 1601150"/>
              <a:gd name="connsiteX45" fmla="*/ 1446431 w 2250004"/>
              <a:gd name="connsiteY45" fmla="*/ 0 h 1601150"/>
              <a:gd name="connsiteX46" fmla="*/ 1478574 w 2250004"/>
              <a:gd name="connsiteY46" fmla="*/ 39183 h 1601150"/>
              <a:gd name="connsiteX47" fmla="*/ 1510717 w 2250004"/>
              <a:gd name="connsiteY47" fmla="*/ 152895 h 1601150"/>
              <a:gd name="connsiteX48" fmla="*/ 1542860 w 2250004"/>
              <a:gd name="connsiteY48" fmla="*/ 330011 h 1601150"/>
              <a:gd name="connsiteX49" fmla="*/ 1575003 w 2250004"/>
              <a:gd name="connsiteY49" fmla="*/ 553182 h 1601150"/>
              <a:gd name="connsiteX50" fmla="*/ 1607146 w 2250004"/>
              <a:gd name="connsiteY50" fmla="*/ 800575 h 1601150"/>
              <a:gd name="connsiteX51" fmla="*/ 1639289 w 2250004"/>
              <a:gd name="connsiteY51" fmla="*/ 1047967 h 1601150"/>
              <a:gd name="connsiteX52" fmla="*/ 1671432 w 2250004"/>
              <a:gd name="connsiteY52" fmla="*/ 1271139 h 1601150"/>
              <a:gd name="connsiteX53" fmla="*/ 1703575 w 2250004"/>
              <a:gd name="connsiteY53" fmla="*/ 1448255 h 1601150"/>
              <a:gd name="connsiteX54" fmla="*/ 1735718 w 2250004"/>
              <a:gd name="connsiteY54" fmla="*/ 1561967 h 1601150"/>
              <a:gd name="connsiteX55" fmla="*/ 1767860 w 2250004"/>
              <a:gd name="connsiteY55" fmla="*/ 1601150 h 1601150"/>
              <a:gd name="connsiteX56" fmla="*/ 1800004 w 2250004"/>
              <a:gd name="connsiteY56" fmla="*/ 1561967 h 1601150"/>
              <a:gd name="connsiteX57" fmla="*/ 1832146 w 2250004"/>
              <a:gd name="connsiteY57" fmla="*/ 1448255 h 1601150"/>
              <a:gd name="connsiteX58" fmla="*/ 1864289 w 2250004"/>
              <a:gd name="connsiteY58" fmla="*/ 1271139 h 1601150"/>
              <a:gd name="connsiteX59" fmla="*/ 1896432 w 2250004"/>
              <a:gd name="connsiteY59" fmla="*/ 1047967 h 1601150"/>
              <a:gd name="connsiteX60" fmla="*/ 1928575 w 2250004"/>
              <a:gd name="connsiteY60" fmla="*/ 800575 h 1601150"/>
              <a:gd name="connsiteX61" fmla="*/ 1960718 w 2250004"/>
              <a:gd name="connsiteY61" fmla="*/ 553182 h 1601150"/>
              <a:gd name="connsiteX62" fmla="*/ 1992861 w 2250004"/>
              <a:gd name="connsiteY62" fmla="*/ 330011 h 1601150"/>
              <a:gd name="connsiteX63" fmla="*/ 2025004 w 2250004"/>
              <a:gd name="connsiteY63" fmla="*/ 152895 h 1601150"/>
              <a:gd name="connsiteX64" fmla="*/ 2057147 w 2250004"/>
              <a:gd name="connsiteY64" fmla="*/ 39183 h 1601150"/>
              <a:gd name="connsiteX65" fmla="*/ 2089290 w 2250004"/>
              <a:gd name="connsiteY65" fmla="*/ 0 h 1601150"/>
              <a:gd name="connsiteX66" fmla="*/ 2121433 w 2250004"/>
              <a:gd name="connsiteY66" fmla="*/ 39183 h 1601150"/>
              <a:gd name="connsiteX67" fmla="*/ 2153576 w 2250004"/>
              <a:gd name="connsiteY67" fmla="*/ 152895 h 1601150"/>
              <a:gd name="connsiteX68" fmla="*/ 2185719 w 2250004"/>
              <a:gd name="connsiteY68" fmla="*/ 330011 h 1601150"/>
              <a:gd name="connsiteX69" fmla="*/ 2217862 w 2250004"/>
              <a:gd name="connsiteY69" fmla="*/ 553182 h 1601150"/>
              <a:gd name="connsiteX70" fmla="*/ 2250004 w 2250004"/>
              <a:gd name="connsiteY70" fmla="*/ 800575 h 1601150"/>
              <a:gd name="connsiteX0" fmla="*/ 0 w 2217862"/>
              <a:gd name="connsiteY0" fmla="*/ 553182 h 1601150"/>
              <a:gd name="connsiteX1" fmla="*/ 32144 w 2217862"/>
              <a:gd name="connsiteY1" fmla="*/ 330011 h 1601150"/>
              <a:gd name="connsiteX2" fmla="*/ 64287 w 2217862"/>
              <a:gd name="connsiteY2" fmla="*/ 152895 h 1601150"/>
              <a:gd name="connsiteX3" fmla="*/ 96429 w 2217862"/>
              <a:gd name="connsiteY3" fmla="*/ 39183 h 1601150"/>
              <a:gd name="connsiteX4" fmla="*/ 128572 w 2217862"/>
              <a:gd name="connsiteY4" fmla="*/ 0 h 1601150"/>
              <a:gd name="connsiteX5" fmla="*/ 160715 w 2217862"/>
              <a:gd name="connsiteY5" fmla="*/ 39183 h 1601150"/>
              <a:gd name="connsiteX6" fmla="*/ 192858 w 2217862"/>
              <a:gd name="connsiteY6" fmla="*/ 152895 h 1601150"/>
              <a:gd name="connsiteX7" fmla="*/ 225001 w 2217862"/>
              <a:gd name="connsiteY7" fmla="*/ 330011 h 1601150"/>
              <a:gd name="connsiteX8" fmla="*/ 257144 w 2217862"/>
              <a:gd name="connsiteY8" fmla="*/ 553182 h 1601150"/>
              <a:gd name="connsiteX9" fmla="*/ 289287 w 2217862"/>
              <a:gd name="connsiteY9" fmla="*/ 800575 h 1601150"/>
              <a:gd name="connsiteX10" fmla="*/ 321430 w 2217862"/>
              <a:gd name="connsiteY10" fmla="*/ 1047967 h 1601150"/>
              <a:gd name="connsiteX11" fmla="*/ 353573 w 2217862"/>
              <a:gd name="connsiteY11" fmla="*/ 1271139 h 1601150"/>
              <a:gd name="connsiteX12" fmla="*/ 385716 w 2217862"/>
              <a:gd name="connsiteY12" fmla="*/ 1448255 h 1601150"/>
              <a:gd name="connsiteX13" fmla="*/ 417859 w 2217862"/>
              <a:gd name="connsiteY13" fmla="*/ 1561967 h 1601150"/>
              <a:gd name="connsiteX14" fmla="*/ 450002 w 2217862"/>
              <a:gd name="connsiteY14" fmla="*/ 1601150 h 1601150"/>
              <a:gd name="connsiteX15" fmla="*/ 482145 w 2217862"/>
              <a:gd name="connsiteY15" fmla="*/ 1561967 h 1601150"/>
              <a:gd name="connsiteX16" fmla="*/ 514287 w 2217862"/>
              <a:gd name="connsiteY16" fmla="*/ 1448255 h 1601150"/>
              <a:gd name="connsiteX17" fmla="*/ 546431 w 2217862"/>
              <a:gd name="connsiteY17" fmla="*/ 1271139 h 1601150"/>
              <a:gd name="connsiteX18" fmla="*/ 578573 w 2217862"/>
              <a:gd name="connsiteY18" fmla="*/ 1047967 h 1601150"/>
              <a:gd name="connsiteX19" fmla="*/ 610716 w 2217862"/>
              <a:gd name="connsiteY19" fmla="*/ 800575 h 1601150"/>
              <a:gd name="connsiteX20" fmla="*/ 642859 w 2217862"/>
              <a:gd name="connsiteY20" fmla="*/ 553182 h 1601150"/>
              <a:gd name="connsiteX21" fmla="*/ 675002 w 2217862"/>
              <a:gd name="connsiteY21" fmla="*/ 330011 h 1601150"/>
              <a:gd name="connsiteX22" fmla="*/ 707145 w 2217862"/>
              <a:gd name="connsiteY22" fmla="*/ 152895 h 1601150"/>
              <a:gd name="connsiteX23" fmla="*/ 739288 w 2217862"/>
              <a:gd name="connsiteY23" fmla="*/ 39183 h 1601150"/>
              <a:gd name="connsiteX24" fmla="*/ 771431 w 2217862"/>
              <a:gd name="connsiteY24" fmla="*/ 0 h 1601150"/>
              <a:gd name="connsiteX25" fmla="*/ 803574 w 2217862"/>
              <a:gd name="connsiteY25" fmla="*/ 39183 h 1601150"/>
              <a:gd name="connsiteX26" fmla="*/ 835717 w 2217862"/>
              <a:gd name="connsiteY26" fmla="*/ 152895 h 1601150"/>
              <a:gd name="connsiteX27" fmla="*/ 867860 w 2217862"/>
              <a:gd name="connsiteY27" fmla="*/ 330011 h 1601150"/>
              <a:gd name="connsiteX28" fmla="*/ 900002 w 2217862"/>
              <a:gd name="connsiteY28" fmla="*/ 553182 h 1601150"/>
              <a:gd name="connsiteX29" fmla="*/ 932145 w 2217862"/>
              <a:gd name="connsiteY29" fmla="*/ 800575 h 1601150"/>
              <a:gd name="connsiteX30" fmla="*/ 964289 w 2217862"/>
              <a:gd name="connsiteY30" fmla="*/ 1047967 h 1601150"/>
              <a:gd name="connsiteX31" fmla="*/ 996431 w 2217862"/>
              <a:gd name="connsiteY31" fmla="*/ 1271139 h 1601150"/>
              <a:gd name="connsiteX32" fmla="*/ 1028574 w 2217862"/>
              <a:gd name="connsiteY32" fmla="*/ 1448255 h 1601150"/>
              <a:gd name="connsiteX33" fmla="*/ 1060717 w 2217862"/>
              <a:gd name="connsiteY33" fmla="*/ 1561967 h 1601150"/>
              <a:gd name="connsiteX34" fmla="*/ 1092860 w 2217862"/>
              <a:gd name="connsiteY34" fmla="*/ 1601150 h 1601150"/>
              <a:gd name="connsiteX35" fmla="*/ 1125003 w 2217862"/>
              <a:gd name="connsiteY35" fmla="*/ 1561967 h 1601150"/>
              <a:gd name="connsiteX36" fmla="*/ 1157146 w 2217862"/>
              <a:gd name="connsiteY36" fmla="*/ 1448255 h 1601150"/>
              <a:gd name="connsiteX37" fmla="*/ 1189289 w 2217862"/>
              <a:gd name="connsiteY37" fmla="*/ 1271139 h 1601150"/>
              <a:gd name="connsiteX38" fmla="*/ 1221432 w 2217862"/>
              <a:gd name="connsiteY38" fmla="*/ 1047967 h 1601150"/>
              <a:gd name="connsiteX39" fmla="*/ 1253575 w 2217862"/>
              <a:gd name="connsiteY39" fmla="*/ 800575 h 1601150"/>
              <a:gd name="connsiteX40" fmla="*/ 1285718 w 2217862"/>
              <a:gd name="connsiteY40" fmla="*/ 553182 h 1601150"/>
              <a:gd name="connsiteX41" fmla="*/ 1317861 w 2217862"/>
              <a:gd name="connsiteY41" fmla="*/ 330011 h 1601150"/>
              <a:gd name="connsiteX42" fmla="*/ 1350004 w 2217862"/>
              <a:gd name="connsiteY42" fmla="*/ 152895 h 1601150"/>
              <a:gd name="connsiteX43" fmla="*/ 1382147 w 2217862"/>
              <a:gd name="connsiteY43" fmla="*/ 39183 h 1601150"/>
              <a:gd name="connsiteX44" fmla="*/ 1414289 w 2217862"/>
              <a:gd name="connsiteY44" fmla="*/ 0 h 1601150"/>
              <a:gd name="connsiteX45" fmla="*/ 1446432 w 2217862"/>
              <a:gd name="connsiteY45" fmla="*/ 39183 h 1601150"/>
              <a:gd name="connsiteX46" fmla="*/ 1478575 w 2217862"/>
              <a:gd name="connsiteY46" fmla="*/ 152895 h 1601150"/>
              <a:gd name="connsiteX47" fmla="*/ 1510718 w 2217862"/>
              <a:gd name="connsiteY47" fmla="*/ 330011 h 1601150"/>
              <a:gd name="connsiteX48" fmla="*/ 1542861 w 2217862"/>
              <a:gd name="connsiteY48" fmla="*/ 553182 h 1601150"/>
              <a:gd name="connsiteX49" fmla="*/ 1575004 w 2217862"/>
              <a:gd name="connsiteY49" fmla="*/ 800575 h 1601150"/>
              <a:gd name="connsiteX50" fmla="*/ 1607147 w 2217862"/>
              <a:gd name="connsiteY50" fmla="*/ 1047967 h 1601150"/>
              <a:gd name="connsiteX51" fmla="*/ 1639290 w 2217862"/>
              <a:gd name="connsiteY51" fmla="*/ 1271139 h 1601150"/>
              <a:gd name="connsiteX52" fmla="*/ 1671433 w 2217862"/>
              <a:gd name="connsiteY52" fmla="*/ 1448255 h 1601150"/>
              <a:gd name="connsiteX53" fmla="*/ 1703576 w 2217862"/>
              <a:gd name="connsiteY53" fmla="*/ 1561967 h 1601150"/>
              <a:gd name="connsiteX54" fmla="*/ 1735718 w 2217862"/>
              <a:gd name="connsiteY54" fmla="*/ 1601150 h 1601150"/>
              <a:gd name="connsiteX55" fmla="*/ 1767862 w 2217862"/>
              <a:gd name="connsiteY55" fmla="*/ 1561967 h 1601150"/>
              <a:gd name="connsiteX56" fmla="*/ 1800004 w 2217862"/>
              <a:gd name="connsiteY56" fmla="*/ 1448255 h 1601150"/>
              <a:gd name="connsiteX57" fmla="*/ 1832147 w 2217862"/>
              <a:gd name="connsiteY57" fmla="*/ 1271139 h 1601150"/>
              <a:gd name="connsiteX58" fmla="*/ 1864290 w 2217862"/>
              <a:gd name="connsiteY58" fmla="*/ 1047967 h 1601150"/>
              <a:gd name="connsiteX59" fmla="*/ 1896433 w 2217862"/>
              <a:gd name="connsiteY59" fmla="*/ 800575 h 1601150"/>
              <a:gd name="connsiteX60" fmla="*/ 1928576 w 2217862"/>
              <a:gd name="connsiteY60" fmla="*/ 553182 h 1601150"/>
              <a:gd name="connsiteX61" fmla="*/ 1960719 w 2217862"/>
              <a:gd name="connsiteY61" fmla="*/ 330011 h 1601150"/>
              <a:gd name="connsiteX62" fmla="*/ 1992862 w 2217862"/>
              <a:gd name="connsiteY62" fmla="*/ 152895 h 1601150"/>
              <a:gd name="connsiteX63" fmla="*/ 2025005 w 2217862"/>
              <a:gd name="connsiteY63" fmla="*/ 39183 h 1601150"/>
              <a:gd name="connsiteX64" fmla="*/ 2057148 w 2217862"/>
              <a:gd name="connsiteY64" fmla="*/ 0 h 1601150"/>
              <a:gd name="connsiteX65" fmla="*/ 2089291 w 2217862"/>
              <a:gd name="connsiteY65" fmla="*/ 39183 h 1601150"/>
              <a:gd name="connsiteX66" fmla="*/ 2121434 w 2217862"/>
              <a:gd name="connsiteY66" fmla="*/ 152895 h 1601150"/>
              <a:gd name="connsiteX67" fmla="*/ 2153577 w 2217862"/>
              <a:gd name="connsiteY67" fmla="*/ 330011 h 1601150"/>
              <a:gd name="connsiteX68" fmla="*/ 2185720 w 2217862"/>
              <a:gd name="connsiteY68" fmla="*/ 553182 h 1601150"/>
              <a:gd name="connsiteX69" fmla="*/ 2217862 w 2217862"/>
              <a:gd name="connsiteY69" fmla="*/ 800575 h 1601150"/>
              <a:gd name="connsiteX0" fmla="*/ 0 w 2185718"/>
              <a:gd name="connsiteY0" fmla="*/ 330011 h 1601150"/>
              <a:gd name="connsiteX1" fmla="*/ 32143 w 2185718"/>
              <a:gd name="connsiteY1" fmla="*/ 152895 h 1601150"/>
              <a:gd name="connsiteX2" fmla="*/ 64285 w 2185718"/>
              <a:gd name="connsiteY2" fmla="*/ 39183 h 1601150"/>
              <a:gd name="connsiteX3" fmla="*/ 96428 w 2185718"/>
              <a:gd name="connsiteY3" fmla="*/ 0 h 1601150"/>
              <a:gd name="connsiteX4" fmla="*/ 128571 w 2185718"/>
              <a:gd name="connsiteY4" fmla="*/ 39183 h 1601150"/>
              <a:gd name="connsiteX5" fmla="*/ 160714 w 2185718"/>
              <a:gd name="connsiteY5" fmla="*/ 152895 h 1601150"/>
              <a:gd name="connsiteX6" fmla="*/ 192857 w 2185718"/>
              <a:gd name="connsiteY6" fmla="*/ 330011 h 1601150"/>
              <a:gd name="connsiteX7" fmla="*/ 225000 w 2185718"/>
              <a:gd name="connsiteY7" fmla="*/ 553182 h 1601150"/>
              <a:gd name="connsiteX8" fmla="*/ 257143 w 2185718"/>
              <a:gd name="connsiteY8" fmla="*/ 800575 h 1601150"/>
              <a:gd name="connsiteX9" fmla="*/ 289286 w 2185718"/>
              <a:gd name="connsiteY9" fmla="*/ 1047967 h 1601150"/>
              <a:gd name="connsiteX10" fmla="*/ 321429 w 2185718"/>
              <a:gd name="connsiteY10" fmla="*/ 1271139 h 1601150"/>
              <a:gd name="connsiteX11" fmla="*/ 353572 w 2185718"/>
              <a:gd name="connsiteY11" fmla="*/ 1448255 h 1601150"/>
              <a:gd name="connsiteX12" fmla="*/ 385715 w 2185718"/>
              <a:gd name="connsiteY12" fmla="*/ 1561967 h 1601150"/>
              <a:gd name="connsiteX13" fmla="*/ 417858 w 2185718"/>
              <a:gd name="connsiteY13" fmla="*/ 1601150 h 1601150"/>
              <a:gd name="connsiteX14" fmla="*/ 450001 w 2185718"/>
              <a:gd name="connsiteY14" fmla="*/ 1561967 h 1601150"/>
              <a:gd name="connsiteX15" fmla="*/ 482143 w 2185718"/>
              <a:gd name="connsiteY15" fmla="*/ 1448255 h 1601150"/>
              <a:gd name="connsiteX16" fmla="*/ 514287 w 2185718"/>
              <a:gd name="connsiteY16" fmla="*/ 1271139 h 1601150"/>
              <a:gd name="connsiteX17" fmla="*/ 546429 w 2185718"/>
              <a:gd name="connsiteY17" fmla="*/ 1047967 h 1601150"/>
              <a:gd name="connsiteX18" fmla="*/ 578572 w 2185718"/>
              <a:gd name="connsiteY18" fmla="*/ 800575 h 1601150"/>
              <a:gd name="connsiteX19" fmla="*/ 610715 w 2185718"/>
              <a:gd name="connsiteY19" fmla="*/ 553182 h 1601150"/>
              <a:gd name="connsiteX20" fmla="*/ 642858 w 2185718"/>
              <a:gd name="connsiteY20" fmla="*/ 330011 h 1601150"/>
              <a:gd name="connsiteX21" fmla="*/ 675001 w 2185718"/>
              <a:gd name="connsiteY21" fmla="*/ 152895 h 1601150"/>
              <a:gd name="connsiteX22" fmla="*/ 707144 w 2185718"/>
              <a:gd name="connsiteY22" fmla="*/ 39183 h 1601150"/>
              <a:gd name="connsiteX23" fmla="*/ 739287 w 2185718"/>
              <a:gd name="connsiteY23" fmla="*/ 0 h 1601150"/>
              <a:gd name="connsiteX24" fmla="*/ 771430 w 2185718"/>
              <a:gd name="connsiteY24" fmla="*/ 39183 h 1601150"/>
              <a:gd name="connsiteX25" fmla="*/ 803573 w 2185718"/>
              <a:gd name="connsiteY25" fmla="*/ 152895 h 1601150"/>
              <a:gd name="connsiteX26" fmla="*/ 835716 w 2185718"/>
              <a:gd name="connsiteY26" fmla="*/ 330011 h 1601150"/>
              <a:gd name="connsiteX27" fmla="*/ 867858 w 2185718"/>
              <a:gd name="connsiteY27" fmla="*/ 553182 h 1601150"/>
              <a:gd name="connsiteX28" fmla="*/ 900001 w 2185718"/>
              <a:gd name="connsiteY28" fmla="*/ 800575 h 1601150"/>
              <a:gd name="connsiteX29" fmla="*/ 932145 w 2185718"/>
              <a:gd name="connsiteY29" fmla="*/ 1047967 h 1601150"/>
              <a:gd name="connsiteX30" fmla="*/ 964287 w 2185718"/>
              <a:gd name="connsiteY30" fmla="*/ 1271139 h 1601150"/>
              <a:gd name="connsiteX31" fmla="*/ 996430 w 2185718"/>
              <a:gd name="connsiteY31" fmla="*/ 1448255 h 1601150"/>
              <a:gd name="connsiteX32" fmla="*/ 1028573 w 2185718"/>
              <a:gd name="connsiteY32" fmla="*/ 1561967 h 1601150"/>
              <a:gd name="connsiteX33" fmla="*/ 1060716 w 2185718"/>
              <a:gd name="connsiteY33" fmla="*/ 1601150 h 1601150"/>
              <a:gd name="connsiteX34" fmla="*/ 1092859 w 2185718"/>
              <a:gd name="connsiteY34" fmla="*/ 1561967 h 1601150"/>
              <a:gd name="connsiteX35" fmla="*/ 1125002 w 2185718"/>
              <a:gd name="connsiteY35" fmla="*/ 1448255 h 1601150"/>
              <a:gd name="connsiteX36" fmla="*/ 1157145 w 2185718"/>
              <a:gd name="connsiteY36" fmla="*/ 1271139 h 1601150"/>
              <a:gd name="connsiteX37" fmla="*/ 1189288 w 2185718"/>
              <a:gd name="connsiteY37" fmla="*/ 1047967 h 1601150"/>
              <a:gd name="connsiteX38" fmla="*/ 1221431 w 2185718"/>
              <a:gd name="connsiteY38" fmla="*/ 800575 h 1601150"/>
              <a:gd name="connsiteX39" fmla="*/ 1253574 w 2185718"/>
              <a:gd name="connsiteY39" fmla="*/ 553182 h 1601150"/>
              <a:gd name="connsiteX40" fmla="*/ 1285717 w 2185718"/>
              <a:gd name="connsiteY40" fmla="*/ 330011 h 1601150"/>
              <a:gd name="connsiteX41" fmla="*/ 1317860 w 2185718"/>
              <a:gd name="connsiteY41" fmla="*/ 152895 h 1601150"/>
              <a:gd name="connsiteX42" fmla="*/ 1350003 w 2185718"/>
              <a:gd name="connsiteY42" fmla="*/ 39183 h 1601150"/>
              <a:gd name="connsiteX43" fmla="*/ 1382145 w 2185718"/>
              <a:gd name="connsiteY43" fmla="*/ 0 h 1601150"/>
              <a:gd name="connsiteX44" fmla="*/ 1414288 w 2185718"/>
              <a:gd name="connsiteY44" fmla="*/ 39183 h 1601150"/>
              <a:gd name="connsiteX45" fmla="*/ 1446431 w 2185718"/>
              <a:gd name="connsiteY45" fmla="*/ 152895 h 1601150"/>
              <a:gd name="connsiteX46" fmla="*/ 1478574 w 2185718"/>
              <a:gd name="connsiteY46" fmla="*/ 330011 h 1601150"/>
              <a:gd name="connsiteX47" fmla="*/ 1510717 w 2185718"/>
              <a:gd name="connsiteY47" fmla="*/ 553182 h 1601150"/>
              <a:gd name="connsiteX48" fmla="*/ 1542860 w 2185718"/>
              <a:gd name="connsiteY48" fmla="*/ 800575 h 1601150"/>
              <a:gd name="connsiteX49" fmla="*/ 1575003 w 2185718"/>
              <a:gd name="connsiteY49" fmla="*/ 1047967 h 1601150"/>
              <a:gd name="connsiteX50" fmla="*/ 1607146 w 2185718"/>
              <a:gd name="connsiteY50" fmla="*/ 1271139 h 1601150"/>
              <a:gd name="connsiteX51" fmla="*/ 1639289 w 2185718"/>
              <a:gd name="connsiteY51" fmla="*/ 1448255 h 1601150"/>
              <a:gd name="connsiteX52" fmla="*/ 1671432 w 2185718"/>
              <a:gd name="connsiteY52" fmla="*/ 1561967 h 1601150"/>
              <a:gd name="connsiteX53" fmla="*/ 1703574 w 2185718"/>
              <a:gd name="connsiteY53" fmla="*/ 1601150 h 1601150"/>
              <a:gd name="connsiteX54" fmla="*/ 1735718 w 2185718"/>
              <a:gd name="connsiteY54" fmla="*/ 1561967 h 1601150"/>
              <a:gd name="connsiteX55" fmla="*/ 1767860 w 2185718"/>
              <a:gd name="connsiteY55" fmla="*/ 1448255 h 1601150"/>
              <a:gd name="connsiteX56" fmla="*/ 1800003 w 2185718"/>
              <a:gd name="connsiteY56" fmla="*/ 1271139 h 1601150"/>
              <a:gd name="connsiteX57" fmla="*/ 1832146 w 2185718"/>
              <a:gd name="connsiteY57" fmla="*/ 1047967 h 1601150"/>
              <a:gd name="connsiteX58" fmla="*/ 1864289 w 2185718"/>
              <a:gd name="connsiteY58" fmla="*/ 800575 h 1601150"/>
              <a:gd name="connsiteX59" fmla="*/ 1896432 w 2185718"/>
              <a:gd name="connsiteY59" fmla="*/ 553182 h 1601150"/>
              <a:gd name="connsiteX60" fmla="*/ 1928575 w 2185718"/>
              <a:gd name="connsiteY60" fmla="*/ 330011 h 1601150"/>
              <a:gd name="connsiteX61" fmla="*/ 1960718 w 2185718"/>
              <a:gd name="connsiteY61" fmla="*/ 152895 h 1601150"/>
              <a:gd name="connsiteX62" fmla="*/ 1992861 w 2185718"/>
              <a:gd name="connsiteY62" fmla="*/ 39183 h 1601150"/>
              <a:gd name="connsiteX63" fmla="*/ 2025004 w 2185718"/>
              <a:gd name="connsiteY63" fmla="*/ 0 h 1601150"/>
              <a:gd name="connsiteX64" fmla="*/ 2057147 w 2185718"/>
              <a:gd name="connsiteY64" fmla="*/ 39183 h 1601150"/>
              <a:gd name="connsiteX65" fmla="*/ 2089290 w 2185718"/>
              <a:gd name="connsiteY65" fmla="*/ 152895 h 1601150"/>
              <a:gd name="connsiteX66" fmla="*/ 2121433 w 2185718"/>
              <a:gd name="connsiteY66" fmla="*/ 330011 h 1601150"/>
              <a:gd name="connsiteX67" fmla="*/ 2153576 w 2185718"/>
              <a:gd name="connsiteY67" fmla="*/ 553182 h 1601150"/>
              <a:gd name="connsiteX68" fmla="*/ 2185718 w 2185718"/>
              <a:gd name="connsiteY68" fmla="*/ 800575 h 1601150"/>
              <a:gd name="connsiteX0" fmla="*/ 0 w 2153575"/>
              <a:gd name="connsiteY0" fmla="*/ 152895 h 1601150"/>
              <a:gd name="connsiteX1" fmla="*/ 32142 w 2153575"/>
              <a:gd name="connsiteY1" fmla="*/ 39183 h 1601150"/>
              <a:gd name="connsiteX2" fmla="*/ 64285 w 2153575"/>
              <a:gd name="connsiteY2" fmla="*/ 0 h 1601150"/>
              <a:gd name="connsiteX3" fmla="*/ 96428 w 2153575"/>
              <a:gd name="connsiteY3" fmla="*/ 39183 h 1601150"/>
              <a:gd name="connsiteX4" fmla="*/ 128571 w 2153575"/>
              <a:gd name="connsiteY4" fmla="*/ 152895 h 1601150"/>
              <a:gd name="connsiteX5" fmla="*/ 160714 w 2153575"/>
              <a:gd name="connsiteY5" fmla="*/ 330011 h 1601150"/>
              <a:gd name="connsiteX6" fmla="*/ 192857 w 2153575"/>
              <a:gd name="connsiteY6" fmla="*/ 553182 h 1601150"/>
              <a:gd name="connsiteX7" fmla="*/ 225000 w 2153575"/>
              <a:gd name="connsiteY7" fmla="*/ 800575 h 1601150"/>
              <a:gd name="connsiteX8" fmla="*/ 257143 w 2153575"/>
              <a:gd name="connsiteY8" fmla="*/ 1047967 h 1601150"/>
              <a:gd name="connsiteX9" fmla="*/ 289286 w 2153575"/>
              <a:gd name="connsiteY9" fmla="*/ 1271139 h 1601150"/>
              <a:gd name="connsiteX10" fmla="*/ 321429 w 2153575"/>
              <a:gd name="connsiteY10" fmla="*/ 1448255 h 1601150"/>
              <a:gd name="connsiteX11" fmla="*/ 353572 w 2153575"/>
              <a:gd name="connsiteY11" fmla="*/ 1561967 h 1601150"/>
              <a:gd name="connsiteX12" fmla="*/ 385715 w 2153575"/>
              <a:gd name="connsiteY12" fmla="*/ 1601150 h 1601150"/>
              <a:gd name="connsiteX13" fmla="*/ 417858 w 2153575"/>
              <a:gd name="connsiteY13" fmla="*/ 1561967 h 1601150"/>
              <a:gd name="connsiteX14" fmla="*/ 450000 w 2153575"/>
              <a:gd name="connsiteY14" fmla="*/ 1448255 h 1601150"/>
              <a:gd name="connsiteX15" fmla="*/ 482144 w 2153575"/>
              <a:gd name="connsiteY15" fmla="*/ 1271139 h 1601150"/>
              <a:gd name="connsiteX16" fmla="*/ 514286 w 2153575"/>
              <a:gd name="connsiteY16" fmla="*/ 1047967 h 1601150"/>
              <a:gd name="connsiteX17" fmla="*/ 546429 w 2153575"/>
              <a:gd name="connsiteY17" fmla="*/ 800575 h 1601150"/>
              <a:gd name="connsiteX18" fmla="*/ 578572 w 2153575"/>
              <a:gd name="connsiteY18" fmla="*/ 553182 h 1601150"/>
              <a:gd name="connsiteX19" fmla="*/ 610715 w 2153575"/>
              <a:gd name="connsiteY19" fmla="*/ 330011 h 1601150"/>
              <a:gd name="connsiteX20" fmla="*/ 642858 w 2153575"/>
              <a:gd name="connsiteY20" fmla="*/ 152895 h 1601150"/>
              <a:gd name="connsiteX21" fmla="*/ 675001 w 2153575"/>
              <a:gd name="connsiteY21" fmla="*/ 39183 h 1601150"/>
              <a:gd name="connsiteX22" fmla="*/ 707144 w 2153575"/>
              <a:gd name="connsiteY22" fmla="*/ 0 h 1601150"/>
              <a:gd name="connsiteX23" fmla="*/ 739287 w 2153575"/>
              <a:gd name="connsiteY23" fmla="*/ 39183 h 1601150"/>
              <a:gd name="connsiteX24" fmla="*/ 771430 w 2153575"/>
              <a:gd name="connsiteY24" fmla="*/ 152895 h 1601150"/>
              <a:gd name="connsiteX25" fmla="*/ 803573 w 2153575"/>
              <a:gd name="connsiteY25" fmla="*/ 330011 h 1601150"/>
              <a:gd name="connsiteX26" fmla="*/ 835715 w 2153575"/>
              <a:gd name="connsiteY26" fmla="*/ 553182 h 1601150"/>
              <a:gd name="connsiteX27" fmla="*/ 867858 w 2153575"/>
              <a:gd name="connsiteY27" fmla="*/ 800575 h 1601150"/>
              <a:gd name="connsiteX28" fmla="*/ 900002 w 2153575"/>
              <a:gd name="connsiteY28" fmla="*/ 1047967 h 1601150"/>
              <a:gd name="connsiteX29" fmla="*/ 932144 w 2153575"/>
              <a:gd name="connsiteY29" fmla="*/ 1271139 h 1601150"/>
              <a:gd name="connsiteX30" fmla="*/ 964287 w 2153575"/>
              <a:gd name="connsiteY30" fmla="*/ 1448255 h 1601150"/>
              <a:gd name="connsiteX31" fmla="*/ 996430 w 2153575"/>
              <a:gd name="connsiteY31" fmla="*/ 1561967 h 1601150"/>
              <a:gd name="connsiteX32" fmla="*/ 1028573 w 2153575"/>
              <a:gd name="connsiteY32" fmla="*/ 1601150 h 1601150"/>
              <a:gd name="connsiteX33" fmla="*/ 1060716 w 2153575"/>
              <a:gd name="connsiteY33" fmla="*/ 1561967 h 1601150"/>
              <a:gd name="connsiteX34" fmla="*/ 1092859 w 2153575"/>
              <a:gd name="connsiteY34" fmla="*/ 1448255 h 1601150"/>
              <a:gd name="connsiteX35" fmla="*/ 1125002 w 2153575"/>
              <a:gd name="connsiteY35" fmla="*/ 1271139 h 1601150"/>
              <a:gd name="connsiteX36" fmla="*/ 1157145 w 2153575"/>
              <a:gd name="connsiteY36" fmla="*/ 1047967 h 1601150"/>
              <a:gd name="connsiteX37" fmla="*/ 1189288 w 2153575"/>
              <a:gd name="connsiteY37" fmla="*/ 800575 h 1601150"/>
              <a:gd name="connsiteX38" fmla="*/ 1221431 w 2153575"/>
              <a:gd name="connsiteY38" fmla="*/ 553182 h 1601150"/>
              <a:gd name="connsiteX39" fmla="*/ 1253574 w 2153575"/>
              <a:gd name="connsiteY39" fmla="*/ 330011 h 1601150"/>
              <a:gd name="connsiteX40" fmla="*/ 1285717 w 2153575"/>
              <a:gd name="connsiteY40" fmla="*/ 152895 h 1601150"/>
              <a:gd name="connsiteX41" fmla="*/ 1317860 w 2153575"/>
              <a:gd name="connsiteY41" fmla="*/ 39183 h 1601150"/>
              <a:gd name="connsiteX42" fmla="*/ 1350002 w 2153575"/>
              <a:gd name="connsiteY42" fmla="*/ 0 h 1601150"/>
              <a:gd name="connsiteX43" fmla="*/ 1382145 w 2153575"/>
              <a:gd name="connsiteY43" fmla="*/ 39183 h 1601150"/>
              <a:gd name="connsiteX44" fmla="*/ 1414288 w 2153575"/>
              <a:gd name="connsiteY44" fmla="*/ 152895 h 1601150"/>
              <a:gd name="connsiteX45" fmla="*/ 1446431 w 2153575"/>
              <a:gd name="connsiteY45" fmla="*/ 330011 h 1601150"/>
              <a:gd name="connsiteX46" fmla="*/ 1478574 w 2153575"/>
              <a:gd name="connsiteY46" fmla="*/ 553182 h 1601150"/>
              <a:gd name="connsiteX47" fmla="*/ 1510717 w 2153575"/>
              <a:gd name="connsiteY47" fmla="*/ 800575 h 1601150"/>
              <a:gd name="connsiteX48" fmla="*/ 1542860 w 2153575"/>
              <a:gd name="connsiteY48" fmla="*/ 1047967 h 1601150"/>
              <a:gd name="connsiteX49" fmla="*/ 1575003 w 2153575"/>
              <a:gd name="connsiteY49" fmla="*/ 1271139 h 1601150"/>
              <a:gd name="connsiteX50" fmla="*/ 1607146 w 2153575"/>
              <a:gd name="connsiteY50" fmla="*/ 1448255 h 1601150"/>
              <a:gd name="connsiteX51" fmla="*/ 1639289 w 2153575"/>
              <a:gd name="connsiteY51" fmla="*/ 1561967 h 1601150"/>
              <a:gd name="connsiteX52" fmla="*/ 1671431 w 2153575"/>
              <a:gd name="connsiteY52" fmla="*/ 1601150 h 1601150"/>
              <a:gd name="connsiteX53" fmla="*/ 1703575 w 2153575"/>
              <a:gd name="connsiteY53" fmla="*/ 1561967 h 1601150"/>
              <a:gd name="connsiteX54" fmla="*/ 1735717 w 2153575"/>
              <a:gd name="connsiteY54" fmla="*/ 1448255 h 1601150"/>
              <a:gd name="connsiteX55" fmla="*/ 1767860 w 2153575"/>
              <a:gd name="connsiteY55" fmla="*/ 1271139 h 1601150"/>
              <a:gd name="connsiteX56" fmla="*/ 1800003 w 2153575"/>
              <a:gd name="connsiteY56" fmla="*/ 1047967 h 1601150"/>
              <a:gd name="connsiteX57" fmla="*/ 1832146 w 2153575"/>
              <a:gd name="connsiteY57" fmla="*/ 800575 h 1601150"/>
              <a:gd name="connsiteX58" fmla="*/ 1864289 w 2153575"/>
              <a:gd name="connsiteY58" fmla="*/ 553182 h 1601150"/>
              <a:gd name="connsiteX59" fmla="*/ 1896432 w 2153575"/>
              <a:gd name="connsiteY59" fmla="*/ 330011 h 1601150"/>
              <a:gd name="connsiteX60" fmla="*/ 1928575 w 2153575"/>
              <a:gd name="connsiteY60" fmla="*/ 152895 h 1601150"/>
              <a:gd name="connsiteX61" fmla="*/ 1960718 w 2153575"/>
              <a:gd name="connsiteY61" fmla="*/ 39183 h 1601150"/>
              <a:gd name="connsiteX62" fmla="*/ 1992861 w 2153575"/>
              <a:gd name="connsiteY62" fmla="*/ 0 h 1601150"/>
              <a:gd name="connsiteX63" fmla="*/ 2025004 w 2153575"/>
              <a:gd name="connsiteY63" fmla="*/ 39183 h 1601150"/>
              <a:gd name="connsiteX64" fmla="*/ 2057147 w 2153575"/>
              <a:gd name="connsiteY64" fmla="*/ 152895 h 1601150"/>
              <a:gd name="connsiteX65" fmla="*/ 2089290 w 2153575"/>
              <a:gd name="connsiteY65" fmla="*/ 330011 h 1601150"/>
              <a:gd name="connsiteX66" fmla="*/ 2121433 w 2153575"/>
              <a:gd name="connsiteY66" fmla="*/ 553182 h 1601150"/>
              <a:gd name="connsiteX67" fmla="*/ 2153575 w 2153575"/>
              <a:gd name="connsiteY67" fmla="*/ 800575 h 1601150"/>
              <a:gd name="connsiteX0" fmla="*/ 0 w 2121433"/>
              <a:gd name="connsiteY0" fmla="*/ 39183 h 1601150"/>
              <a:gd name="connsiteX1" fmla="*/ 32143 w 2121433"/>
              <a:gd name="connsiteY1" fmla="*/ 0 h 1601150"/>
              <a:gd name="connsiteX2" fmla="*/ 64286 w 2121433"/>
              <a:gd name="connsiteY2" fmla="*/ 39183 h 1601150"/>
              <a:gd name="connsiteX3" fmla="*/ 96429 w 2121433"/>
              <a:gd name="connsiteY3" fmla="*/ 152895 h 1601150"/>
              <a:gd name="connsiteX4" fmla="*/ 128572 w 2121433"/>
              <a:gd name="connsiteY4" fmla="*/ 330011 h 1601150"/>
              <a:gd name="connsiteX5" fmla="*/ 160715 w 2121433"/>
              <a:gd name="connsiteY5" fmla="*/ 553182 h 1601150"/>
              <a:gd name="connsiteX6" fmla="*/ 192858 w 2121433"/>
              <a:gd name="connsiteY6" fmla="*/ 800575 h 1601150"/>
              <a:gd name="connsiteX7" fmla="*/ 225001 w 2121433"/>
              <a:gd name="connsiteY7" fmla="*/ 1047967 h 1601150"/>
              <a:gd name="connsiteX8" fmla="*/ 257144 w 2121433"/>
              <a:gd name="connsiteY8" fmla="*/ 1271139 h 1601150"/>
              <a:gd name="connsiteX9" fmla="*/ 289287 w 2121433"/>
              <a:gd name="connsiteY9" fmla="*/ 1448255 h 1601150"/>
              <a:gd name="connsiteX10" fmla="*/ 321430 w 2121433"/>
              <a:gd name="connsiteY10" fmla="*/ 1561967 h 1601150"/>
              <a:gd name="connsiteX11" fmla="*/ 353573 w 2121433"/>
              <a:gd name="connsiteY11" fmla="*/ 1601150 h 1601150"/>
              <a:gd name="connsiteX12" fmla="*/ 385716 w 2121433"/>
              <a:gd name="connsiteY12" fmla="*/ 1561967 h 1601150"/>
              <a:gd name="connsiteX13" fmla="*/ 417858 w 2121433"/>
              <a:gd name="connsiteY13" fmla="*/ 1448255 h 1601150"/>
              <a:gd name="connsiteX14" fmla="*/ 450002 w 2121433"/>
              <a:gd name="connsiteY14" fmla="*/ 1271139 h 1601150"/>
              <a:gd name="connsiteX15" fmla="*/ 482144 w 2121433"/>
              <a:gd name="connsiteY15" fmla="*/ 1047967 h 1601150"/>
              <a:gd name="connsiteX16" fmla="*/ 514287 w 2121433"/>
              <a:gd name="connsiteY16" fmla="*/ 800575 h 1601150"/>
              <a:gd name="connsiteX17" fmla="*/ 546430 w 2121433"/>
              <a:gd name="connsiteY17" fmla="*/ 553182 h 1601150"/>
              <a:gd name="connsiteX18" fmla="*/ 578573 w 2121433"/>
              <a:gd name="connsiteY18" fmla="*/ 330011 h 1601150"/>
              <a:gd name="connsiteX19" fmla="*/ 610716 w 2121433"/>
              <a:gd name="connsiteY19" fmla="*/ 152895 h 1601150"/>
              <a:gd name="connsiteX20" fmla="*/ 642859 w 2121433"/>
              <a:gd name="connsiteY20" fmla="*/ 39183 h 1601150"/>
              <a:gd name="connsiteX21" fmla="*/ 675002 w 2121433"/>
              <a:gd name="connsiteY21" fmla="*/ 0 h 1601150"/>
              <a:gd name="connsiteX22" fmla="*/ 707145 w 2121433"/>
              <a:gd name="connsiteY22" fmla="*/ 39183 h 1601150"/>
              <a:gd name="connsiteX23" fmla="*/ 739288 w 2121433"/>
              <a:gd name="connsiteY23" fmla="*/ 152895 h 1601150"/>
              <a:gd name="connsiteX24" fmla="*/ 771431 w 2121433"/>
              <a:gd name="connsiteY24" fmla="*/ 330011 h 1601150"/>
              <a:gd name="connsiteX25" fmla="*/ 803573 w 2121433"/>
              <a:gd name="connsiteY25" fmla="*/ 553182 h 1601150"/>
              <a:gd name="connsiteX26" fmla="*/ 835716 w 2121433"/>
              <a:gd name="connsiteY26" fmla="*/ 800575 h 1601150"/>
              <a:gd name="connsiteX27" fmla="*/ 867860 w 2121433"/>
              <a:gd name="connsiteY27" fmla="*/ 1047967 h 1601150"/>
              <a:gd name="connsiteX28" fmla="*/ 900002 w 2121433"/>
              <a:gd name="connsiteY28" fmla="*/ 1271139 h 1601150"/>
              <a:gd name="connsiteX29" fmla="*/ 932145 w 2121433"/>
              <a:gd name="connsiteY29" fmla="*/ 1448255 h 1601150"/>
              <a:gd name="connsiteX30" fmla="*/ 964288 w 2121433"/>
              <a:gd name="connsiteY30" fmla="*/ 1561967 h 1601150"/>
              <a:gd name="connsiteX31" fmla="*/ 996431 w 2121433"/>
              <a:gd name="connsiteY31" fmla="*/ 1601150 h 1601150"/>
              <a:gd name="connsiteX32" fmla="*/ 1028574 w 2121433"/>
              <a:gd name="connsiteY32" fmla="*/ 1561967 h 1601150"/>
              <a:gd name="connsiteX33" fmla="*/ 1060717 w 2121433"/>
              <a:gd name="connsiteY33" fmla="*/ 1448255 h 1601150"/>
              <a:gd name="connsiteX34" fmla="*/ 1092860 w 2121433"/>
              <a:gd name="connsiteY34" fmla="*/ 1271139 h 1601150"/>
              <a:gd name="connsiteX35" fmla="*/ 1125003 w 2121433"/>
              <a:gd name="connsiteY35" fmla="*/ 1047967 h 1601150"/>
              <a:gd name="connsiteX36" fmla="*/ 1157146 w 2121433"/>
              <a:gd name="connsiteY36" fmla="*/ 800575 h 1601150"/>
              <a:gd name="connsiteX37" fmla="*/ 1189289 w 2121433"/>
              <a:gd name="connsiteY37" fmla="*/ 553182 h 1601150"/>
              <a:gd name="connsiteX38" fmla="*/ 1221432 w 2121433"/>
              <a:gd name="connsiteY38" fmla="*/ 330011 h 1601150"/>
              <a:gd name="connsiteX39" fmla="*/ 1253575 w 2121433"/>
              <a:gd name="connsiteY39" fmla="*/ 152895 h 1601150"/>
              <a:gd name="connsiteX40" fmla="*/ 1285718 w 2121433"/>
              <a:gd name="connsiteY40" fmla="*/ 39183 h 1601150"/>
              <a:gd name="connsiteX41" fmla="*/ 1317860 w 2121433"/>
              <a:gd name="connsiteY41" fmla="*/ 0 h 1601150"/>
              <a:gd name="connsiteX42" fmla="*/ 1350003 w 2121433"/>
              <a:gd name="connsiteY42" fmla="*/ 39183 h 1601150"/>
              <a:gd name="connsiteX43" fmla="*/ 1382146 w 2121433"/>
              <a:gd name="connsiteY43" fmla="*/ 152895 h 1601150"/>
              <a:gd name="connsiteX44" fmla="*/ 1414289 w 2121433"/>
              <a:gd name="connsiteY44" fmla="*/ 330011 h 1601150"/>
              <a:gd name="connsiteX45" fmla="*/ 1446432 w 2121433"/>
              <a:gd name="connsiteY45" fmla="*/ 553182 h 1601150"/>
              <a:gd name="connsiteX46" fmla="*/ 1478575 w 2121433"/>
              <a:gd name="connsiteY46" fmla="*/ 800575 h 1601150"/>
              <a:gd name="connsiteX47" fmla="*/ 1510718 w 2121433"/>
              <a:gd name="connsiteY47" fmla="*/ 1047967 h 1601150"/>
              <a:gd name="connsiteX48" fmla="*/ 1542861 w 2121433"/>
              <a:gd name="connsiteY48" fmla="*/ 1271139 h 1601150"/>
              <a:gd name="connsiteX49" fmla="*/ 1575004 w 2121433"/>
              <a:gd name="connsiteY49" fmla="*/ 1448255 h 1601150"/>
              <a:gd name="connsiteX50" fmla="*/ 1607147 w 2121433"/>
              <a:gd name="connsiteY50" fmla="*/ 1561967 h 1601150"/>
              <a:gd name="connsiteX51" fmla="*/ 1639289 w 2121433"/>
              <a:gd name="connsiteY51" fmla="*/ 1601150 h 1601150"/>
              <a:gd name="connsiteX52" fmla="*/ 1671433 w 2121433"/>
              <a:gd name="connsiteY52" fmla="*/ 1561967 h 1601150"/>
              <a:gd name="connsiteX53" fmla="*/ 1703575 w 2121433"/>
              <a:gd name="connsiteY53" fmla="*/ 1448255 h 1601150"/>
              <a:gd name="connsiteX54" fmla="*/ 1735718 w 2121433"/>
              <a:gd name="connsiteY54" fmla="*/ 1271139 h 1601150"/>
              <a:gd name="connsiteX55" fmla="*/ 1767861 w 2121433"/>
              <a:gd name="connsiteY55" fmla="*/ 1047967 h 1601150"/>
              <a:gd name="connsiteX56" fmla="*/ 1800004 w 2121433"/>
              <a:gd name="connsiteY56" fmla="*/ 800575 h 1601150"/>
              <a:gd name="connsiteX57" fmla="*/ 1832147 w 2121433"/>
              <a:gd name="connsiteY57" fmla="*/ 553182 h 1601150"/>
              <a:gd name="connsiteX58" fmla="*/ 1864290 w 2121433"/>
              <a:gd name="connsiteY58" fmla="*/ 330011 h 1601150"/>
              <a:gd name="connsiteX59" fmla="*/ 1896433 w 2121433"/>
              <a:gd name="connsiteY59" fmla="*/ 152895 h 1601150"/>
              <a:gd name="connsiteX60" fmla="*/ 1928576 w 2121433"/>
              <a:gd name="connsiteY60" fmla="*/ 39183 h 1601150"/>
              <a:gd name="connsiteX61" fmla="*/ 1960719 w 2121433"/>
              <a:gd name="connsiteY61" fmla="*/ 0 h 1601150"/>
              <a:gd name="connsiteX62" fmla="*/ 1992862 w 2121433"/>
              <a:gd name="connsiteY62" fmla="*/ 39183 h 1601150"/>
              <a:gd name="connsiteX63" fmla="*/ 2025005 w 2121433"/>
              <a:gd name="connsiteY63" fmla="*/ 152895 h 1601150"/>
              <a:gd name="connsiteX64" fmla="*/ 2057148 w 2121433"/>
              <a:gd name="connsiteY64" fmla="*/ 330011 h 1601150"/>
              <a:gd name="connsiteX65" fmla="*/ 2089291 w 2121433"/>
              <a:gd name="connsiteY65" fmla="*/ 553182 h 1601150"/>
              <a:gd name="connsiteX66" fmla="*/ 2121433 w 2121433"/>
              <a:gd name="connsiteY66" fmla="*/ 800575 h 1601150"/>
              <a:gd name="connsiteX0" fmla="*/ 0 w 2089290"/>
              <a:gd name="connsiteY0" fmla="*/ 0 h 1601150"/>
              <a:gd name="connsiteX1" fmla="*/ 32143 w 2089290"/>
              <a:gd name="connsiteY1" fmla="*/ 39183 h 1601150"/>
              <a:gd name="connsiteX2" fmla="*/ 64286 w 2089290"/>
              <a:gd name="connsiteY2" fmla="*/ 152895 h 1601150"/>
              <a:gd name="connsiteX3" fmla="*/ 96429 w 2089290"/>
              <a:gd name="connsiteY3" fmla="*/ 330011 h 1601150"/>
              <a:gd name="connsiteX4" fmla="*/ 128572 w 2089290"/>
              <a:gd name="connsiteY4" fmla="*/ 553182 h 1601150"/>
              <a:gd name="connsiteX5" fmla="*/ 160715 w 2089290"/>
              <a:gd name="connsiteY5" fmla="*/ 800575 h 1601150"/>
              <a:gd name="connsiteX6" fmla="*/ 192858 w 2089290"/>
              <a:gd name="connsiteY6" fmla="*/ 1047967 h 1601150"/>
              <a:gd name="connsiteX7" fmla="*/ 225001 w 2089290"/>
              <a:gd name="connsiteY7" fmla="*/ 1271139 h 1601150"/>
              <a:gd name="connsiteX8" fmla="*/ 257144 w 2089290"/>
              <a:gd name="connsiteY8" fmla="*/ 1448255 h 1601150"/>
              <a:gd name="connsiteX9" fmla="*/ 289287 w 2089290"/>
              <a:gd name="connsiteY9" fmla="*/ 1561967 h 1601150"/>
              <a:gd name="connsiteX10" fmla="*/ 321430 w 2089290"/>
              <a:gd name="connsiteY10" fmla="*/ 1601150 h 1601150"/>
              <a:gd name="connsiteX11" fmla="*/ 353573 w 2089290"/>
              <a:gd name="connsiteY11" fmla="*/ 1561967 h 1601150"/>
              <a:gd name="connsiteX12" fmla="*/ 385715 w 2089290"/>
              <a:gd name="connsiteY12" fmla="*/ 1448255 h 1601150"/>
              <a:gd name="connsiteX13" fmla="*/ 417859 w 2089290"/>
              <a:gd name="connsiteY13" fmla="*/ 1271139 h 1601150"/>
              <a:gd name="connsiteX14" fmla="*/ 450001 w 2089290"/>
              <a:gd name="connsiteY14" fmla="*/ 1047967 h 1601150"/>
              <a:gd name="connsiteX15" fmla="*/ 482144 w 2089290"/>
              <a:gd name="connsiteY15" fmla="*/ 800575 h 1601150"/>
              <a:gd name="connsiteX16" fmla="*/ 514287 w 2089290"/>
              <a:gd name="connsiteY16" fmla="*/ 553182 h 1601150"/>
              <a:gd name="connsiteX17" fmla="*/ 546430 w 2089290"/>
              <a:gd name="connsiteY17" fmla="*/ 330011 h 1601150"/>
              <a:gd name="connsiteX18" fmla="*/ 578573 w 2089290"/>
              <a:gd name="connsiteY18" fmla="*/ 152895 h 1601150"/>
              <a:gd name="connsiteX19" fmla="*/ 610716 w 2089290"/>
              <a:gd name="connsiteY19" fmla="*/ 39183 h 1601150"/>
              <a:gd name="connsiteX20" fmla="*/ 642859 w 2089290"/>
              <a:gd name="connsiteY20" fmla="*/ 0 h 1601150"/>
              <a:gd name="connsiteX21" fmla="*/ 675002 w 2089290"/>
              <a:gd name="connsiteY21" fmla="*/ 39183 h 1601150"/>
              <a:gd name="connsiteX22" fmla="*/ 707145 w 2089290"/>
              <a:gd name="connsiteY22" fmla="*/ 152895 h 1601150"/>
              <a:gd name="connsiteX23" fmla="*/ 739288 w 2089290"/>
              <a:gd name="connsiteY23" fmla="*/ 330011 h 1601150"/>
              <a:gd name="connsiteX24" fmla="*/ 771430 w 2089290"/>
              <a:gd name="connsiteY24" fmla="*/ 553182 h 1601150"/>
              <a:gd name="connsiteX25" fmla="*/ 803573 w 2089290"/>
              <a:gd name="connsiteY25" fmla="*/ 800575 h 1601150"/>
              <a:gd name="connsiteX26" fmla="*/ 835717 w 2089290"/>
              <a:gd name="connsiteY26" fmla="*/ 1047967 h 1601150"/>
              <a:gd name="connsiteX27" fmla="*/ 867859 w 2089290"/>
              <a:gd name="connsiteY27" fmla="*/ 1271139 h 1601150"/>
              <a:gd name="connsiteX28" fmla="*/ 900002 w 2089290"/>
              <a:gd name="connsiteY28" fmla="*/ 1448255 h 1601150"/>
              <a:gd name="connsiteX29" fmla="*/ 932145 w 2089290"/>
              <a:gd name="connsiteY29" fmla="*/ 1561967 h 1601150"/>
              <a:gd name="connsiteX30" fmla="*/ 964288 w 2089290"/>
              <a:gd name="connsiteY30" fmla="*/ 1601150 h 1601150"/>
              <a:gd name="connsiteX31" fmla="*/ 996431 w 2089290"/>
              <a:gd name="connsiteY31" fmla="*/ 1561967 h 1601150"/>
              <a:gd name="connsiteX32" fmla="*/ 1028574 w 2089290"/>
              <a:gd name="connsiteY32" fmla="*/ 1448255 h 1601150"/>
              <a:gd name="connsiteX33" fmla="*/ 1060717 w 2089290"/>
              <a:gd name="connsiteY33" fmla="*/ 1271139 h 1601150"/>
              <a:gd name="connsiteX34" fmla="*/ 1092860 w 2089290"/>
              <a:gd name="connsiteY34" fmla="*/ 1047967 h 1601150"/>
              <a:gd name="connsiteX35" fmla="*/ 1125003 w 2089290"/>
              <a:gd name="connsiteY35" fmla="*/ 800575 h 1601150"/>
              <a:gd name="connsiteX36" fmla="*/ 1157146 w 2089290"/>
              <a:gd name="connsiteY36" fmla="*/ 553182 h 1601150"/>
              <a:gd name="connsiteX37" fmla="*/ 1189289 w 2089290"/>
              <a:gd name="connsiteY37" fmla="*/ 330011 h 1601150"/>
              <a:gd name="connsiteX38" fmla="*/ 1221432 w 2089290"/>
              <a:gd name="connsiteY38" fmla="*/ 152895 h 1601150"/>
              <a:gd name="connsiteX39" fmla="*/ 1253575 w 2089290"/>
              <a:gd name="connsiteY39" fmla="*/ 39183 h 1601150"/>
              <a:gd name="connsiteX40" fmla="*/ 1285717 w 2089290"/>
              <a:gd name="connsiteY40" fmla="*/ 0 h 1601150"/>
              <a:gd name="connsiteX41" fmla="*/ 1317860 w 2089290"/>
              <a:gd name="connsiteY41" fmla="*/ 39183 h 1601150"/>
              <a:gd name="connsiteX42" fmla="*/ 1350003 w 2089290"/>
              <a:gd name="connsiteY42" fmla="*/ 152895 h 1601150"/>
              <a:gd name="connsiteX43" fmla="*/ 1382146 w 2089290"/>
              <a:gd name="connsiteY43" fmla="*/ 330011 h 1601150"/>
              <a:gd name="connsiteX44" fmla="*/ 1414289 w 2089290"/>
              <a:gd name="connsiteY44" fmla="*/ 553182 h 1601150"/>
              <a:gd name="connsiteX45" fmla="*/ 1446432 w 2089290"/>
              <a:gd name="connsiteY45" fmla="*/ 800575 h 1601150"/>
              <a:gd name="connsiteX46" fmla="*/ 1478575 w 2089290"/>
              <a:gd name="connsiteY46" fmla="*/ 1047967 h 1601150"/>
              <a:gd name="connsiteX47" fmla="*/ 1510718 w 2089290"/>
              <a:gd name="connsiteY47" fmla="*/ 1271139 h 1601150"/>
              <a:gd name="connsiteX48" fmla="*/ 1542861 w 2089290"/>
              <a:gd name="connsiteY48" fmla="*/ 1448255 h 1601150"/>
              <a:gd name="connsiteX49" fmla="*/ 1575004 w 2089290"/>
              <a:gd name="connsiteY49" fmla="*/ 1561967 h 1601150"/>
              <a:gd name="connsiteX50" fmla="*/ 1607146 w 2089290"/>
              <a:gd name="connsiteY50" fmla="*/ 1601150 h 1601150"/>
              <a:gd name="connsiteX51" fmla="*/ 1639290 w 2089290"/>
              <a:gd name="connsiteY51" fmla="*/ 1561967 h 1601150"/>
              <a:gd name="connsiteX52" fmla="*/ 1671432 w 2089290"/>
              <a:gd name="connsiteY52" fmla="*/ 1448255 h 1601150"/>
              <a:gd name="connsiteX53" fmla="*/ 1703575 w 2089290"/>
              <a:gd name="connsiteY53" fmla="*/ 1271139 h 1601150"/>
              <a:gd name="connsiteX54" fmla="*/ 1735718 w 2089290"/>
              <a:gd name="connsiteY54" fmla="*/ 1047967 h 1601150"/>
              <a:gd name="connsiteX55" fmla="*/ 1767861 w 2089290"/>
              <a:gd name="connsiteY55" fmla="*/ 800575 h 1601150"/>
              <a:gd name="connsiteX56" fmla="*/ 1800004 w 2089290"/>
              <a:gd name="connsiteY56" fmla="*/ 553182 h 1601150"/>
              <a:gd name="connsiteX57" fmla="*/ 1832147 w 2089290"/>
              <a:gd name="connsiteY57" fmla="*/ 330011 h 1601150"/>
              <a:gd name="connsiteX58" fmla="*/ 1864290 w 2089290"/>
              <a:gd name="connsiteY58" fmla="*/ 152895 h 1601150"/>
              <a:gd name="connsiteX59" fmla="*/ 1896433 w 2089290"/>
              <a:gd name="connsiteY59" fmla="*/ 39183 h 1601150"/>
              <a:gd name="connsiteX60" fmla="*/ 1928576 w 2089290"/>
              <a:gd name="connsiteY60" fmla="*/ 0 h 1601150"/>
              <a:gd name="connsiteX61" fmla="*/ 1960719 w 2089290"/>
              <a:gd name="connsiteY61" fmla="*/ 39183 h 1601150"/>
              <a:gd name="connsiteX62" fmla="*/ 1992862 w 2089290"/>
              <a:gd name="connsiteY62" fmla="*/ 152895 h 1601150"/>
              <a:gd name="connsiteX63" fmla="*/ 2025005 w 2089290"/>
              <a:gd name="connsiteY63" fmla="*/ 330011 h 1601150"/>
              <a:gd name="connsiteX64" fmla="*/ 2057148 w 2089290"/>
              <a:gd name="connsiteY64" fmla="*/ 553182 h 1601150"/>
              <a:gd name="connsiteX65" fmla="*/ 2089290 w 2089290"/>
              <a:gd name="connsiteY65" fmla="*/ 800575 h 1601150"/>
              <a:gd name="connsiteX0" fmla="*/ 0 w 2057147"/>
              <a:gd name="connsiteY0" fmla="*/ 39183 h 1601150"/>
              <a:gd name="connsiteX1" fmla="*/ 32143 w 2057147"/>
              <a:gd name="connsiteY1" fmla="*/ 152895 h 1601150"/>
              <a:gd name="connsiteX2" fmla="*/ 64286 w 2057147"/>
              <a:gd name="connsiteY2" fmla="*/ 330011 h 1601150"/>
              <a:gd name="connsiteX3" fmla="*/ 96429 w 2057147"/>
              <a:gd name="connsiteY3" fmla="*/ 553182 h 1601150"/>
              <a:gd name="connsiteX4" fmla="*/ 128572 w 2057147"/>
              <a:gd name="connsiteY4" fmla="*/ 800575 h 1601150"/>
              <a:gd name="connsiteX5" fmla="*/ 160715 w 2057147"/>
              <a:gd name="connsiteY5" fmla="*/ 1047967 h 1601150"/>
              <a:gd name="connsiteX6" fmla="*/ 192858 w 2057147"/>
              <a:gd name="connsiteY6" fmla="*/ 1271139 h 1601150"/>
              <a:gd name="connsiteX7" fmla="*/ 225001 w 2057147"/>
              <a:gd name="connsiteY7" fmla="*/ 1448255 h 1601150"/>
              <a:gd name="connsiteX8" fmla="*/ 257144 w 2057147"/>
              <a:gd name="connsiteY8" fmla="*/ 1561967 h 1601150"/>
              <a:gd name="connsiteX9" fmla="*/ 289287 w 2057147"/>
              <a:gd name="connsiteY9" fmla="*/ 1601150 h 1601150"/>
              <a:gd name="connsiteX10" fmla="*/ 321430 w 2057147"/>
              <a:gd name="connsiteY10" fmla="*/ 1561967 h 1601150"/>
              <a:gd name="connsiteX11" fmla="*/ 353572 w 2057147"/>
              <a:gd name="connsiteY11" fmla="*/ 1448255 h 1601150"/>
              <a:gd name="connsiteX12" fmla="*/ 385716 w 2057147"/>
              <a:gd name="connsiteY12" fmla="*/ 1271139 h 1601150"/>
              <a:gd name="connsiteX13" fmla="*/ 417858 w 2057147"/>
              <a:gd name="connsiteY13" fmla="*/ 1047967 h 1601150"/>
              <a:gd name="connsiteX14" fmla="*/ 450001 w 2057147"/>
              <a:gd name="connsiteY14" fmla="*/ 800575 h 1601150"/>
              <a:gd name="connsiteX15" fmla="*/ 482144 w 2057147"/>
              <a:gd name="connsiteY15" fmla="*/ 553182 h 1601150"/>
              <a:gd name="connsiteX16" fmla="*/ 514287 w 2057147"/>
              <a:gd name="connsiteY16" fmla="*/ 330011 h 1601150"/>
              <a:gd name="connsiteX17" fmla="*/ 546430 w 2057147"/>
              <a:gd name="connsiteY17" fmla="*/ 152895 h 1601150"/>
              <a:gd name="connsiteX18" fmla="*/ 578573 w 2057147"/>
              <a:gd name="connsiteY18" fmla="*/ 39183 h 1601150"/>
              <a:gd name="connsiteX19" fmla="*/ 610716 w 2057147"/>
              <a:gd name="connsiteY19" fmla="*/ 0 h 1601150"/>
              <a:gd name="connsiteX20" fmla="*/ 642859 w 2057147"/>
              <a:gd name="connsiteY20" fmla="*/ 39183 h 1601150"/>
              <a:gd name="connsiteX21" fmla="*/ 675002 w 2057147"/>
              <a:gd name="connsiteY21" fmla="*/ 152895 h 1601150"/>
              <a:gd name="connsiteX22" fmla="*/ 707145 w 2057147"/>
              <a:gd name="connsiteY22" fmla="*/ 330011 h 1601150"/>
              <a:gd name="connsiteX23" fmla="*/ 739287 w 2057147"/>
              <a:gd name="connsiteY23" fmla="*/ 553182 h 1601150"/>
              <a:gd name="connsiteX24" fmla="*/ 771430 w 2057147"/>
              <a:gd name="connsiteY24" fmla="*/ 800575 h 1601150"/>
              <a:gd name="connsiteX25" fmla="*/ 803574 w 2057147"/>
              <a:gd name="connsiteY25" fmla="*/ 1047967 h 1601150"/>
              <a:gd name="connsiteX26" fmla="*/ 835716 w 2057147"/>
              <a:gd name="connsiteY26" fmla="*/ 1271139 h 1601150"/>
              <a:gd name="connsiteX27" fmla="*/ 867859 w 2057147"/>
              <a:gd name="connsiteY27" fmla="*/ 1448255 h 1601150"/>
              <a:gd name="connsiteX28" fmla="*/ 900002 w 2057147"/>
              <a:gd name="connsiteY28" fmla="*/ 1561967 h 1601150"/>
              <a:gd name="connsiteX29" fmla="*/ 932145 w 2057147"/>
              <a:gd name="connsiteY29" fmla="*/ 1601150 h 1601150"/>
              <a:gd name="connsiteX30" fmla="*/ 964288 w 2057147"/>
              <a:gd name="connsiteY30" fmla="*/ 1561967 h 1601150"/>
              <a:gd name="connsiteX31" fmla="*/ 996431 w 2057147"/>
              <a:gd name="connsiteY31" fmla="*/ 1448255 h 1601150"/>
              <a:gd name="connsiteX32" fmla="*/ 1028574 w 2057147"/>
              <a:gd name="connsiteY32" fmla="*/ 1271139 h 1601150"/>
              <a:gd name="connsiteX33" fmla="*/ 1060717 w 2057147"/>
              <a:gd name="connsiteY33" fmla="*/ 1047967 h 1601150"/>
              <a:gd name="connsiteX34" fmla="*/ 1092860 w 2057147"/>
              <a:gd name="connsiteY34" fmla="*/ 800575 h 1601150"/>
              <a:gd name="connsiteX35" fmla="*/ 1125003 w 2057147"/>
              <a:gd name="connsiteY35" fmla="*/ 553182 h 1601150"/>
              <a:gd name="connsiteX36" fmla="*/ 1157146 w 2057147"/>
              <a:gd name="connsiteY36" fmla="*/ 330011 h 1601150"/>
              <a:gd name="connsiteX37" fmla="*/ 1189289 w 2057147"/>
              <a:gd name="connsiteY37" fmla="*/ 152895 h 1601150"/>
              <a:gd name="connsiteX38" fmla="*/ 1221432 w 2057147"/>
              <a:gd name="connsiteY38" fmla="*/ 39183 h 1601150"/>
              <a:gd name="connsiteX39" fmla="*/ 1253574 w 2057147"/>
              <a:gd name="connsiteY39" fmla="*/ 0 h 1601150"/>
              <a:gd name="connsiteX40" fmla="*/ 1285717 w 2057147"/>
              <a:gd name="connsiteY40" fmla="*/ 39183 h 1601150"/>
              <a:gd name="connsiteX41" fmla="*/ 1317860 w 2057147"/>
              <a:gd name="connsiteY41" fmla="*/ 152895 h 1601150"/>
              <a:gd name="connsiteX42" fmla="*/ 1350003 w 2057147"/>
              <a:gd name="connsiteY42" fmla="*/ 330011 h 1601150"/>
              <a:gd name="connsiteX43" fmla="*/ 1382146 w 2057147"/>
              <a:gd name="connsiteY43" fmla="*/ 553182 h 1601150"/>
              <a:gd name="connsiteX44" fmla="*/ 1414289 w 2057147"/>
              <a:gd name="connsiteY44" fmla="*/ 800575 h 1601150"/>
              <a:gd name="connsiteX45" fmla="*/ 1446432 w 2057147"/>
              <a:gd name="connsiteY45" fmla="*/ 1047967 h 1601150"/>
              <a:gd name="connsiteX46" fmla="*/ 1478575 w 2057147"/>
              <a:gd name="connsiteY46" fmla="*/ 1271139 h 1601150"/>
              <a:gd name="connsiteX47" fmla="*/ 1510718 w 2057147"/>
              <a:gd name="connsiteY47" fmla="*/ 1448255 h 1601150"/>
              <a:gd name="connsiteX48" fmla="*/ 1542861 w 2057147"/>
              <a:gd name="connsiteY48" fmla="*/ 1561967 h 1601150"/>
              <a:gd name="connsiteX49" fmla="*/ 1575003 w 2057147"/>
              <a:gd name="connsiteY49" fmla="*/ 1601150 h 1601150"/>
              <a:gd name="connsiteX50" fmla="*/ 1607147 w 2057147"/>
              <a:gd name="connsiteY50" fmla="*/ 1561967 h 1601150"/>
              <a:gd name="connsiteX51" fmla="*/ 1639289 w 2057147"/>
              <a:gd name="connsiteY51" fmla="*/ 1448255 h 1601150"/>
              <a:gd name="connsiteX52" fmla="*/ 1671432 w 2057147"/>
              <a:gd name="connsiteY52" fmla="*/ 1271139 h 1601150"/>
              <a:gd name="connsiteX53" fmla="*/ 1703575 w 2057147"/>
              <a:gd name="connsiteY53" fmla="*/ 1047967 h 1601150"/>
              <a:gd name="connsiteX54" fmla="*/ 1735718 w 2057147"/>
              <a:gd name="connsiteY54" fmla="*/ 800575 h 1601150"/>
              <a:gd name="connsiteX55" fmla="*/ 1767861 w 2057147"/>
              <a:gd name="connsiteY55" fmla="*/ 553182 h 1601150"/>
              <a:gd name="connsiteX56" fmla="*/ 1800004 w 2057147"/>
              <a:gd name="connsiteY56" fmla="*/ 330011 h 1601150"/>
              <a:gd name="connsiteX57" fmla="*/ 1832147 w 2057147"/>
              <a:gd name="connsiteY57" fmla="*/ 152895 h 1601150"/>
              <a:gd name="connsiteX58" fmla="*/ 1864290 w 2057147"/>
              <a:gd name="connsiteY58" fmla="*/ 39183 h 1601150"/>
              <a:gd name="connsiteX59" fmla="*/ 1896433 w 2057147"/>
              <a:gd name="connsiteY59" fmla="*/ 0 h 1601150"/>
              <a:gd name="connsiteX60" fmla="*/ 1928576 w 2057147"/>
              <a:gd name="connsiteY60" fmla="*/ 39183 h 1601150"/>
              <a:gd name="connsiteX61" fmla="*/ 1960719 w 2057147"/>
              <a:gd name="connsiteY61" fmla="*/ 152895 h 1601150"/>
              <a:gd name="connsiteX62" fmla="*/ 1992862 w 2057147"/>
              <a:gd name="connsiteY62" fmla="*/ 330011 h 1601150"/>
              <a:gd name="connsiteX63" fmla="*/ 2025005 w 2057147"/>
              <a:gd name="connsiteY63" fmla="*/ 553182 h 1601150"/>
              <a:gd name="connsiteX64" fmla="*/ 2057147 w 2057147"/>
              <a:gd name="connsiteY64" fmla="*/ 800575 h 1601150"/>
              <a:gd name="connsiteX0" fmla="*/ 0 w 2025004"/>
              <a:gd name="connsiteY0" fmla="*/ 152895 h 1601150"/>
              <a:gd name="connsiteX1" fmla="*/ 32143 w 2025004"/>
              <a:gd name="connsiteY1" fmla="*/ 330011 h 1601150"/>
              <a:gd name="connsiteX2" fmla="*/ 64286 w 2025004"/>
              <a:gd name="connsiteY2" fmla="*/ 553182 h 1601150"/>
              <a:gd name="connsiteX3" fmla="*/ 96429 w 2025004"/>
              <a:gd name="connsiteY3" fmla="*/ 800575 h 1601150"/>
              <a:gd name="connsiteX4" fmla="*/ 128572 w 2025004"/>
              <a:gd name="connsiteY4" fmla="*/ 1047967 h 1601150"/>
              <a:gd name="connsiteX5" fmla="*/ 160715 w 2025004"/>
              <a:gd name="connsiteY5" fmla="*/ 1271139 h 1601150"/>
              <a:gd name="connsiteX6" fmla="*/ 192858 w 2025004"/>
              <a:gd name="connsiteY6" fmla="*/ 1448255 h 1601150"/>
              <a:gd name="connsiteX7" fmla="*/ 225001 w 2025004"/>
              <a:gd name="connsiteY7" fmla="*/ 1561967 h 1601150"/>
              <a:gd name="connsiteX8" fmla="*/ 257144 w 2025004"/>
              <a:gd name="connsiteY8" fmla="*/ 1601150 h 1601150"/>
              <a:gd name="connsiteX9" fmla="*/ 289287 w 2025004"/>
              <a:gd name="connsiteY9" fmla="*/ 1561967 h 1601150"/>
              <a:gd name="connsiteX10" fmla="*/ 321429 w 2025004"/>
              <a:gd name="connsiteY10" fmla="*/ 1448255 h 1601150"/>
              <a:gd name="connsiteX11" fmla="*/ 353573 w 2025004"/>
              <a:gd name="connsiteY11" fmla="*/ 1271139 h 1601150"/>
              <a:gd name="connsiteX12" fmla="*/ 385715 w 2025004"/>
              <a:gd name="connsiteY12" fmla="*/ 1047967 h 1601150"/>
              <a:gd name="connsiteX13" fmla="*/ 417858 w 2025004"/>
              <a:gd name="connsiteY13" fmla="*/ 800575 h 1601150"/>
              <a:gd name="connsiteX14" fmla="*/ 450001 w 2025004"/>
              <a:gd name="connsiteY14" fmla="*/ 553182 h 1601150"/>
              <a:gd name="connsiteX15" fmla="*/ 482144 w 2025004"/>
              <a:gd name="connsiteY15" fmla="*/ 330011 h 1601150"/>
              <a:gd name="connsiteX16" fmla="*/ 514287 w 2025004"/>
              <a:gd name="connsiteY16" fmla="*/ 152895 h 1601150"/>
              <a:gd name="connsiteX17" fmla="*/ 546430 w 2025004"/>
              <a:gd name="connsiteY17" fmla="*/ 39183 h 1601150"/>
              <a:gd name="connsiteX18" fmla="*/ 578573 w 2025004"/>
              <a:gd name="connsiteY18" fmla="*/ 0 h 1601150"/>
              <a:gd name="connsiteX19" fmla="*/ 610716 w 2025004"/>
              <a:gd name="connsiteY19" fmla="*/ 39183 h 1601150"/>
              <a:gd name="connsiteX20" fmla="*/ 642859 w 2025004"/>
              <a:gd name="connsiteY20" fmla="*/ 152895 h 1601150"/>
              <a:gd name="connsiteX21" fmla="*/ 675002 w 2025004"/>
              <a:gd name="connsiteY21" fmla="*/ 330011 h 1601150"/>
              <a:gd name="connsiteX22" fmla="*/ 707144 w 2025004"/>
              <a:gd name="connsiteY22" fmla="*/ 553182 h 1601150"/>
              <a:gd name="connsiteX23" fmla="*/ 739287 w 2025004"/>
              <a:gd name="connsiteY23" fmla="*/ 800575 h 1601150"/>
              <a:gd name="connsiteX24" fmla="*/ 771431 w 2025004"/>
              <a:gd name="connsiteY24" fmla="*/ 1047967 h 1601150"/>
              <a:gd name="connsiteX25" fmla="*/ 803573 w 2025004"/>
              <a:gd name="connsiteY25" fmla="*/ 1271139 h 1601150"/>
              <a:gd name="connsiteX26" fmla="*/ 835716 w 2025004"/>
              <a:gd name="connsiteY26" fmla="*/ 1448255 h 1601150"/>
              <a:gd name="connsiteX27" fmla="*/ 867859 w 2025004"/>
              <a:gd name="connsiteY27" fmla="*/ 1561967 h 1601150"/>
              <a:gd name="connsiteX28" fmla="*/ 900002 w 2025004"/>
              <a:gd name="connsiteY28" fmla="*/ 1601150 h 1601150"/>
              <a:gd name="connsiteX29" fmla="*/ 932145 w 2025004"/>
              <a:gd name="connsiteY29" fmla="*/ 1561967 h 1601150"/>
              <a:gd name="connsiteX30" fmla="*/ 964288 w 2025004"/>
              <a:gd name="connsiteY30" fmla="*/ 1448255 h 1601150"/>
              <a:gd name="connsiteX31" fmla="*/ 996431 w 2025004"/>
              <a:gd name="connsiteY31" fmla="*/ 1271139 h 1601150"/>
              <a:gd name="connsiteX32" fmla="*/ 1028574 w 2025004"/>
              <a:gd name="connsiteY32" fmla="*/ 1047967 h 1601150"/>
              <a:gd name="connsiteX33" fmla="*/ 1060717 w 2025004"/>
              <a:gd name="connsiteY33" fmla="*/ 800575 h 1601150"/>
              <a:gd name="connsiteX34" fmla="*/ 1092860 w 2025004"/>
              <a:gd name="connsiteY34" fmla="*/ 553182 h 1601150"/>
              <a:gd name="connsiteX35" fmla="*/ 1125003 w 2025004"/>
              <a:gd name="connsiteY35" fmla="*/ 330011 h 1601150"/>
              <a:gd name="connsiteX36" fmla="*/ 1157146 w 2025004"/>
              <a:gd name="connsiteY36" fmla="*/ 152895 h 1601150"/>
              <a:gd name="connsiteX37" fmla="*/ 1189289 w 2025004"/>
              <a:gd name="connsiteY37" fmla="*/ 39183 h 1601150"/>
              <a:gd name="connsiteX38" fmla="*/ 1221431 w 2025004"/>
              <a:gd name="connsiteY38" fmla="*/ 0 h 1601150"/>
              <a:gd name="connsiteX39" fmla="*/ 1253574 w 2025004"/>
              <a:gd name="connsiteY39" fmla="*/ 39183 h 1601150"/>
              <a:gd name="connsiteX40" fmla="*/ 1285717 w 2025004"/>
              <a:gd name="connsiteY40" fmla="*/ 152895 h 1601150"/>
              <a:gd name="connsiteX41" fmla="*/ 1317860 w 2025004"/>
              <a:gd name="connsiteY41" fmla="*/ 330011 h 1601150"/>
              <a:gd name="connsiteX42" fmla="*/ 1350003 w 2025004"/>
              <a:gd name="connsiteY42" fmla="*/ 553182 h 1601150"/>
              <a:gd name="connsiteX43" fmla="*/ 1382146 w 2025004"/>
              <a:gd name="connsiteY43" fmla="*/ 800575 h 1601150"/>
              <a:gd name="connsiteX44" fmla="*/ 1414289 w 2025004"/>
              <a:gd name="connsiteY44" fmla="*/ 1047967 h 1601150"/>
              <a:gd name="connsiteX45" fmla="*/ 1446432 w 2025004"/>
              <a:gd name="connsiteY45" fmla="*/ 1271139 h 1601150"/>
              <a:gd name="connsiteX46" fmla="*/ 1478575 w 2025004"/>
              <a:gd name="connsiteY46" fmla="*/ 1448255 h 1601150"/>
              <a:gd name="connsiteX47" fmla="*/ 1510718 w 2025004"/>
              <a:gd name="connsiteY47" fmla="*/ 1561967 h 1601150"/>
              <a:gd name="connsiteX48" fmla="*/ 1542860 w 2025004"/>
              <a:gd name="connsiteY48" fmla="*/ 1601150 h 1601150"/>
              <a:gd name="connsiteX49" fmla="*/ 1575004 w 2025004"/>
              <a:gd name="connsiteY49" fmla="*/ 1561967 h 1601150"/>
              <a:gd name="connsiteX50" fmla="*/ 1607146 w 2025004"/>
              <a:gd name="connsiteY50" fmla="*/ 1448255 h 1601150"/>
              <a:gd name="connsiteX51" fmla="*/ 1639289 w 2025004"/>
              <a:gd name="connsiteY51" fmla="*/ 1271139 h 1601150"/>
              <a:gd name="connsiteX52" fmla="*/ 1671432 w 2025004"/>
              <a:gd name="connsiteY52" fmla="*/ 1047967 h 1601150"/>
              <a:gd name="connsiteX53" fmla="*/ 1703575 w 2025004"/>
              <a:gd name="connsiteY53" fmla="*/ 800575 h 1601150"/>
              <a:gd name="connsiteX54" fmla="*/ 1735718 w 2025004"/>
              <a:gd name="connsiteY54" fmla="*/ 553182 h 1601150"/>
              <a:gd name="connsiteX55" fmla="*/ 1767861 w 2025004"/>
              <a:gd name="connsiteY55" fmla="*/ 330011 h 1601150"/>
              <a:gd name="connsiteX56" fmla="*/ 1800004 w 2025004"/>
              <a:gd name="connsiteY56" fmla="*/ 152895 h 1601150"/>
              <a:gd name="connsiteX57" fmla="*/ 1832147 w 2025004"/>
              <a:gd name="connsiteY57" fmla="*/ 39183 h 1601150"/>
              <a:gd name="connsiteX58" fmla="*/ 1864290 w 2025004"/>
              <a:gd name="connsiteY58" fmla="*/ 0 h 1601150"/>
              <a:gd name="connsiteX59" fmla="*/ 1896433 w 2025004"/>
              <a:gd name="connsiteY59" fmla="*/ 39183 h 1601150"/>
              <a:gd name="connsiteX60" fmla="*/ 1928576 w 2025004"/>
              <a:gd name="connsiteY60" fmla="*/ 152895 h 1601150"/>
              <a:gd name="connsiteX61" fmla="*/ 1960719 w 2025004"/>
              <a:gd name="connsiteY61" fmla="*/ 330011 h 1601150"/>
              <a:gd name="connsiteX62" fmla="*/ 1992862 w 2025004"/>
              <a:gd name="connsiteY62" fmla="*/ 553182 h 1601150"/>
              <a:gd name="connsiteX63" fmla="*/ 2025004 w 2025004"/>
              <a:gd name="connsiteY63" fmla="*/ 800575 h 1601150"/>
              <a:gd name="connsiteX0" fmla="*/ 0 w 1992861"/>
              <a:gd name="connsiteY0" fmla="*/ 330011 h 1601150"/>
              <a:gd name="connsiteX1" fmla="*/ 32143 w 1992861"/>
              <a:gd name="connsiteY1" fmla="*/ 553182 h 1601150"/>
              <a:gd name="connsiteX2" fmla="*/ 64286 w 1992861"/>
              <a:gd name="connsiteY2" fmla="*/ 800575 h 1601150"/>
              <a:gd name="connsiteX3" fmla="*/ 96429 w 1992861"/>
              <a:gd name="connsiteY3" fmla="*/ 1047967 h 1601150"/>
              <a:gd name="connsiteX4" fmla="*/ 128572 w 1992861"/>
              <a:gd name="connsiteY4" fmla="*/ 1271139 h 1601150"/>
              <a:gd name="connsiteX5" fmla="*/ 160715 w 1992861"/>
              <a:gd name="connsiteY5" fmla="*/ 1448255 h 1601150"/>
              <a:gd name="connsiteX6" fmla="*/ 192858 w 1992861"/>
              <a:gd name="connsiteY6" fmla="*/ 1561967 h 1601150"/>
              <a:gd name="connsiteX7" fmla="*/ 225001 w 1992861"/>
              <a:gd name="connsiteY7" fmla="*/ 1601150 h 1601150"/>
              <a:gd name="connsiteX8" fmla="*/ 257144 w 1992861"/>
              <a:gd name="connsiteY8" fmla="*/ 1561967 h 1601150"/>
              <a:gd name="connsiteX9" fmla="*/ 289286 w 1992861"/>
              <a:gd name="connsiteY9" fmla="*/ 1448255 h 1601150"/>
              <a:gd name="connsiteX10" fmla="*/ 321430 w 1992861"/>
              <a:gd name="connsiteY10" fmla="*/ 1271139 h 1601150"/>
              <a:gd name="connsiteX11" fmla="*/ 353572 w 1992861"/>
              <a:gd name="connsiteY11" fmla="*/ 1047967 h 1601150"/>
              <a:gd name="connsiteX12" fmla="*/ 385715 w 1992861"/>
              <a:gd name="connsiteY12" fmla="*/ 800575 h 1601150"/>
              <a:gd name="connsiteX13" fmla="*/ 417858 w 1992861"/>
              <a:gd name="connsiteY13" fmla="*/ 553182 h 1601150"/>
              <a:gd name="connsiteX14" fmla="*/ 450001 w 1992861"/>
              <a:gd name="connsiteY14" fmla="*/ 330011 h 1601150"/>
              <a:gd name="connsiteX15" fmla="*/ 482144 w 1992861"/>
              <a:gd name="connsiteY15" fmla="*/ 152895 h 1601150"/>
              <a:gd name="connsiteX16" fmla="*/ 514287 w 1992861"/>
              <a:gd name="connsiteY16" fmla="*/ 39183 h 1601150"/>
              <a:gd name="connsiteX17" fmla="*/ 546430 w 1992861"/>
              <a:gd name="connsiteY17" fmla="*/ 0 h 1601150"/>
              <a:gd name="connsiteX18" fmla="*/ 578573 w 1992861"/>
              <a:gd name="connsiteY18" fmla="*/ 39183 h 1601150"/>
              <a:gd name="connsiteX19" fmla="*/ 610716 w 1992861"/>
              <a:gd name="connsiteY19" fmla="*/ 152895 h 1601150"/>
              <a:gd name="connsiteX20" fmla="*/ 642859 w 1992861"/>
              <a:gd name="connsiteY20" fmla="*/ 330011 h 1601150"/>
              <a:gd name="connsiteX21" fmla="*/ 675001 w 1992861"/>
              <a:gd name="connsiteY21" fmla="*/ 553182 h 1601150"/>
              <a:gd name="connsiteX22" fmla="*/ 707144 w 1992861"/>
              <a:gd name="connsiteY22" fmla="*/ 800575 h 1601150"/>
              <a:gd name="connsiteX23" fmla="*/ 739288 w 1992861"/>
              <a:gd name="connsiteY23" fmla="*/ 1047967 h 1601150"/>
              <a:gd name="connsiteX24" fmla="*/ 771430 w 1992861"/>
              <a:gd name="connsiteY24" fmla="*/ 1271139 h 1601150"/>
              <a:gd name="connsiteX25" fmla="*/ 803573 w 1992861"/>
              <a:gd name="connsiteY25" fmla="*/ 1448255 h 1601150"/>
              <a:gd name="connsiteX26" fmla="*/ 835716 w 1992861"/>
              <a:gd name="connsiteY26" fmla="*/ 1561967 h 1601150"/>
              <a:gd name="connsiteX27" fmla="*/ 867859 w 1992861"/>
              <a:gd name="connsiteY27" fmla="*/ 1601150 h 1601150"/>
              <a:gd name="connsiteX28" fmla="*/ 900002 w 1992861"/>
              <a:gd name="connsiteY28" fmla="*/ 1561967 h 1601150"/>
              <a:gd name="connsiteX29" fmla="*/ 932145 w 1992861"/>
              <a:gd name="connsiteY29" fmla="*/ 1448255 h 1601150"/>
              <a:gd name="connsiteX30" fmla="*/ 964288 w 1992861"/>
              <a:gd name="connsiteY30" fmla="*/ 1271139 h 1601150"/>
              <a:gd name="connsiteX31" fmla="*/ 996431 w 1992861"/>
              <a:gd name="connsiteY31" fmla="*/ 1047967 h 1601150"/>
              <a:gd name="connsiteX32" fmla="*/ 1028574 w 1992861"/>
              <a:gd name="connsiteY32" fmla="*/ 800575 h 1601150"/>
              <a:gd name="connsiteX33" fmla="*/ 1060717 w 1992861"/>
              <a:gd name="connsiteY33" fmla="*/ 553182 h 1601150"/>
              <a:gd name="connsiteX34" fmla="*/ 1092860 w 1992861"/>
              <a:gd name="connsiteY34" fmla="*/ 330011 h 1601150"/>
              <a:gd name="connsiteX35" fmla="*/ 1125003 w 1992861"/>
              <a:gd name="connsiteY35" fmla="*/ 152895 h 1601150"/>
              <a:gd name="connsiteX36" fmla="*/ 1157146 w 1992861"/>
              <a:gd name="connsiteY36" fmla="*/ 39183 h 1601150"/>
              <a:gd name="connsiteX37" fmla="*/ 1189288 w 1992861"/>
              <a:gd name="connsiteY37" fmla="*/ 0 h 1601150"/>
              <a:gd name="connsiteX38" fmla="*/ 1221431 w 1992861"/>
              <a:gd name="connsiteY38" fmla="*/ 39183 h 1601150"/>
              <a:gd name="connsiteX39" fmla="*/ 1253574 w 1992861"/>
              <a:gd name="connsiteY39" fmla="*/ 152895 h 1601150"/>
              <a:gd name="connsiteX40" fmla="*/ 1285717 w 1992861"/>
              <a:gd name="connsiteY40" fmla="*/ 330011 h 1601150"/>
              <a:gd name="connsiteX41" fmla="*/ 1317860 w 1992861"/>
              <a:gd name="connsiteY41" fmla="*/ 553182 h 1601150"/>
              <a:gd name="connsiteX42" fmla="*/ 1350003 w 1992861"/>
              <a:gd name="connsiteY42" fmla="*/ 800575 h 1601150"/>
              <a:gd name="connsiteX43" fmla="*/ 1382146 w 1992861"/>
              <a:gd name="connsiteY43" fmla="*/ 1047967 h 1601150"/>
              <a:gd name="connsiteX44" fmla="*/ 1414289 w 1992861"/>
              <a:gd name="connsiteY44" fmla="*/ 1271139 h 1601150"/>
              <a:gd name="connsiteX45" fmla="*/ 1446432 w 1992861"/>
              <a:gd name="connsiteY45" fmla="*/ 1448255 h 1601150"/>
              <a:gd name="connsiteX46" fmla="*/ 1478575 w 1992861"/>
              <a:gd name="connsiteY46" fmla="*/ 1561967 h 1601150"/>
              <a:gd name="connsiteX47" fmla="*/ 1510717 w 1992861"/>
              <a:gd name="connsiteY47" fmla="*/ 1601150 h 1601150"/>
              <a:gd name="connsiteX48" fmla="*/ 1542861 w 1992861"/>
              <a:gd name="connsiteY48" fmla="*/ 1561967 h 1601150"/>
              <a:gd name="connsiteX49" fmla="*/ 1575003 w 1992861"/>
              <a:gd name="connsiteY49" fmla="*/ 1448255 h 1601150"/>
              <a:gd name="connsiteX50" fmla="*/ 1607146 w 1992861"/>
              <a:gd name="connsiteY50" fmla="*/ 1271139 h 1601150"/>
              <a:gd name="connsiteX51" fmla="*/ 1639289 w 1992861"/>
              <a:gd name="connsiteY51" fmla="*/ 1047967 h 1601150"/>
              <a:gd name="connsiteX52" fmla="*/ 1671432 w 1992861"/>
              <a:gd name="connsiteY52" fmla="*/ 800575 h 1601150"/>
              <a:gd name="connsiteX53" fmla="*/ 1703575 w 1992861"/>
              <a:gd name="connsiteY53" fmla="*/ 553182 h 1601150"/>
              <a:gd name="connsiteX54" fmla="*/ 1735718 w 1992861"/>
              <a:gd name="connsiteY54" fmla="*/ 330011 h 1601150"/>
              <a:gd name="connsiteX55" fmla="*/ 1767861 w 1992861"/>
              <a:gd name="connsiteY55" fmla="*/ 152895 h 1601150"/>
              <a:gd name="connsiteX56" fmla="*/ 1800004 w 1992861"/>
              <a:gd name="connsiteY56" fmla="*/ 39183 h 1601150"/>
              <a:gd name="connsiteX57" fmla="*/ 1832147 w 1992861"/>
              <a:gd name="connsiteY57" fmla="*/ 0 h 1601150"/>
              <a:gd name="connsiteX58" fmla="*/ 1864290 w 1992861"/>
              <a:gd name="connsiteY58" fmla="*/ 39183 h 1601150"/>
              <a:gd name="connsiteX59" fmla="*/ 1896433 w 1992861"/>
              <a:gd name="connsiteY59" fmla="*/ 152895 h 1601150"/>
              <a:gd name="connsiteX60" fmla="*/ 1928576 w 1992861"/>
              <a:gd name="connsiteY60" fmla="*/ 330011 h 1601150"/>
              <a:gd name="connsiteX61" fmla="*/ 1960719 w 1992861"/>
              <a:gd name="connsiteY61" fmla="*/ 553182 h 1601150"/>
              <a:gd name="connsiteX62" fmla="*/ 1992861 w 1992861"/>
              <a:gd name="connsiteY62" fmla="*/ 800575 h 1601150"/>
              <a:gd name="connsiteX0" fmla="*/ 0 w 1960718"/>
              <a:gd name="connsiteY0" fmla="*/ 553182 h 1601150"/>
              <a:gd name="connsiteX1" fmla="*/ 32143 w 1960718"/>
              <a:gd name="connsiteY1" fmla="*/ 800575 h 1601150"/>
              <a:gd name="connsiteX2" fmla="*/ 64286 w 1960718"/>
              <a:gd name="connsiteY2" fmla="*/ 1047967 h 1601150"/>
              <a:gd name="connsiteX3" fmla="*/ 96429 w 1960718"/>
              <a:gd name="connsiteY3" fmla="*/ 1271139 h 1601150"/>
              <a:gd name="connsiteX4" fmla="*/ 128572 w 1960718"/>
              <a:gd name="connsiteY4" fmla="*/ 1448255 h 1601150"/>
              <a:gd name="connsiteX5" fmla="*/ 160715 w 1960718"/>
              <a:gd name="connsiteY5" fmla="*/ 1561967 h 1601150"/>
              <a:gd name="connsiteX6" fmla="*/ 192858 w 1960718"/>
              <a:gd name="connsiteY6" fmla="*/ 1601150 h 1601150"/>
              <a:gd name="connsiteX7" fmla="*/ 225001 w 1960718"/>
              <a:gd name="connsiteY7" fmla="*/ 1561967 h 1601150"/>
              <a:gd name="connsiteX8" fmla="*/ 257143 w 1960718"/>
              <a:gd name="connsiteY8" fmla="*/ 1448255 h 1601150"/>
              <a:gd name="connsiteX9" fmla="*/ 289287 w 1960718"/>
              <a:gd name="connsiteY9" fmla="*/ 1271139 h 1601150"/>
              <a:gd name="connsiteX10" fmla="*/ 321429 w 1960718"/>
              <a:gd name="connsiteY10" fmla="*/ 1047967 h 1601150"/>
              <a:gd name="connsiteX11" fmla="*/ 353572 w 1960718"/>
              <a:gd name="connsiteY11" fmla="*/ 800575 h 1601150"/>
              <a:gd name="connsiteX12" fmla="*/ 385715 w 1960718"/>
              <a:gd name="connsiteY12" fmla="*/ 553182 h 1601150"/>
              <a:gd name="connsiteX13" fmla="*/ 417858 w 1960718"/>
              <a:gd name="connsiteY13" fmla="*/ 330011 h 1601150"/>
              <a:gd name="connsiteX14" fmla="*/ 450001 w 1960718"/>
              <a:gd name="connsiteY14" fmla="*/ 152895 h 1601150"/>
              <a:gd name="connsiteX15" fmla="*/ 482144 w 1960718"/>
              <a:gd name="connsiteY15" fmla="*/ 39183 h 1601150"/>
              <a:gd name="connsiteX16" fmla="*/ 514287 w 1960718"/>
              <a:gd name="connsiteY16" fmla="*/ 0 h 1601150"/>
              <a:gd name="connsiteX17" fmla="*/ 546430 w 1960718"/>
              <a:gd name="connsiteY17" fmla="*/ 39183 h 1601150"/>
              <a:gd name="connsiteX18" fmla="*/ 578573 w 1960718"/>
              <a:gd name="connsiteY18" fmla="*/ 152895 h 1601150"/>
              <a:gd name="connsiteX19" fmla="*/ 610716 w 1960718"/>
              <a:gd name="connsiteY19" fmla="*/ 330011 h 1601150"/>
              <a:gd name="connsiteX20" fmla="*/ 642858 w 1960718"/>
              <a:gd name="connsiteY20" fmla="*/ 553182 h 1601150"/>
              <a:gd name="connsiteX21" fmla="*/ 675001 w 1960718"/>
              <a:gd name="connsiteY21" fmla="*/ 800575 h 1601150"/>
              <a:gd name="connsiteX22" fmla="*/ 707145 w 1960718"/>
              <a:gd name="connsiteY22" fmla="*/ 1047967 h 1601150"/>
              <a:gd name="connsiteX23" fmla="*/ 739287 w 1960718"/>
              <a:gd name="connsiteY23" fmla="*/ 1271139 h 1601150"/>
              <a:gd name="connsiteX24" fmla="*/ 771430 w 1960718"/>
              <a:gd name="connsiteY24" fmla="*/ 1448255 h 1601150"/>
              <a:gd name="connsiteX25" fmla="*/ 803573 w 1960718"/>
              <a:gd name="connsiteY25" fmla="*/ 1561967 h 1601150"/>
              <a:gd name="connsiteX26" fmla="*/ 835716 w 1960718"/>
              <a:gd name="connsiteY26" fmla="*/ 1601150 h 1601150"/>
              <a:gd name="connsiteX27" fmla="*/ 867859 w 1960718"/>
              <a:gd name="connsiteY27" fmla="*/ 1561967 h 1601150"/>
              <a:gd name="connsiteX28" fmla="*/ 900002 w 1960718"/>
              <a:gd name="connsiteY28" fmla="*/ 1448255 h 1601150"/>
              <a:gd name="connsiteX29" fmla="*/ 932145 w 1960718"/>
              <a:gd name="connsiteY29" fmla="*/ 1271139 h 1601150"/>
              <a:gd name="connsiteX30" fmla="*/ 964288 w 1960718"/>
              <a:gd name="connsiteY30" fmla="*/ 1047967 h 1601150"/>
              <a:gd name="connsiteX31" fmla="*/ 996431 w 1960718"/>
              <a:gd name="connsiteY31" fmla="*/ 800575 h 1601150"/>
              <a:gd name="connsiteX32" fmla="*/ 1028574 w 1960718"/>
              <a:gd name="connsiteY32" fmla="*/ 553182 h 1601150"/>
              <a:gd name="connsiteX33" fmla="*/ 1060717 w 1960718"/>
              <a:gd name="connsiteY33" fmla="*/ 330011 h 1601150"/>
              <a:gd name="connsiteX34" fmla="*/ 1092860 w 1960718"/>
              <a:gd name="connsiteY34" fmla="*/ 152895 h 1601150"/>
              <a:gd name="connsiteX35" fmla="*/ 1125003 w 1960718"/>
              <a:gd name="connsiteY35" fmla="*/ 39183 h 1601150"/>
              <a:gd name="connsiteX36" fmla="*/ 1157145 w 1960718"/>
              <a:gd name="connsiteY36" fmla="*/ 0 h 1601150"/>
              <a:gd name="connsiteX37" fmla="*/ 1189288 w 1960718"/>
              <a:gd name="connsiteY37" fmla="*/ 39183 h 1601150"/>
              <a:gd name="connsiteX38" fmla="*/ 1221431 w 1960718"/>
              <a:gd name="connsiteY38" fmla="*/ 152895 h 1601150"/>
              <a:gd name="connsiteX39" fmla="*/ 1253574 w 1960718"/>
              <a:gd name="connsiteY39" fmla="*/ 330011 h 1601150"/>
              <a:gd name="connsiteX40" fmla="*/ 1285717 w 1960718"/>
              <a:gd name="connsiteY40" fmla="*/ 553182 h 1601150"/>
              <a:gd name="connsiteX41" fmla="*/ 1317860 w 1960718"/>
              <a:gd name="connsiteY41" fmla="*/ 800575 h 1601150"/>
              <a:gd name="connsiteX42" fmla="*/ 1350003 w 1960718"/>
              <a:gd name="connsiteY42" fmla="*/ 1047967 h 1601150"/>
              <a:gd name="connsiteX43" fmla="*/ 1382146 w 1960718"/>
              <a:gd name="connsiteY43" fmla="*/ 1271139 h 1601150"/>
              <a:gd name="connsiteX44" fmla="*/ 1414289 w 1960718"/>
              <a:gd name="connsiteY44" fmla="*/ 1448255 h 1601150"/>
              <a:gd name="connsiteX45" fmla="*/ 1446432 w 1960718"/>
              <a:gd name="connsiteY45" fmla="*/ 1561967 h 1601150"/>
              <a:gd name="connsiteX46" fmla="*/ 1478574 w 1960718"/>
              <a:gd name="connsiteY46" fmla="*/ 1601150 h 1601150"/>
              <a:gd name="connsiteX47" fmla="*/ 1510718 w 1960718"/>
              <a:gd name="connsiteY47" fmla="*/ 1561967 h 1601150"/>
              <a:gd name="connsiteX48" fmla="*/ 1542860 w 1960718"/>
              <a:gd name="connsiteY48" fmla="*/ 1448255 h 1601150"/>
              <a:gd name="connsiteX49" fmla="*/ 1575003 w 1960718"/>
              <a:gd name="connsiteY49" fmla="*/ 1271139 h 1601150"/>
              <a:gd name="connsiteX50" fmla="*/ 1607146 w 1960718"/>
              <a:gd name="connsiteY50" fmla="*/ 1047967 h 1601150"/>
              <a:gd name="connsiteX51" fmla="*/ 1639289 w 1960718"/>
              <a:gd name="connsiteY51" fmla="*/ 800575 h 1601150"/>
              <a:gd name="connsiteX52" fmla="*/ 1671432 w 1960718"/>
              <a:gd name="connsiteY52" fmla="*/ 553182 h 1601150"/>
              <a:gd name="connsiteX53" fmla="*/ 1703575 w 1960718"/>
              <a:gd name="connsiteY53" fmla="*/ 330011 h 1601150"/>
              <a:gd name="connsiteX54" fmla="*/ 1735718 w 1960718"/>
              <a:gd name="connsiteY54" fmla="*/ 152895 h 1601150"/>
              <a:gd name="connsiteX55" fmla="*/ 1767861 w 1960718"/>
              <a:gd name="connsiteY55" fmla="*/ 39183 h 1601150"/>
              <a:gd name="connsiteX56" fmla="*/ 1800004 w 1960718"/>
              <a:gd name="connsiteY56" fmla="*/ 0 h 1601150"/>
              <a:gd name="connsiteX57" fmla="*/ 1832147 w 1960718"/>
              <a:gd name="connsiteY57" fmla="*/ 39183 h 1601150"/>
              <a:gd name="connsiteX58" fmla="*/ 1864290 w 1960718"/>
              <a:gd name="connsiteY58" fmla="*/ 152895 h 1601150"/>
              <a:gd name="connsiteX59" fmla="*/ 1896433 w 1960718"/>
              <a:gd name="connsiteY59" fmla="*/ 330011 h 1601150"/>
              <a:gd name="connsiteX60" fmla="*/ 1928576 w 1960718"/>
              <a:gd name="connsiteY60" fmla="*/ 553182 h 1601150"/>
              <a:gd name="connsiteX61" fmla="*/ 1960718 w 1960718"/>
              <a:gd name="connsiteY61" fmla="*/ 800575 h 1601150"/>
              <a:gd name="connsiteX0" fmla="*/ 0 w 1928575"/>
              <a:gd name="connsiteY0" fmla="*/ 800575 h 1601150"/>
              <a:gd name="connsiteX1" fmla="*/ 32143 w 1928575"/>
              <a:gd name="connsiteY1" fmla="*/ 1047967 h 1601150"/>
              <a:gd name="connsiteX2" fmla="*/ 64286 w 1928575"/>
              <a:gd name="connsiteY2" fmla="*/ 1271139 h 1601150"/>
              <a:gd name="connsiteX3" fmla="*/ 96429 w 1928575"/>
              <a:gd name="connsiteY3" fmla="*/ 1448255 h 1601150"/>
              <a:gd name="connsiteX4" fmla="*/ 128572 w 1928575"/>
              <a:gd name="connsiteY4" fmla="*/ 1561967 h 1601150"/>
              <a:gd name="connsiteX5" fmla="*/ 160715 w 1928575"/>
              <a:gd name="connsiteY5" fmla="*/ 1601150 h 1601150"/>
              <a:gd name="connsiteX6" fmla="*/ 192858 w 1928575"/>
              <a:gd name="connsiteY6" fmla="*/ 1561967 h 1601150"/>
              <a:gd name="connsiteX7" fmla="*/ 225000 w 1928575"/>
              <a:gd name="connsiteY7" fmla="*/ 1448255 h 1601150"/>
              <a:gd name="connsiteX8" fmla="*/ 257144 w 1928575"/>
              <a:gd name="connsiteY8" fmla="*/ 1271139 h 1601150"/>
              <a:gd name="connsiteX9" fmla="*/ 289286 w 1928575"/>
              <a:gd name="connsiteY9" fmla="*/ 1047967 h 1601150"/>
              <a:gd name="connsiteX10" fmla="*/ 321429 w 1928575"/>
              <a:gd name="connsiteY10" fmla="*/ 800575 h 1601150"/>
              <a:gd name="connsiteX11" fmla="*/ 353572 w 1928575"/>
              <a:gd name="connsiteY11" fmla="*/ 553182 h 1601150"/>
              <a:gd name="connsiteX12" fmla="*/ 385715 w 1928575"/>
              <a:gd name="connsiteY12" fmla="*/ 330011 h 1601150"/>
              <a:gd name="connsiteX13" fmla="*/ 417858 w 1928575"/>
              <a:gd name="connsiteY13" fmla="*/ 152895 h 1601150"/>
              <a:gd name="connsiteX14" fmla="*/ 450001 w 1928575"/>
              <a:gd name="connsiteY14" fmla="*/ 39183 h 1601150"/>
              <a:gd name="connsiteX15" fmla="*/ 482144 w 1928575"/>
              <a:gd name="connsiteY15" fmla="*/ 0 h 1601150"/>
              <a:gd name="connsiteX16" fmla="*/ 514287 w 1928575"/>
              <a:gd name="connsiteY16" fmla="*/ 39183 h 1601150"/>
              <a:gd name="connsiteX17" fmla="*/ 546430 w 1928575"/>
              <a:gd name="connsiteY17" fmla="*/ 152895 h 1601150"/>
              <a:gd name="connsiteX18" fmla="*/ 578573 w 1928575"/>
              <a:gd name="connsiteY18" fmla="*/ 330011 h 1601150"/>
              <a:gd name="connsiteX19" fmla="*/ 610715 w 1928575"/>
              <a:gd name="connsiteY19" fmla="*/ 553182 h 1601150"/>
              <a:gd name="connsiteX20" fmla="*/ 642858 w 1928575"/>
              <a:gd name="connsiteY20" fmla="*/ 800575 h 1601150"/>
              <a:gd name="connsiteX21" fmla="*/ 675002 w 1928575"/>
              <a:gd name="connsiteY21" fmla="*/ 1047967 h 1601150"/>
              <a:gd name="connsiteX22" fmla="*/ 707144 w 1928575"/>
              <a:gd name="connsiteY22" fmla="*/ 1271139 h 1601150"/>
              <a:gd name="connsiteX23" fmla="*/ 739287 w 1928575"/>
              <a:gd name="connsiteY23" fmla="*/ 1448255 h 1601150"/>
              <a:gd name="connsiteX24" fmla="*/ 771430 w 1928575"/>
              <a:gd name="connsiteY24" fmla="*/ 1561967 h 1601150"/>
              <a:gd name="connsiteX25" fmla="*/ 803573 w 1928575"/>
              <a:gd name="connsiteY25" fmla="*/ 1601150 h 1601150"/>
              <a:gd name="connsiteX26" fmla="*/ 835716 w 1928575"/>
              <a:gd name="connsiteY26" fmla="*/ 1561967 h 1601150"/>
              <a:gd name="connsiteX27" fmla="*/ 867859 w 1928575"/>
              <a:gd name="connsiteY27" fmla="*/ 1448255 h 1601150"/>
              <a:gd name="connsiteX28" fmla="*/ 900002 w 1928575"/>
              <a:gd name="connsiteY28" fmla="*/ 1271139 h 1601150"/>
              <a:gd name="connsiteX29" fmla="*/ 932145 w 1928575"/>
              <a:gd name="connsiteY29" fmla="*/ 1047967 h 1601150"/>
              <a:gd name="connsiteX30" fmla="*/ 964288 w 1928575"/>
              <a:gd name="connsiteY30" fmla="*/ 800575 h 1601150"/>
              <a:gd name="connsiteX31" fmla="*/ 996431 w 1928575"/>
              <a:gd name="connsiteY31" fmla="*/ 553182 h 1601150"/>
              <a:gd name="connsiteX32" fmla="*/ 1028574 w 1928575"/>
              <a:gd name="connsiteY32" fmla="*/ 330011 h 1601150"/>
              <a:gd name="connsiteX33" fmla="*/ 1060717 w 1928575"/>
              <a:gd name="connsiteY33" fmla="*/ 152895 h 1601150"/>
              <a:gd name="connsiteX34" fmla="*/ 1092860 w 1928575"/>
              <a:gd name="connsiteY34" fmla="*/ 39183 h 1601150"/>
              <a:gd name="connsiteX35" fmla="*/ 1125002 w 1928575"/>
              <a:gd name="connsiteY35" fmla="*/ 0 h 1601150"/>
              <a:gd name="connsiteX36" fmla="*/ 1157145 w 1928575"/>
              <a:gd name="connsiteY36" fmla="*/ 39183 h 1601150"/>
              <a:gd name="connsiteX37" fmla="*/ 1189288 w 1928575"/>
              <a:gd name="connsiteY37" fmla="*/ 152895 h 1601150"/>
              <a:gd name="connsiteX38" fmla="*/ 1221431 w 1928575"/>
              <a:gd name="connsiteY38" fmla="*/ 330011 h 1601150"/>
              <a:gd name="connsiteX39" fmla="*/ 1253574 w 1928575"/>
              <a:gd name="connsiteY39" fmla="*/ 553182 h 1601150"/>
              <a:gd name="connsiteX40" fmla="*/ 1285717 w 1928575"/>
              <a:gd name="connsiteY40" fmla="*/ 800575 h 1601150"/>
              <a:gd name="connsiteX41" fmla="*/ 1317860 w 1928575"/>
              <a:gd name="connsiteY41" fmla="*/ 1047967 h 1601150"/>
              <a:gd name="connsiteX42" fmla="*/ 1350003 w 1928575"/>
              <a:gd name="connsiteY42" fmla="*/ 1271139 h 1601150"/>
              <a:gd name="connsiteX43" fmla="*/ 1382146 w 1928575"/>
              <a:gd name="connsiteY43" fmla="*/ 1448255 h 1601150"/>
              <a:gd name="connsiteX44" fmla="*/ 1414289 w 1928575"/>
              <a:gd name="connsiteY44" fmla="*/ 1561967 h 1601150"/>
              <a:gd name="connsiteX45" fmla="*/ 1446431 w 1928575"/>
              <a:gd name="connsiteY45" fmla="*/ 1601150 h 1601150"/>
              <a:gd name="connsiteX46" fmla="*/ 1478575 w 1928575"/>
              <a:gd name="connsiteY46" fmla="*/ 1561967 h 1601150"/>
              <a:gd name="connsiteX47" fmla="*/ 1510717 w 1928575"/>
              <a:gd name="connsiteY47" fmla="*/ 1448255 h 1601150"/>
              <a:gd name="connsiteX48" fmla="*/ 1542860 w 1928575"/>
              <a:gd name="connsiteY48" fmla="*/ 1271139 h 1601150"/>
              <a:gd name="connsiteX49" fmla="*/ 1575003 w 1928575"/>
              <a:gd name="connsiteY49" fmla="*/ 1047967 h 1601150"/>
              <a:gd name="connsiteX50" fmla="*/ 1607146 w 1928575"/>
              <a:gd name="connsiteY50" fmla="*/ 800575 h 1601150"/>
              <a:gd name="connsiteX51" fmla="*/ 1639289 w 1928575"/>
              <a:gd name="connsiteY51" fmla="*/ 553182 h 1601150"/>
              <a:gd name="connsiteX52" fmla="*/ 1671432 w 1928575"/>
              <a:gd name="connsiteY52" fmla="*/ 330011 h 1601150"/>
              <a:gd name="connsiteX53" fmla="*/ 1703575 w 1928575"/>
              <a:gd name="connsiteY53" fmla="*/ 152895 h 1601150"/>
              <a:gd name="connsiteX54" fmla="*/ 1735718 w 1928575"/>
              <a:gd name="connsiteY54" fmla="*/ 39183 h 1601150"/>
              <a:gd name="connsiteX55" fmla="*/ 1767861 w 1928575"/>
              <a:gd name="connsiteY55" fmla="*/ 0 h 1601150"/>
              <a:gd name="connsiteX56" fmla="*/ 1800004 w 1928575"/>
              <a:gd name="connsiteY56" fmla="*/ 39183 h 1601150"/>
              <a:gd name="connsiteX57" fmla="*/ 1832147 w 1928575"/>
              <a:gd name="connsiteY57" fmla="*/ 152895 h 1601150"/>
              <a:gd name="connsiteX58" fmla="*/ 1864290 w 1928575"/>
              <a:gd name="connsiteY58" fmla="*/ 330011 h 1601150"/>
              <a:gd name="connsiteX59" fmla="*/ 1896433 w 1928575"/>
              <a:gd name="connsiteY59" fmla="*/ 553182 h 1601150"/>
              <a:gd name="connsiteX60" fmla="*/ 1928575 w 1928575"/>
              <a:gd name="connsiteY60" fmla="*/ 800575 h 1601150"/>
              <a:gd name="connsiteX0" fmla="*/ 0 w 1896432"/>
              <a:gd name="connsiteY0" fmla="*/ 1047967 h 1601150"/>
              <a:gd name="connsiteX1" fmla="*/ 32143 w 1896432"/>
              <a:gd name="connsiteY1" fmla="*/ 1271139 h 1601150"/>
              <a:gd name="connsiteX2" fmla="*/ 64286 w 1896432"/>
              <a:gd name="connsiteY2" fmla="*/ 1448255 h 1601150"/>
              <a:gd name="connsiteX3" fmla="*/ 96429 w 1896432"/>
              <a:gd name="connsiteY3" fmla="*/ 1561967 h 1601150"/>
              <a:gd name="connsiteX4" fmla="*/ 128572 w 1896432"/>
              <a:gd name="connsiteY4" fmla="*/ 1601150 h 1601150"/>
              <a:gd name="connsiteX5" fmla="*/ 160715 w 1896432"/>
              <a:gd name="connsiteY5" fmla="*/ 1561967 h 1601150"/>
              <a:gd name="connsiteX6" fmla="*/ 192857 w 1896432"/>
              <a:gd name="connsiteY6" fmla="*/ 1448255 h 1601150"/>
              <a:gd name="connsiteX7" fmla="*/ 225001 w 1896432"/>
              <a:gd name="connsiteY7" fmla="*/ 1271139 h 1601150"/>
              <a:gd name="connsiteX8" fmla="*/ 257143 w 1896432"/>
              <a:gd name="connsiteY8" fmla="*/ 1047967 h 1601150"/>
              <a:gd name="connsiteX9" fmla="*/ 289286 w 1896432"/>
              <a:gd name="connsiteY9" fmla="*/ 800575 h 1601150"/>
              <a:gd name="connsiteX10" fmla="*/ 321429 w 1896432"/>
              <a:gd name="connsiteY10" fmla="*/ 553182 h 1601150"/>
              <a:gd name="connsiteX11" fmla="*/ 353572 w 1896432"/>
              <a:gd name="connsiteY11" fmla="*/ 330011 h 1601150"/>
              <a:gd name="connsiteX12" fmla="*/ 385715 w 1896432"/>
              <a:gd name="connsiteY12" fmla="*/ 152895 h 1601150"/>
              <a:gd name="connsiteX13" fmla="*/ 417858 w 1896432"/>
              <a:gd name="connsiteY13" fmla="*/ 39183 h 1601150"/>
              <a:gd name="connsiteX14" fmla="*/ 450001 w 1896432"/>
              <a:gd name="connsiteY14" fmla="*/ 0 h 1601150"/>
              <a:gd name="connsiteX15" fmla="*/ 482144 w 1896432"/>
              <a:gd name="connsiteY15" fmla="*/ 39183 h 1601150"/>
              <a:gd name="connsiteX16" fmla="*/ 514287 w 1896432"/>
              <a:gd name="connsiteY16" fmla="*/ 152895 h 1601150"/>
              <a:gd name="connsiteX17" fmla="*/ 546430 w 1896432"/>
              <a:gd name="connsiteY17" fmla="*/ 330011 h 1601150"/>
              <a:gd name="connsiteX18" fmla="*/ 578572 w 1896432"/>
              <a:gd name="connsiteY18" fmla="*/ 553182 h 1601150"/>
              <a:gd name="connsiteX19" fmla="*/ 610715 w 1896432"/>
              <a:gd name="connsiteY19" fmla="*/ 800575 h 1601150"/>
              <a:gd name="connsiteX20" fmla="*/ 642859 w 1896432"/>
              <a:gd name="connsiteY20" fmla="*/ 1047967 h 1601150"/>
              <a:gd name="connsiteX21" fmla="*/ 675001 w 1896432"/>
              <a:gd name="connsiteY21" fmla="*/ 1271139 h 1601150"/>
              <a:gd name="connsiteX22" fmla="*/ 707144 w 1896432"/>
              <a:gd name="connsiteY22" fmla="*/ 1448255 h 1601150"/>
              <a:gd name="connsiteX23" fmla="*/ 739287 w 1896432"/>
              <a:gd name="connsiteY23" fmla="*/ 1561967 h 1601150"/>
              <a:gd name="connsiteX24" fmla="*/ 771430 w 1896432"/>
              <a:gd name="connsiteY24" fmla="*/ 1601150 h 1601150"/>
              <a:gd name="connsiteX25" fmla="*/ 803573 w 1896432"/>
              <a:gd name="connsiteY25" fmla="*/ 1561967 h 1601150"/>
              <a:gd name="connsiteX26" fmla="*/ 835716 w 1896432"/>
              <a:gd name="connsiteY26" fmla="*/ 1448255 h 1601150"/>
              <a:gd name="connsiteX27" fmla="*/ 867859 w 1896432"/>
              <a:gd name="connsiteY27" fmla="*/ 1271139 h 1601150"/>
              <a:gd name="connsiteX28" fmla="*/ 900002 w 1896432"/>
              <a:gd name="connsiteY28" fmla="*/ 1047967 h 1601150"/>
              <a:gd name="connsiteX29" fmla="*/ 932145 w 1896432"/>
              <a:gd name="connsiteY29" fmla="*/ 800575 h 1601150"/>
              <a:gd name="connsiteX30" fmla="*/ 964288 w 1896432"/>
              <a:gd name="connsiteY30" fmla="*/ 553182 h 1601150"/>
              <a:gd name="connsiteX31" fmla="*/ 996431 w 1896432"/>
              <a:gd name="connsiteY31" fmla="*/ 330011 h 1601150"/>
              <a:gd name="connsiteX32" fmla="*/ 1028574 w 1896432"/>
              <a:gd name="connsiteY32" fmla="*/ 152895 h 1601150"/>
              <a:gd name="connsiteX33" fmla="*/ 1060717 w 1896432"/>
              <a:gd name="connsiteY33" fmla="*/ 39183 h 1601150"/>
              <a:gd name="connsiteX34" fmla="*/ 1092859 w 1896432"/>
              <a:gd name="connsiteY34" fmla="*/ 0 h 1601150"/>
              <a:gd name="connsiteX35" fmla="*/ 1125002 w 1896432"/>
              <a:gd name="connsiteY35" fmla="*/ 39183 h 1601150"/>
              <a:gd name="connsiteX36" fmla="*/ 1157145 w 1896432"/>
              <a:gd name="connsiteY36" fmla="*/ 152895 h 1601150"/>
              <a:gd name="connsiteX37" fmla="*/ 1189288 w 1896432"/>
              <a:gd name="connsiteY37" fmla="*/ 330011 h 1601150"/>
              <a:gd name="connsiteX38" fmla="*/ 1221431 w 1896432"/>
              <a:gd name="connsiteY38" fmla="*/ 553182 h 1601150"/>
              <a:gd name="connsiteX39" fmla="*/ 1253574 w 1896432"/>
              <a:gd name="connsiteY39" fmla="*/ 800575 h 1601150"/>
              <a:gd name="connsiteX40" fmla="*/ 1285717 w 1896432"/>
              <a:gd name="connsiteY40" fmla="*/ 1047967 h 1601150"/>
              <a:gd name="connsiteX41" fmla="*/ 1317860 w 1896432"/>
              <a:gd name="connsiteY41" fmla="*/ 1271139 h 1601150"/>
              <a:gd name="connsiteX42" fmla="*/ 1350003 w 1896432"/>
              <a:gd name="connsiteY42" fmla="*/ 1448255 h 1601150"/>
              <a:gd name="connsiteX43" fmla="*/ 1382146 w 1896432"/>
              <a:gd name="connsiteY43" fmla="*/ 1561967 h 1601150"/>
              <a:gd name="connsiteX44" fmla="*/ 1414288 w 1896432"/>
              <a:gd name="connsiteY44" fmla="*/ 1601150 h 1601150"/>
              <a:gd name="connsiteX45" fmla="*/ 1446432 w 1896432"/>
              <a:gd name="connsiteY45" fmla="*/ 1561967 h 1601150"/>
              <a:gd name="connsiteX46" fmla="*/ 1478574 w 1896432"/>
              <a:gd name="connsiteY46" fmla="*/ 1448255 h 1601150"/>
              <a:gd name="connsiteX47" fmla="*/ 1510717 w 1896432"/>
              <a:gd name="connsiteY47" fmla="*/ 1271139 h 1601150"/>
              <a:gd name="connsiteX48" fmla="*/ 1542860 w 1896432"/>
              <a:gd name="connsiteY48" fmla="*/ 1047967 h 1601150"/>
              <a:gd name="connsiteX49" fmla="*/ 1575003 w 1896432"/>
              <a:gd name="connsiteY49" fmla="*/ 800575 h 1601150"/>
              <a:gd name="connsiteX50" fmla="*/ 1607146 w 1896432"/>
              <a:gd name="connsiteY50" fmla="*/ 553182 h 1601150"/>
              <a:gd name="connsiteX51" fmla="*/ 1639289 w 1896432"/>
              <a:gd name="connsiteY51" fmla="*/ 330011 h 1601150"/>
              <a:gd name="connsiteX52" fmla="*/ 1671432 w 1896432"/>
              <a:gd name="connsiteY52" fmla="*/ 152895 h 1601150"/>
              <a:gd name="connsiteX53" fmla="*/ 1703575 w 1896432"/>
              <a:gd name="connsiteY53" fmla="*/ 39183 h 1601150"/>
              <a:gd name="connsiteX54" fmla="*/ 1735718 w 1896432"/>
              <a:gd name="connsiteY54" fmla="*/ 0 h 1601150"/>
              <a:gd name="connsiteX55" fmla="*/ 1767861 w 1896432"/>
              <a:gd name="connsiteY55" fmla="*/ 39183 h 1601150"/>
              <a:gd name="connsiteX56" fmla="*/ 1800004 w 1896432"/>
              <a:gd name="connsiteY56" fmla="*/ 152895 h 1601150"/>
              <a:gd name="connsiteX57" fmla="*/ 1832147 w 1896432"/>
              <a:gd name="connsiteY57" fmla="*/ 330011 h 1601150"/>
              <a:gd name="connsiteX58" fmla="*/ 1864290 w 1896432"/>
              <a:gd name="connsiteY58" fmla="*/ 553182 h 1601150"/>
              <a:gd name="connsiteX59" fmla="*/ 1896432 w 1896432"/>
              <a:gd name="connsiteY59" fmla="*/ 800575 h 1601150"/>
              <a:gd name="connsiteX0" fmla="*/ 0 w 1864289"/>
              <a:gd name="connsiteY0" fmla="*/ 1271139 h 1601150"/>
              <a:gd name="connsiteX1" fmla="*/ 32143 w 1864289"/>
              <a:gd name="connsiteY1" fmla="*/ 1448255 h 1601150"/>
              <a:gd name="connsiteX2" fmla="*/ 64286 w 1864289"/>
              <a:gd name="connsiteY2" fmla="*/ 1561967 h 1601150"/>
              <a:gd name="connsiteX3" fmla="*/ 96429 w 1864289"/>
              <a:gd name="connsiteY3" fmla="*/ 1601150 h 1601150"/>
              <a:gd name="connsiteX4" fmla="*/ 128572 w 1864289"/>
              <a:gd name="connsiteY4" fmla="*/ 1561967 h 1601150"/>
              <a:gd name="connsiteX5" fmla="*/ 160714 w 1864289"/>
              <a:gd name="connsiteY5" fmla="*/ 1448255 h 1601150"/>
              <a:gd name="connsiteX6" fmla="*/ 192858 w 1864289"/>
              <a:gd name="connsiteY6" fmla="*/ 1271139 h 1601150"/>
              <a:gd name="connsiteX7" fmla="*/ 225000 w 1864289"/>
              <a:gd name="connsiteY7" fmla="*/ 1047967 h 1601150"/>
              <a:gd name="connsiteX8" fmla="*/ 257143 w 1864289"/>
              <a:gd name="connsiteY8" fmla="*/ 800575 h 1601150"/>
              <a:gd name="connsiteX9" fmla="*/ 289286 w 1864289"/>
              <a:gd name="connsiteY9" fmla="*/ 553182 h 1601150"/>
              <a:gd name="connsiteX10" fmla="*/ 321429 w 1864289"/>
              <a:gd name="connsiteY10" fmla="*/ 330011 h 1601150"/>
              <a:gd name="connsiteX11" fmla="*/ 353572 w 1864289"/>
              <a:gd name="connsiteY11" fmla="*/ 152895 h 1601150"/>
              <a:gd name="connsiteX12" fmla="*/ 385715 w 1864289"/>
              <a:gd name="connsiteY12" fmla="*/ 39183 h 1601150"/>
              <a:gd name="connsiteX13" fmla="*/ 417858 w 1864289"/>
              <a:gd name="connsiteY13" fmla="*/ 0 h 1601150"/>
              <a:gd name="connsiteX14" fmla="*/ 450001 w 1864289"/>
              <a:gd name="connsiteY14" fmla="*/ 39183 h 1601150"/>
              <a:gd name="connsiteX15" fmla="*/ 482144 w 1864289"/>
              <a:gd name="connsiteY15" fmla="*/ 152895 h 1601150"/>
              <a:gd name="connsiteX16" fmla="*/ 514287 w 1864289"/>
              <a:gd name="connsiteY16" fmla="*/ 330011 h 1601150"/>
              <a:gd name="connsiteX17" fmla="*/ 546429 w 1864289"/>
              <a:gd name="connsiteY17" fmla="*/ 553182 h 1601150"/>
              <a:gd name="connsiteX18" fmla="*/ 578572 w 1864289"/>
              <a:gd name="connsiteY18" fmla="*/ 800575 h 1601150"/>
              <a:gd name="connsiteX19" fmla="*/ 610716 w 1864289"/>
              <a:gd name="connsiteY19" fmla="*/ 1047967 h 1601150"/>
              <a:gd name="connsiteX20" fmla="*/ 642858 w 1864289"/>
              <a:gd name="connsiteY20" fmla="*/ 1271139 h 1601150"/>
              <a:gd name="connsiteX21" fmla="*/ 675001 w 1864289"/>
              <a:gd name="connsiteY21" fmla="*/ 1448255 h 1601150"/>
              <a:gd name="connsiteX22" fmla="*/ 707144 w 1864289"/>
              <a:gd name="connsiteY22" fmla="*/ 1561967 h 1601150"/>
              <a:gd name="connsiteX23" fmla="*/ 739287 w 1864289"/>
              <a:gd name="connsiteY23" fmla="*/ 1601150 h 1601150"/>
              <a:gd name="connsiteX24" fmla="*/ 771430 w 1864289"/>
              <a:gd name="connsiteY24" fmla="*/ 1561967 h 1601150"/>
              <a:gd name="connsiteX25" fmla="*/ 803573 w 1864289"/>
              <a:gd name="connsiteY25" fmla="*/ 1448255 h 1601150"/>
              <a:gd name="connsiteX26" fmla="*/ 835716 w 1864289"/>
              <a:gd name="connsiteY26" fmla="*/ 1271139 h 1601150"/>
              <a:gd name="connsiteX27" fmla="*/ 867859 w 1864289"/>
              <a:gd name="connsiteY27" fmla="*/ 1047967 h 1601150"/>
              <a:gd name="connsiteX28" fmla="*/ 900002 w 1864289"/>
              <a:gd name="connsiteY28" fmla="*/ 800575 h 1601150"/>
              <a:gd name="connsiteX29" fmla="*/ 932145 w 1864289"/>
              <a:gd name="connsiteY29" fmla="*/ 553182 h 1601150"/>
              <a:gd name="connsiteX30" fmla="*/ 964288 w 1864289"/>
              <a:gd name="connsiteY30" fmla="*/ 330011 h 1601150"/>
              <a:gd name="connsiteX31" fmla="*/ 996431 w 1864289"/>
              <a:gd name="connsiteY31" fmla="*/ 152895 h 1601150"/>
              <a:gd name="connsiteX32" fmla="*/ 1028574 w 1864289"/>
              <a:gd name="connsiteY32" fmla="*/ 39183 h 1601150"/>
              <a:gd name="connsiteX33" fmla="*/ 1060716 w 1864289"/>
              <a:gd name="connsiteY33" fmla="*/ 0 h 1601150"/>
              <a:gd name="connsiteX34" fmla="*/ 1092859 w 1864289"/>
              <a:gd name="connsiteY34" fmla="*/ 39183 h 1601150"/>
              <a:gd name="connsiteX35" fmla="*/ 1125002 w 1864289"/>
              <a:gd name="connsiteY35" fmla="*/ 152895 h 1601150"/>
              <a:gd name="connsiteX36" fmla="*/ 1157145 w 1864289"/>
              <a:gd name="connsiteY36" fmla="*/ 330011 h 1601150"/>
              <a:gd name="connsiteX37" fmla="*/ 1189288 w 1864289"/>
              <a:gd name="connsiteY37" fmla="*/ 553182 h 1601150"/>
              <a:gd name="connsiteX38" fmla="*/ 1221431 w 1864289"/>
              <a:gd name="connsiteY38" fmla="*/ 800575 h 1601150"/>
              <a:gd name="connsiteX39" fmla="*/ 1253574 w 1864289"/>
              <a:gd name="connsiteY39" fmla="*/ 1047967 h 1601150"/>
              <a:gd name="connsiteX40" fmla="*/ 1285717 w 1864289"/>
              <a:gd name="connsiteY40" fmla="*/ 1271139 h 1601150"/>
              <a:gd name="connsiteX41" fmla="*/ 1317860 w 1864289"/>
              <a:gd name="connsiteY41" fmla="*/ 1448255 h 1601150"/>
              <a:gd name="connsiteX42" fmla="*/ 1350003 w 1864289"/>
              <a:gd name="connsiteY42" fmla="*/ 1561967 h 1601150"/>
              <a:gd name="connsiteX43" fmla="*/ 1382145 w 1864289"/>
              <a:gd name="connsiteY43" fmla="*/ 1601150 h 1601150"/>
              <a:gd name="connsiteX44" fmla="*/ 1414289 w 1864289"/>
              <a:gd name="connsiteY44" fmla="*/ 1561967 h 1601150"/>
              <a:gd name="connsiteX45" fmla="*/ 1446431 w 1864289"/>
              <a:gd name="connsiteY45" fmla="*/ 1448255 h 1601150"/>
              <a:gd name="connsiteX46" fmla="*/ 1478574 w 1864289"/>
              <a:gd name="connsiteY46" fmla="*/ 1271139 h 1601150"/>
              <a:gd name="connsiteX47" fmla="*/ 1510717 w 1864289"/>
              <a:gd name="connsiteY47" fmla="*/ 1047967 h 1601150"/>
              <a:gd name="connsiteX48" fmla="*/ 1542860 w 1864289"/>
              <a:gd name="connsiteY48" fmla="*/ 800575 h 1601150"/>
              <a:gd name="connsiteX49" fmla="*/ 1575003 w 1864289"/>
              <a:gd name="connsiteY49" fmla="*/ 553182 h 1601150"/>
              <a:gd name="connsiteX50" fmla="*/ 1607146 w 1864289"/>
              <a:gd name="connsiteY50" fmla="*/ 330011 h 1601150"/>
              <a:gd name="connsiteX51" fmla="*/ 1639289 w 1864289"/>
              <a:gd name="connsiteY51" fmla="*/ 152895 h 1601150"/>
              <a:gd name="connsiteX52" fmla="*/ 1671432 w 1864289"/>
              <a:gd name="connsiteY52" fmla="*/ 39183 h 1601150"/>
              <a:gd name="connsiteX53" fmla="*/ 1703575 w 1864289"/>
              <a:gd name="connsiteY53" fmla="*/ 0 h 1601150"/>
              <a:gd name="connsiteX54" fmla="*/ 1735718 w 1864289"/>
              <a:gd name="connsiteY54" fmla="*/ 39183 h 1601150"/>
              <a:gd name="connsiteX55" fmla="*/ 1767861 w 1864289"/>
              <a:gd name="connsiteY55" fmla="*/ 152895 h 1601150"/>
              <a:gd name="connsiteX56" fmla="*/ 1800004 w 1864289"/>
              <a:gd name="connsiteY56" fmla="*/ 330011 h 1601150"/>
              <a:gd name="connsiteX57" fmla="*/ 1832147 w 1864289"/>
              <a:gd name="connsiteY57" fmla="*/ 553182 h 1601150"/>
              <a:gd name="connsiteX58" fmla="*/ 1864289 w 1864289"/>
              <a:gd name="connsiteY58" fmla="*/ 800575 h 1601150"/>
              <a:gd name="connsiteX0" fmla="*/ 0 w 1832146"/>
              <a:gd name="connsiteY0" fmla="*/ 1448255 h 1601150"/>
              <a:gd name="connsiteX1" fmla="*/ 32143 w 1832146"/>
              <a:gd name="connsiteY1" fmla="*/ 1561967 h 1601150"/>
              <a:gd name="connsiteX2" fmla="*/ 64286 w 1832146"/>
              <a:gd name="connsiteY2" fmla="*/ 1601150 h 1601150"/>
              <a:gd name="connsiteX3" fmla="*/ 96429 w 1832146"/>
              <a:gd name="connsiteY3" fmla="*/ 1561967 h 1601150"/>
              <a:gd name="connsiteX4" fmla="*/ 128571 w 1832146"/>
              <a:gd name="connsiteY4" fmla="*/ 1448255 h 1601150"/>
              <a:gd name="connsiteX5" fmla="*/ 160715 w 1832146"/>
              <a:gd name="connsiteY5" fmla="*/ 1271139 h 1601150"/>
              <a:gd name="connsiteX6" fmla="*/ 192857 w 1832146"/>
              <a:gd name="connsiteY6" fmla="*/ 1047967 h 1601150"/>
              <a:gd name="connsiteX7" fmla="*/ 225000 w 1832146"/>
              <a:gd name="connsiteY7" fmla="*/ 800575 h 1601150"/>
              <a:gd name="connsiteX8" fmla="*/ 257143 w 1832146"/>
              <a:gd name="connsiteY8" fmla="*/ 553182 h 1601150"/>
              <a:gd name="connsiteX9" fmla="*/ 289286 w 1832146"/>
              <a:gd name="connsiteY9" fmla="*/ 330011 h 1601150"/>
              <a:gd name="connsiteX10" fmla="*/ 321429 w 1832146"/>
              <a:gd name="connsiteY10" fmla="*/ 152895 h 1601150"/>
              <a:gd name="connsiteX11" fmla="*/ 353572 w 1832146"/>
              <a:gd name="connsiteY11" fmla="*/ 39183 h 1601150"/>
              <a:gd name="connsiteX12" fmla="*/ 385715 w 1832146"/>
              <a:gd name="connsiteY12" fmla="*/ 0 h 1601150"/>
              <a:gd name="connsiteX13" fmla="*/ 417858 w 1832146"/>
              <a:gd name="connsiteY13" fmla="*/ 39183 h 1601150"/>
              <a:gd name="connsiteX14" fmla="*/ 450001 w 1832146"/>
              <a:gd name="connsiteY14" fmla="*/ 152895 h 1601150"/>
              <a:gd name="connsiteX15" fmla="*/ 482144 w 1832146"/>
              <a:gd name="connsiteY15" fmla="*/ 330011 h 1601150"/>
              <a:gd name="connsiteX16" fmla="*/ 514286 w 1832146"/>
              <a:gd name="connsiteY16" fmla="*/ 553182 h 1601150"/>
              <a:gd name="connsiteX17" fmla="*/ 546429 w 1832146"/>
              <a:gd name="connsiteY17" fmla="*/ 800575 h 1601150"/>
              <a:gd name="connsiteX18" fmla="*/ 578573 w 1832146"/>
              <a:gd name="connsiteY18" fmla="*/ 1047967 h 1601150"/>
              <a:gd name="connsiteX19" fmla="*/ 610715 w 1832146"/>
              <a:gd name="connsiteY19" fmla="*/ 1271139 h 1601150"/>
              <a:gd name="connsiteX20" fmla="*/ 642858 w 1832146"/>
              <a:gd name="connsiteY20" fmla="*/ 1448255 h 1601150"/>
              <a:gd name="connsiteX21" fmla="*/ 675001 w 1832146"/>
              <a:gd name="connsiteY21" fmla="*/ 1561967 h 1601150"/>
              <a:gd name="connsiteX22" fmla="*/ 707144 w 1832146"/>
              <a:gd name="connsiteY22" fmla="*/ 1601150 h 1601150"/>
              <a:gd name="connsiteX23" fmla="*/ 739287 w 1832146"/>
              <a:gd name="connsiteY23" fmla="*/ 1561967 h 1601150"/>
              <a:gd name="connsiteX24" fmla="*/ 771430 w 1832146"/>
              <a:gd name="connsiteY24" fmla="*/ 1448255 h 1601150"/>
              <a:gd name="connsiteX25" fmla="*/ 803573 w 1832146"/>
              <a:gd name="connsiteY25" fmla="*/ 1271139 h 1601150"/>
              <a:gd name="connsiteX26" fmla="*/ 835716 w 1832146"/>
              <a:gd name="connsiteY26" fmla="*/ 1047967 h 1601150"/>
              <a:gd name="connsiteX27" fmla="*/ 867859 w 1832146"/>
              <a:gd name="connsiteY27" fmla="*/ 800575 h 1601150"/>
              <a:gd name="connsiteX28" fmla="*/ 900002 w 1832146"/>
              <a:gd name="connsiteY28" fmla="*/ 553182 h 1601150"/>
              <a:gd name="connsiteX29" fmla="*/ 932145 w 1832146"/>
              <a:gd name="connsiteY29" fmla="*/ 330011 h 1601150"/>
              <a:gd name="connsiteX30" fmla="*/ 964288 w 1832146"/>
              <a:gd name="connsiteY30" fmla="*/ 152895 h 1601150"/>
              <a:gd name="connsiteX31" fmla="*/ 996431 w 1832146"/>
              <a:gd name="connsiteY31" fmla="*/ 39183 h 1601150"/>
              <a:gd name="connsiteX32" fmla="*/ 1028573 w 1832146"/>
              <a:gd name="connsiteY32" fmla="*/ 0 h 1601150"/>
              <a:gd name="connsiteX33" fmla="*/ 1060716 w 1832146"/>
              <a:gd name="connsiteY33" fmla="*/ 39183 h 1601150"/>
              <a:gd name="connsiteX34" fmla="*/ 1092859 w 1832146"/>
              <a:gd name="connsiteY34" fmla="*/ 152895 h 1601150"/>
              <a:gd name="connsiteX35" fmla="*/ 1125002 w 1832146"/>
              <a:gd name="connsiteY35" fmla="*/ 330011 h 1601150"/>
              <a:gd name="connsiteX36" fmla="*/ 1157145 w 1832146"/>
              <a:gd name="connsiteY36" fmla="*/ 553182 h 1601150"/>
              <a:gd name="connsiteX37" fmla="*/ 1189288 w 1832146"/>
              <a:gd name="connsiteY37" fmla="*/ 800575 h 1601150"/>
              <a:gd name="connsiteX38" fmla="*/ 1221431 w 1832146"/>
              <a:gd name="connsiteY38" fmla="*/ 1047967 h 1601150"/>
              <a:gd name="connsiteX39" fmla="*/ 1253574 w 1832146"/>
              <a:gd name="connsiteY39" fmla="*/ 1271139 h 1601150"/>
              <a:gd name="connsiteX40" fmla="*/ 1285717 w 1832146"/>
              <a:gd name="connsiteY40" fmla="*/ 1448255 h 1601150"/>
              <a:gd name="connsiteX41" fmla="*/ 1317860 w 1832146"/>
              <a:gd name="connsiteY41" fmla="*/ 1561967 h 1601150"/>
              <a:gd name="connsiteX42" fmla="*/ 1350002 w 1832146"/>
              <a:gd name="connsiteY42" fmla="*/ 1601150 h 1601150"/>
              <a:gd name="connsiteX43" fmla="*/ 1382146 w 1832146"/>
              <a:gd name="connsiteY43" fmla="*/ 1561967 h 1601150"/>
              <a:gd name="connsiteX44" fmla="*/ 1414288 w 1832146"/>
              <a:gd name="connsiteY44" fmla="*/ 1448255 h 1601150"/>
              <a:gd name="connsiteX45" fmla="*/ 1446431 w 1832146"/>
              <a:gd name="connsiteY45" fmla="*/ 1271139 h 1601150"/>
              <a:gd name="connsiteX46" fmla="*/ 1478574 w 1832146"/>
              <a:gd name="connsiteY46" fmla="*/ 1047967 h 1601150"/>
              <a:gd name="connsiteX47" fmla="*/ 1510717 w 1832146"/>
              <a:gd name="connsiteY47" fmla="*/ 800575 h 1601150"/>
              <a:gd name="connsiteX48" fmla="*/ 1542860 w 1832146"/>
              <a:gd name="connsiteY48" fmla="*/ 553182 h 1601150"/>
              <a:gd name="connsiteX49" fmla="*/ 1575003 w 1832146"/>
              <a:gd name="connsiteY49" fmla="*/ 330011 h 1601150"/>
              <a:gd name="connsiteX50" fmla="*/ 1607146 w 1832146"/>
              <a:gd name="connsiteY50" fmla="*/ 152895 h 1601150"/>
              <a:gd name="connsiteX51" fmla="*/ 1639289 w 1832146"/>
              <a:gd name="connsiteY51" fmla="*/ 39183 h 1601150"/>
              <a:gd name="connsiteX52" fmla="*/ 1671432 w 1832146"/>
              <a:gd name="connsiteY52" fmla="*/ 0 h 1601150"/>
              <a:gd name="connsiteX53" fmla="*/ 1703575 w 1832146"/>
              <a:gd name="connsiteY53" fmla="*/ 39183 h 1601150"/>
              <a:gd name="connsiteX54" fmla="*/ 1735718 w 1832146"/>
              <a:gd name="connsiteY54" fmla="*/ 152895 h 1601150"/>
              <a:gd name="connsiteX55" fmla="*/ 1767861 w 1832146"/>
              <a:gd name="connsiteY55" fmla="*/ 330011 h 1601150"/>
              <a:gd name="connsiteX56" fmla="*/ 1800004 w 1832146"/>
              <a:gd name="connsiteY56" fmla="*/ 553182 h 1601150"/>
              <a:gd name="connsiteX57" fmla="*/ 1832146 w 1832146"/>
              <a:gd name="connsiteY57" fmla="*/ 800575 h 1601150"/>
              <a:gd name="connsiteX0" fmla="*/ 0 w 1800003"/>
              <a:gd name="connsiteY0" fmla="*/ 1561967 h 1601150"/>
              <a:gd name="connsiteX1" fmla="*/ 32143 w 1800003"/>
              <a:gd name="connsiteY1" fmla="*/ 1601150 h 1601150"/>
              <a:gd name="connsiteX2" fmla="*/ 64286 w 1800003"/>
              <a:gd name="connsiteY2" fmla="*/ 1561967 h 1601150"/>
              <a:gd name="connsiteX3" fmla="*/ 96428 w 1800003"/>
              <a:gd name="connsiteY3" fmla="*/ 1448255 h 1601150"/>
              <a:gd name="connsiteX4" fmla="*/ 128572 w 1800003"/>
              <a:gd name="connsiteY4" fmla="*/ 1271139 h 1601150"/>
              <a:gd name="connsiteX5" fmla="*/ 160714 w 1800003"/>
              <a:gd name="connsiteY5" fmla="*/ 1047967 h 1601150"/>
              <a:gd name="connsiteX6" fmla="*/ 192857 w 1800003"/>
              <a:gd name="connsiteY6" fmla="*/ 800575 h 1601150"/>
              <a:gd name="connsiteX7" fmla="*/ 225000 w 1800003"/>
              <a:gd name="connsiteY7" fmla="*/ 553182 h 1601150"/>
              <a:gd name="connsiteX8" fmla="*/ 257143 w 1800003"/>
              <a:gd name="connsiteY8" fmla="*/ 330011 h 1601150"/>
              <a:gd name="connsiteX9" fmla="*/ 289286 w 1800003"/>
              <a:gd name="connsiteY9" fmla="*/ 152895 h 1601150"/>
              <a:gd name="connsiteX10" fmla="*/ 321429 w 1800003"/>
              <a:gd name="connsiteY10" fmla="*/ 39183 h 1601150"/>
              <a:gd name="connsiteX11" fmla="*/ 353572 w 1800003"/>
              <a:gd name="connsiteY11" fmla="*/ 0 h 1601150"/>
              <a:gd name="connsiteX12" fmla="*/ 385715 w 1800003"/>
              <a:gd name="connsiteY12" fmla="*/ 39183 h 1601150"/>
              <a:gd name="connsiteX13" fmla="*/ 417858 w 1800003"/>
              <a:gd name="connsiteY13" fmla="*/ 152895 h 1601150"/>
              <a:gd name="connsiteX14" fmla="*/ 450001 w 1800003"/>
              <a:gd name="connsiteY14" fmla="*/ 330011 h 1601150"/>
              <a:gd name="connsiteX15" fmla="*/ 482143 w 1800003"/>
              <a:gd name="connsiteY15" fmla="*/ 553182 h 1601150"/>
              <a:gd name="connsiteX16" fmla="*/ 514286 w 1800003"/>
              <a:gd name="connsiteY16" fmla="*/ 800575 h 1601150"/>
              <a:gd name="connsiteX17" fmla="*/ 546430 w 1800003"/>
              <a:gd name="connsiteY17" fmla="*/ 1047967 h 1601150"/>
              <a:gd name="connsiteX18" fmla="*/ 578572 w 1800003"/>
              <a:gd name="connsiteY18" fmla="*/ 1271139 h 1601150"/>
              <a:gd name="connsiteX19" fmla="*/ 610715 w 1800003"/>
              <a:gd name="connsiteY19" fmla="*/ 1448255 h 1601150"/>
              <a:gd name="connsiteX20" fmla="*/ 642858 w 1800003"/>
              <a:gd name="connsiteY20" fmla="*/ 1561967 h 1601150"/>
              <a:gd name="connsiteX21" fmla="*/ 675001 w 1800003"/>
              <a:gd name="connsiteY21" fmla="*/ 1601150 h 1601150"/>
              <a:gd name="connsiteX22" fmla="*/ 707144 w 1800003"/>
              <a:gd name="connsiteY22" fmla="*/ 1561967 h 1601150"/>
              <a:gd name="connsiteX23" fmla="*/ 739287 w 1800003"/>
              <a:gd name="connsiteY23" fmla="*/ 1448255 h 1601150"/>
              <a:gd name="connsiteX24" fmla="*/ 771430 w 1800003"/>
              <a:gd name="connsiteY24" fmla="*/ 1271139 h 1601150"/>
              <a:gd name="connsiteX25" fmla="*/ 803573 w 1800003"/>
              <a:gd name="connsiteY25" fmla="*/ 1047967 h 1601150"/>
              <a:gd name="connsiteX26" fmla="*/ 835716 w 1800003"/>
              <a:gd name="connsiteY26" fmla="*/ 800575 h 1601150"/>
              <a:gd name="connsiteX27" fmla="*/ 867859 w 1800003"/>
              <a:gd name="connsiteY27" fmla="*/ 553182 h 1601150"/>
              <a:gd name="connsiteX28" fmla="*/ 900002 w 1800003"/>
              <a:gd name="connsiteY28" fmla="*/ 330011 h 1601150"/>
              <a:gd name="connsiteX29" fmla="*/ 932145 w 1800003"/>
              <a:gd name="connsiteY29" fmla="*/ 152895 h 1601150"/>
              <a:gd name="connsiteX30" fmla="*/ 964288 w 1800003"/>
              <a:gd name="connsiteY30" fmla="*/ 39183 h 1601150"/>
              <a:gd name="connsiteX31" fmla="*/ 996430 w 1800003"/>
              <a:gd name="connsiteY31" fmla="*/ 0 h 1601150"/>
              <a:gd name="connsiteX32" fmla="*/ 1028573 w 1800003"/>
              <a:gd name="connsiteY32" fmla="*/ 39183 h 1601150"/>
              <a:gd name="connsiteX33" fmla="*/ 1060716 w 1800003"/>
              <a:gd name="connsiteY33" fmla="*/ 152895 h 1601150"/>
              <a:gd name="connsiteX34" fmla="*/ 1092859 w 1800003"/>
              <a:gd name="connsiteY34" fmla="*/ 330011 h 1601150"/>
              <a:gd name="connsiteX35" fmla="*/ 1125002 w 1800003"/>
              <a:gd name="connsiteY35" fmla="*/ 553182 h 1601150"/>
              <a:gd name="connsiteX36" fmla="*/ 1157145 w 1800003"/>
              <a:gd name="connsiteY36" fmla="*/ 800575 h 1601150"/>
              <a:gd name="connsiteX37" fmla="*/ 1189288 w 1800003"/>
              <a:gd name="connsiteY37" fmla="*/ 1047967 h 1601150"/>
              <a:gd name="connsiteX38" fmla="*/ 1221431 w 1800003"/>
              <a:gd name="connsiteY38" fmla="*/ 1271139 h 1601150"/>
              <a:gd name="connsiteX39" fmla="*/ 1253574 w 1800003"/>
              <a:gd name="connsiteY39" fmla="*/ 1448255 h 1601150"/>
              <a:gd name="connsiteX40" fmla="*/ 1285717 w 1800003"/>
              <a:gd name="connsiteY40" fmla="*/ 1561967 h 1601150"/>
              <a:gd name="connsiteX41" fmla="*/ 1317859 w 1800003"/>
              <a:gd name="connsiteY41" fmla="*/ 1601150 h 1601150"/>
              <a:gd name="connsiteX42" fmla="*/ 1350003 w 1800003"/>
              <a:gd name="connsiteY42" fmla="*/ 1561967 h 1601150"/>
              <a:gd name="connsiteX43" fmla="*/ 1382145 w 1800003"/>
              <a:gd name="connsiteY43" fmla="*/ 1448255 h 1601150"/>
              <a:gd name="connsiteX44" fmla="*/ 1414288 w 1800003"/>
              <a:gd name="connsiteY44" fmla="*/ 1271139 h 1601150"/>
              <a:gd name="connsiteX45" fmla="*/ 1446431 w 1800003"/>
              <a:gd name="connsiteY45" fmla="*/ 1047967 h 1601150"/>
              <a:gd name="connsiteX46" fmla="*/ 1478574 w 1800003"/>
              <a:gd name="connsiteY46" fmla="*/ 800575 h 1601150"/>
              <a:gd name="connsiteX47" fmla="*/ 1510717 w 1800003"/>
              <a:gd name="connsiteY47" fmla="*/ 553182 h 1601150"/>
              <a:gd name="connsiteX48" fmla="*/ 1542860 w 1800003"/>
              <a:gd name="connsiteY48" fmla="*/ 330011 h 1601150"/>
              <a:gd name="connsiteX49" fmla="*/ 1575003 w 1800003"/>
              <a:gd name="connsiteY49" fmla="*/ 152895 h 1601150"/>
              <a:gd name="connsiteX50" fmla="*/ 1607146 w 1800003"/>
              <a:gd name="connsiteY50" fmla="*/ 39183 h 1601150"/>
              <a:gd name="connsiteX51" fmla="*/ 1639289 w 1800003"/>
              <a:gd name="connsiteY51" fmla="*/ 0 h 1601150"/>
              <a:gd name="connsiteX52" fmla="*/ 1671432 w 1800003"/>
              <a:gd name="connsiteY52" fmla="*/ 39183 h 1601150"/>
              <a:gd name="connsiteX53" fmla="*/ 1703575 w 1800003"/>
              <a:gd name="connsiteY53" fmla="*/ 152895 h 1601150"/>
              <a:gd name="connsiteX54" fmla="*/ 1735718 w 1800003"/>
              <a:gd name="connsiteY54" fmla="*/ 330011 h 1601150"/>
              <a:gd name="connsiteX55" fmla="*/ 1767861 w 1800003"/>
              <a:gd name="connsiteY55" fmla="*/ 553182 h 1601150"/>
              <a:gd name="connsiteX56" fmla="*/ 1800003 w 1800003"/>
              <a:gd name="connsiteY56" fmla="*/ 800575 h 1601150"/>
              <a:gd name="connsiteX0" fmla="*/ 0 w 1767860"/>
              <a:gd name="connsiteY0" fmla="*/ 1601150 h 1601150"/>
              <a:gd name="connsiteX1" fmla="*/ 32143 w 1767860"/>
              <a:gd name="connsiteY1" fmla="*/ 1561967 h 1601150"/>
              <a:gd name="connsiteX2" fmla="*/ 64285 w 1767860"/>
              <a:gd name="connsiteY2" fmla="*/ 1448255 h 1601150"/>
              <a:gd name="connsiteX3" fmla="*/ 96429 w 1767860"/>
              <a:gd name="connsiteY3" fmla="*/ 1271139 h 1601150"/>
              <a:gd name="connsiteX4" fmla="*/ 128571 w 1767860"/>
              <a:gd name="connsiteY4" fmla="*/ 1047967 h 1601150"/>
              <a:gd name="connsiteX5" fmla="*/ 160714 w 1767860"/>
              <a:gd name="connsiteY5" fmla="*/ 800575 h 1601150"/>
              <a:gd name="connsiteX6" fmla="*/ 192857 w 1767860"/>
              <a:gd name="connsiteY6" fmla="*/ 553182 h 1601150"/>
              <a:gd name="connsiteX7" fmla="*/ 225000 w 1767860"/>
              <a:gd name="connsiteY7" fmla="*/ 330011 h 1601150"/>
              <a:gd name="connsiteX8" fmla="*/ 257143 w 1767860"/>
              <a:gd name="connsiteY8" fmla="*/ 152895 h 1601150"/>
              <a:gd name="connsiteX9" fmla="*/ 289286 w 1767860"/>
              <a:gd name="connsiteY9" fmla="*/ 39183 h 1601150"/>
              <a:gd name="connsiteX10" fmla="*/ 321429 w 1767860"/>
              <a:gd name="connsiteY10" fmla="*/ 0 h 1601150"/>
              <a:gd name="connsiteX11" fmla="*/ 353572 w 1767860"/>
              <a:gd name="connsiteY11" fmla="*/ 39183 h 1601150"/>
              <a:gd name="connsiteX12" fmla="*/ 385715 w 1767860"/>
              <a:gd name="connsiteY12" fmla="*/ 152895 h 1601150"/>
              <a:gd name="connsiteX13" fmla="*/ 417858 w 1767860"/>
              <a:gd name="connsiteY13" fmla="*/ 330011 h 1601150"/>
              <a:gd name="connsiteX14" fmla="*/ 450000 w 1767860"/>
              <a:gd name="connsiteY14" fmla="*/ 553182 h 1601150"/>
              <a:gd name="connsiteX15" fmla="*/ 482143 w 1767860"/>
              <a:gd name="connsiteY15" fmla="*/ 800575 h 1601150"/>
              <a:gd name="connsiteX16" fmla="*/ 514287 w 1767860"/>
              <a:gd name="connsiteY16" fmla="*/ 1047967 h 1601150"/>
              <a:gd name="connsiteX17" fmla="*/ 546429 w 1767860"/>
              <a:gd name="connsiteY17" fmla="*/ 1271139 h 1601150"/>
              <a:gd name="connsiteX18" fmla="*/ 578572 w 1767860"/>
              <a:gd name="connsiteY18" fmla="*/ 1448255 h 1601150"/>
              <a:gd name="connsiteX19" fmla="*/ 610715 w 1767860"/>
              <a:gd name="connsiteY19" fmla="*/ 1561967 h 1601150"/>
              <a:gd name="connsiteX20" fmla="*/ 642858 w 1767860"/>
              <a:gd name="connsiteY20" fmla="*/ 1601150 h 1601150"/>
              <a:gd name="connsiteX21" fmla="*/ 675001 w 1767860"/>
              <a:gd name="connsiteY21" fmla="*/ 1561967 h 1601150"/>
              <a:gd name="connsiteX22" fmla="*/ 707144 w 1767860"/>
              <a:gd name="connsiteY22" fmla="*/ 1448255 h 1601150"/>
              <a:gd name="connsiteX23" fmla="*/ 739287 w 1767860"/>
              <a:gd name="connsiteY23" fmla="*/ 1271139 h 1601150"/>
              <a:gd name="connsiteX24" fmla="*/ 771430 w 1767860"/>
              <a:gd name="connsiteY24" fmla="*/ 1047967 h 1601150"/>
              <a:gd name="connsiteX25" fmla="*/ 803573 w 1767860"/>
              <a:gd name="connsiteY25" fmla="*/ 800575 h 1601150"/>
              <a:gd name="connsiteX26" fmla="*/ 835716 w 1767860"/>
              <a:gd name="connsiteY26" fmla="*/ 553182 h 1601150"/>
              <a:gd name="connsiteX27" fmla="*/ 867859 w 1767860"/>
              <a:gd name="connsiteY27" fmla="*/ 330011 h 1601150"/>
              <a:gd name="connsiteX28" fmla="*/ 900002 w 1767860"/>
              <a:gd name="connsiteY28" fmla="*/ 152895 h 1601150"/>
              <a:gd name="connsiteX29" fmla="*/ 932145 w 1767860"/>
              <a:gd name="connsiteY29" fmla="*/ 39183 h 1601150"/>
              <a:gd name="connsiteX30" fmla="*/ 964287 w 1767860"/>
              <a:gd name="connsiteY30" fmla="*/ 0 h 1601150"/>
              <a:gd name="connsiteX31" fmla="*/ 996430 w 1767860"/>
              <a:gd name="connsiteY31" fmla="*/ 39183 h 1601150"/>
              <a:gd name="connsiteX32" fmla="*/ 1028573 w 1767860"/>
              <a:gd name="connsiteY32" fmla="*/ 152895 h 1601150"/>
              <a:gd name="connsiteX33" fmla="*/ 1060716 w 1767860"/>
              <a:gd name="connsiteY33" fmla="*/ 330011 h 1601150"/>
              <a:gd name="connsiteX34" fmla="*/ 1092859 w 1767860"/>
              <a:gd name="connsiteY34" fmla="*/ 553182 h 1601150"/>
              <a:gd name="connsiteX35" fmla="*/ 1125002 w 1767860"/>
              <a:gd name="connsiteY35" fmla="*/ 800575 h 1601150"/>
              <a:gd name="connsiteX36" fmla="*/ 1157145 w 1767860"/>
              <a:gd name="connsiteY36" fmla="*/ 1047967 h 1601150"/>
              <a:gd name="connsiteX37" fmla="*/ 1189288 w 1767860"/>
              <a:gd name="connsiteY37" fmla="*/ 1271139 h 1601150"/>
              <a:gd name="connsiteX38" fmla="*/ 1221431 w 1767860"/>
              <a:gd name="connsiteY38" fmla="*/ 1448255 h 1601150"/>
              <a:gd name="connsiteX39" fmla="*/ 1253574 w 1767860"/>
              <a:gd name="connsiteY39" fmla="*/ 1561967 h 1601150"/>
              <a:gd name="connsiteX40" fmla="*/ 1285716 w 1767860"/>
              <a:gd name="connsiteY40" fmla="*/ 1601150 h 1601150"/>
              <a:gd name="connsiteX41" fmla="*/ 1317860 w 1767860"/>
              <a:gd name="connsiteY41" fmla="*/ 1561967 h 1601150"/>
              <a:gd name="connsiteX42" fmla="*/ 1350002 w 1767860"/>
              <a:gd name="connsiteY42" fmla="*/ 1448255 h 1601150"/>
              <a:gd name="connsiteX43" fmla="*/ 1382145 w 1767860"/>
              <a:gd name="connsiteY43" fmla="*/ 1271139 h 1601150"/>
              <a:gd name="connsiteX44" fmla="*/ 1414288 w 1767860"/>
              <a:gd name="connsiteY44" fmla="*/ 1047967 h 1601150"/>
              <a:gd name="connsiteX45" fmla="*/ 1446431 w 1767860"/>
              <a:gd name="connsiteY45" fmla="*/ 800575 h 1601150"/>
              <a:gd name="connsiteX46" fmla="*/ 1478574 w 1767860"/>
              <a:gd name="connsiteY46" fmla="*/ 553182 h 1601150"/>
              <a:gd name="connsiteX47" fmla="*/ 1510717 w 1767860"/>
              <a:gd name="connsiteY47" fmla="*/ 330011 h 1601150"/>
              <a:gd name="connsiteX48" fmla="*/ 1542860 w 1767860"/>
              <a:gd name="connsiteY48" fmla="*/ 152895 h 1601150"/>
              <a:gd name="connsiteX49" fmla="*/ 1575003 w 1767860"/>
              <a:gd name="connsiteY49" fmla="*/ 39183 h 1601150"/>
              <a:gd name="connsiteX50" fmla="*/ 1607146 w 1767860"/>
              <a:gd name="connsiteY50" fmla="*/ 0 h 1601150"/>
              <a:gd name="connsiteX51" fmla="*/ 1639289 w 1767860"/>
              <a:gd name="connsiteY51" fmla="*/ 39183 h 1601150"/>
              <a:gd name="connsiteX52" fmla="*/ 1671432 w 1767860"/>
              <a:gd name="connsiteY52" fmla="*/ 152895 h 1601150"/>
              <a:gd name="connsiteX53" fmla="*/ 1703575 w 1767860"/>
              <a:gd name="connsiteY53" fmla="*/ 330011 h 1601150"/>
              <a:gd name="connsiteX54" fmla="*/ 1735718 w 1767860"/>
              <a:gd name="connsiteY54" fmla="*/ 553182 h 1601150"/>
              <a:gd name="connsiteX55" fmla="*/ 1767860 w 1767860"/>
              <a:gd name="connsiteY55" fmla="*/ 800575 h 1601150"/>
              <a:gd name="connsiteX0" fmla="*/ 0 w 1735717"/>
              <a:gd name="connsiteY0" fmla="*/ 1561967 h 1601150"/>
              <a:gd name="connsiteX1" fmla="*/ 32142 w 1735717"/>
              <a:gd name="connsiteY1" fmla="*/ 1448255 h 1601150"/>
              <a:gd name="connsiteX2" fmla="*/ 64286 w 1735717"/>
              <a:gd name="connsiteY2" fmla="*/ 1271139 h 1601150"/>
              <a:gd name="connsiteX3" fmla="*/ 96428 w 1735717"/>
              <a:gd name="connsiteY3" fmla="*/ 1047967 h 1601150"/>
              <a:gd name="connsiteX4" fmla="*/ 128571 w 1735717"/>
              <a:gd name="connsiteY4" fmla="*/ 800575 h 1601150"/>
              <a:gd name="connsiteX5" fmla="*/ 160714 w 1735717"/>
              <a:gd name="connsiteY5" fmla="*/ 553182 h 1601150"/>
              <a:gd name="connsiteX6" fmla="*/ 192857 w 1735717"/>
              <a:gd name="connsiteY6" fmla="*/ 330011 h 1601150"/>
              <a:gd name="connsiteX7" fmla="*/ 225000 w 1735717"/>
              <a:gd name="connsiteY7" fmla="*/ 152895 h 1601150"/>
              <a:gd name="connsiteX8" fmla="*/ 257143 w 1735717"/>
              <a:gd name="connsiteY8" fmla="*/ 39183 h 1601150"/>
              <a:gd name="connsiteX9" fmla="*/ 289286 w 1735717"/>
              <a:gd name="connsiteY9" fmla="*/ 0 h 1601150"/>
              <a:gd name="connsiteX10" fmla="*/ 321429 w 1735717"/>
              <a:gd name="connsiteY10" fmla="*/ 39183 h 1601150"/>
              <a:gd name="connsiteX11" fmla="*/ 353572 w 1735717"/>
              <a:gd name="connsiteY11" fmla="*/ 152895 h 1601150"/>
              <a:gd name="connsiteX12" fmla="*/ 385715 w 1735717"/>
              <a:gd name="connsiteY12" fmla="*/ 330011 h 1601150"/>
              <a:gd name="connsiteX13" fmla="*/ 417857 w 1735717"/>
              <a:gd name="connsiteY13" fmla="*/ 553182 h 1601150"/>
              <a:gd name="connsiteX14" fmla="*/ 450000 w 1735717"/>
              <a:gd name="connsiteY14" fmla="*/ 800575 h 1601150"/>
              <a:gd name="connsiteX15" fmla="*/ 482144 w 1735717"/>
              <a:gd name="connsiteY15" fmla="*/ 1047967 h 1601150"/>
              <a:gd name="connsiteX16" fmla="*/ 514286 w 1735717"/>
              <a:gd name="connsiteY16" fmla="*/ 1271139 h 1601150"/>
              <a:gd name="connsiteX17" fmla="*/ 546429 w 1735717"/>
              <a:gd name="connsiteY17" fmla="*/ 1448255 h 1601150"/>
              <a:gd name="connsiteX18" fmla="*/ 578572 w 1735717"/>
              <a:gd name="connsiteY18" fmla="*/ 1561967 h 1601150"/>
              <a:gd name="connsiteX19" fmla="*/ 610715 w 1735717"/>
              <a:gd name="connsiteY19" fmla="*/ 1601150 h 1601150"/>
              <a:gd name="connsiteX20" fmla="*/ 642858 w 1735717"/>
              <a:gd name="connsiteY20" fmla="*/ 1561967 h 1601150"/>
              <a:gd name="connsiteX21" fmla="*/ 675001 w 1735717"/>
              <a:gd name="connsiteY21" fmla="*/ 1448255 h 1601150"/>
              <a:gd name="connsiteX22" fmla="*/ 707144 w 1735717"/>
              <a:gd name="connsiteY22" fmla="*/ 1271139 h 1601150"/>
              <a:gd name="connsiteX23" fmla="*/ 739287 w 1735717"/>
              <a:gd name="connsiteY23" fmla="*/ 1047967 h 1601150"/>
              <a:gd name="connsiteX24" fmla="*/ 771430 w 1735717"/>
              <a:gd name="connsiteY24" fmla="*/ 800575 h 1601150"/>
              <a:gd name="connsiteX25" fmla="*/ 803573 w 1735717"/>
              <a:gd name="connsiteY25" fmla="*/ 553182 h 1601150"/>
              <a:gd name="connsiteX26" fmla="*/ 835716 w 1735717"/>
              <a:gd name="connsiteY26" fmla="*/ 330011 h 1601150"/>
              <a:gd name="connsiteX27" fmla="*/ 867859 w 1735717"/>
              <a:gd name="connsiteY27" fmla="*/ 152895 h 1601150"/>
              <a:gd name="connsiteX28" fmla="*/ 900002 w 1735717"/>
              <a:gd name="connsiteY28" fmla="*/ 39183 h 1601150"/>
              <a:gd name="connsiteX29" fmla="*/ 932144 w 1735717"/>
              <a:gd name="connsiteY29" fmla="*/ 0 h 1601150"/>
              <a:gd name="connsiteX30" fmla="*/ 964287 w 1735717"/>
              <a:gd name="connsiteY30" fmla="*/ 39183 h 1601150"/>
              <a:gd name="connsiteX31" fmla="*/ 996430 w 1735717"/>
              <a:gd name="connsiteY31" fmla="*/ 152895 h 1601150"/>
              <a:gd name="connsiteX32" fmla="*/ 1028573 w 1735717"/>
              <a:gd name="connsiteY32" fmla="*/ 330011 h 1601150"/>
              <a:gd name="connsiteX33" fmla="*/ 1060716 w 1735717"/>
              <a:gd name="connsiteY33" fmla="*/ 553182 h 1601150"/>
              <a:gd name="connsiteX34" fmla="*/ 1092859 w 1735717"/>
              <a:gd name="connsiteY34" fmla="*/ 800575 h 1601150"/>
              <a:gd name="connsiteX35" fmla="*/ 1125002 w 1735717"/>
              <a:gd name="connsiteY35" fmla="*/ 1047967 h 1601150"/>
              <a:gd name="connsiteX36" fmla="*/ 1157145 w 1735717"/>
              <a:gd name="connsiteY36" fmla="*/ 1271139 h 1601150"/>
              <a:gd name="connsiteX37" fmla="*/ 1189288 w 1735717"/>
              <a:gd name="connsiteY37" fmla="*/ 1448255 h 1601150"/>
              <a:gd name="connsiteX38" fmla="*/ 1221431 w 1735717"/>
              <a:gd name="connsiteY38" fmla="*/ 1561967 h 1601150"/>
              <a:gd name="connsiteX39" fmla="*/ 1253573 w 1735717"/>
              <a:gd name="connsiteY39" fmla="*/ 1601150 h 1601150"/>
              <a:gd name="connsiteX40" fmla="*/ 1285717 w 1735717"/>
              <a:gd name="connsiteY40" fmla="*/ 1561967 h 1601150"/>
              <a:gd name="connsiteX41" fmla="*/ 1317859 w 1735717"/>
              <a:gd name="connsiteY41" fmla="*/ 1448255 h 1601150"/>
              <a:gd name="connsiteX42" fmla="*/ 1350002 w 1735717"/>
              <a:gd name="connsiteY42" fmla="*/ 1271139 h 1601150"/>
              <a:gd name="connsiteX43" fmla="*/ 1382145 w 1735717"/>
              <a:gd name="connsiteY43" fmla="*/ 1047967 h 1601150"/>
              <a:gd name="connsiteX44" fmla="*/ 1414288 w 1735717"/>
              <a:gd name="connsiteY44" fmla="*/ 800575 h 1601150"/>
              <a:gd name="connsiteX45" fmla="*/ 1446431 w 1735717"/>
              <a:gd name="connsiteY45" fmla="*/ 553182 h 1601150"/>
              <a:gd name="connsiteX46" fmla="*/ 1478574 w 1735717"/>
              <a:gd name="connsiteY46" fmla="*/ 330011 h 1601150"/>
              <a:gd name="connsiteX47" fmla="*/ 1510717 w 1735717"/>
              <a:gd name="connsiteY47" fmla="*/ 152895 h 1601150"/>
              <a:gd name="connsiteX48" fmla="*/ 1542860 w 1735717"/>
              <a:gd name="connsiteY48" fmla="*/ 39183 h 1601150"/>
              <a:gd name="connsiteX49" fmla="*/ 1575003 w 1735717"/>
              <a:gd name="connsiteY49" fmla="*/ 0 h 1601150"/>
              <a:gd name="connsiteX50" fmla="*/ 1607146 w 1735717"/>
              <a:gd name="connsiteY50" fmla="*/ 39183 h 1601150"/>
              <a:gd name="connsiteX51" fmla="*/ 1639289 w 1735717"/>
              <a:gd name="connsiteY51" fmla="*/ 152895 h 1601150"/>
              <a:gd name="connsiteX52" fmla="*/ 1671432 w 1735717"/>
              <a:gd name="connsiteY52" fmla="*/ 330011 h 1601150"/>
              <a:gd name="connsiteX53" fmla="*/ 1703575 w 1735717"/>
              <a:gd name="connsiteY53" fmla="*/ 553182 h 1601150"/>
              <a:gd name="connsiteX54" fmla="*/ 1735717 w 1735717"/>
              <a:gd name="connsiteY54" fmla="*/ 800575 h 1601150"/>
              <a:gd name="connsiteX0" fmla="*/ 0 w 1703575"/>
              <a:gd name="connsiteY0" fmla="*/ 1448255 h 1601150"/>
              <a:gd name="connsiteX1" fmla="*/ 32144 w 1703575"/>
              <a:gd name="connsiteY1" fmla="*/ 1271139 h 1601150"/>
              <a:gd name="connsiteX2" fmla="*/ 64286 w 1703575"/>
              <a:gd name="connsiteY2" fmla="*/ 1047967 h 1601150"/>
              <a:gd name="connsiteX3" fmla="*/ 96429 w 1703575"/>
              <a:gd name="connsiteY3" fmla="*/ 800575 h 1601150"/>
              <a:gd name="connsiteX4" fmla="*/ 128572 w 1703575"/>
              <a:gd name="connsiteY4" fmla="*/ 553182 h 1601150"/>
              <a:gd name="connsiteX5" fmla="*/ 160715 w 1703575"/>
              <a:gd name="connsiteY5" fmla="*/ 330011 h 1601150"/>
              <a:gd name="connsiteX6" fmla="*/ 192858 w 1703575"/>
              <a:gd name="connsiteY6" fmla="*/ 152895 h 1601150"/>
              <a:gd name="connsiteX7" fmla="*/ 225001 w 1703575"/>
              <a:gd name="connsiteY7" fmla="*/ 39183 h 1601150"/>
              <a:gd name="connsiteX8" fmla="*/ 257144 w 1703575"/>
              <a:gd name="connsiteY8" fmla="*/ 0 h 1601150"/>
              <a:gd name="connsiteX9" fmla="*/ 289287 w 1703575"/>
              <a:gd name="connsiteY9" fmla="*/ 39183 h 1601150"/>
              <a:gd name="connsiteX10" fmla="*/ 321430 w 1703575"/>
              <a:gd name="connsiteY10" fmla="*/ 152895 h 1601150"/>
              <a:gd name="connsiteX11" fmla="*/ 353573 w 1703575"/>
              <a:gd name="connsiteY11" fmla="*/ 330011 h 1601150"/>
              <a:gd name="connsiteX12" fmla="*/ 385715 w 1703575"/>
              <a:gd name="connsiteY12" fmla="*/ 553182 h 1601150"/>
              <a:gd name="connsiteX13" fmla="*/ 417858 w 1703575"/>
              <a:gd name="connsiteY13" fmla="*/ 800575 h 1601150"/>
              <a:gd name="connsiteX14" fmla="*/ 450002 w 1703575"/>
              <a:gd name="connsiteY14" fmla="*/ 1047967 h 1601150"/>
              <a:gd name="connsiteX15" fmla="*/ 482144 w 1703575"/>
              <a:gd name="connsiteY15" fmla="*/ 1271139 h 1601150"/>
              <a:gd name="connsiteX16" fmla="*/ 514287 w 1703575"/>
              <a:gd name="connsiteY16" fmla="*/ 1448255 h 1601150"/>
              <a:gd name="connsiteX17" fmla="*/ 546430 w 1703575"/>
              <a:gd name="connsiteY17" fmla="*/ 1561967 h 1601150"/>
              <a:gd name="connsiteX18" fmla="*/ 578573 w 1703575"/>
              <a:gd name="connsiteY18" fmla="*/ 1601150 h 1601150"/>
              <a:gd name="connsiteX19" fmla="*/ 610716 w 1703575"/>
              <a:gd name="connsiteY19" fmla="*/ 1561967 h 1601150"/>
              <a:gd name="connsiteX20" fmla="*/ 642859 w 1703575"/>
              <a:gd name="connsiteY20" fmla="*/ 1448255 h 1601150"/>
              <a:gd name="connsiteX21" fmla="*/ 675002 w 1703575"/>
              <a:gd name="connsiteY21" fmla="*/ 1271139 h 1601150"/>
              <a:gd name="connsiteX22" fmla="*/ 707145 w 1703575"/>
              <a:gd name="connsiteY22" fmla="*/ 1047967 h 1601150"/>
              <a:gd name="connsiteX23" fmla="*/ 739288 w 1703575"/>
              <a:gd name="connsiteY23" fmla="*/ 800575 h 1601150"/>
              <a:gd name="connsiteX24" fmla="*/ 771431 w 1703575"/>
              <a:gd name="connsiteY24" fmla="*/ 553182 h 1601150"/>
              <a:gd name="connsiteX25" fmla="*/ 803574 w 1703575"/>
              <a:gd name="connsiteY25" fmla="*/ 330011 h 1601150"/>
              <a:gd name="connsiteX26" fmla="*/ 835717 w 1703575"/>
              <a:gd name="connsiteY26" fmla="*/ 152895 h 1601150"/>
              <a:gd name="connsiteX27" fmla="*/ 867860 w 1703575"/>
              <a:gd name="connsiteY27" fmla="*/ 39183 h 1601150"/>
              <a:gd name="connsiteX28" fmla="*/ 900002 w 1703575"/>
              <a:gd name="connsiteY28" fmla="*/ 0 h 1601150"/>
              <a:gd name="connsiteX29" fmla="*/ 932145 w 1703575"/>
              <a:gd name="connsiteY29" fmla="*/ 39183 h 1601150"/>
              <a:gd name="connsiteX30" fmla="*/ 964288 w 1703575"/>
              <a:gd name="connsiteY30" fmla="*/ 152895 h 1601150"/>
              <a:gd name="connsiteX31" fmla="*/ 996431 w 1703575"/>
              <a:gd name="connsiteY31" fmla="*/ 330011 h 1601150"/>
              <a:gd name="connsiteX32" fmla="*/ 1028574 w 1703575"/>
              <a:gd name="connsiteY32" fmla="*/ 553182 h 1601150"/>
              <a:gd name="connsiteX33" fmla="*/ 1060717 w 1703575"/>
              <a:gd name="connsiteY33" fmla="*/ 800575 h 1601150"/>
              <a:gd name="connsiteX34" fmla="*/ 1092860 w 1703575"/>
              <a:gd name="connsiteY34" fmla="*/ 1047967 h 1601150"/>
              <a:gd name="connsiteX35" fmla="*/ 1125003 w 1703575"/>
              <a:gd name="connsiteY35" fmla="*/ 1271139 h 1601150"/>
              <a:gd name="connsiteX36" fmla="*/ 1157146 w 1703575"/>
              <a:gd name="connsiteY36" fmla="*/ 1448255 h 1601150"/>
              <a:gd name="connsiteX37" fmla="*/ 1189289 w 1703575"/>
              <a:gd name="connsiteY37" fmla="*/ 1561967 h 1601150"/>
              <a:gd name="connsiteX38" fmla="*/ 1221431 w 1703575"/>
              <a:gd name="connsiteY38" fmla="*/ 1601150 h 1601150"/>
              <a:gd name="connsiteX39" fmla="*/ 1253575 w 1703575"/>
              <a:gd name="connsiteY39" fmla="*/ 1561967 h 1601150"/>
              <a:gd name="connsiteX40" fmla="*/ 1285717 w 1703575"/>
              <a:gd name="connsiteY40" fmla="*/ 1448255 h 1601150"/>
              <a:gd name="connsiteX41" fmla="*/ 1317860 w 1703575"/>
              <a:gd name="connsiteY41" fmla="*/ 1271139 h 1601150"/>
              <a:gd name="connsiteX42" fmla="*/ 1350003 w 1703575"/>
              <a:gd name="connsiteY42" fmla="*/ 1047967 h 1601150"/>
              <a:gd name="connsiteX43" fmla="*/ 1382146 w 1703575"/>
              <a:gd name="connsiteY43" fmla="*/ 800575 h 1601150"/>
              <a:gd name="connsiteX44" fmla="*/ 1414289 w 1703575"/>
              <a:gd name="connsiteY44" fmla="*/ 553182 h 1601150"/>
              <a:gd name="connsiteX45" fmla="*/ 1446432 w 1703575"/>
              <a:gd name="connsiteY45" fmla="*/ 330011 h 1601150"/>
              <a:gd name="connsiteX46" fmla="*/ 1478575 w 1703575"/>
              <a:gd name="connsiteY46" fmla="*/ 152895 h 1601150"/>
              <a:gd name="connsiteX47" fmla="*/ 1510718 w 1703575"/>
              <a:gd name="connsiteY47" fmla="*/ 39183 h 1601150"/>
              <a:gd name="connsiteX48" fmla="*/ 1542861 w 1703575"/>
              <a:gd name="connsiteY48" fmla="*/ 0 h 1601150"/>
              <a:gd name="connsiteX49" fmla="*/ 1575004 w 1703575"/>
              <a:gd name="connsiteY49" fmla="*/ 39183 h 1601150"/>
              <a:gd name="connsiteX50" fmla="*/ 1607147 w 1703575"/>
              <a:gd name="connsiteY50" fmla="*/ 152895 h 1601150"/>
              <a:gd name="connsiteX51" fmla="*/ 1639290 w 1703575"/>
              <a:gd name="connsiteY51" fmla="*/ 330011 h 1601150"/>
              <a:gd name="connsiteX52" fmla="*/ 1671433 w 1703575"/>
              <a:gd name="connsiteY52" fmla="*/ 553182 h 1601150"/>
              <a:gd name="connsiteX53" fmla="*/ 1703575 w 1703575"/>
              <a:gd name="connsiteY53" fmla="*/ 800575 h 1601150"/>
              <a:gd name="connsiteX0" fmla="*/ 0 w 1671431"/>
              <a:gd name="connsiteY0" fmla="*/ 1271139 h 1601150"/>
              <a:gd name="connsiteX1" fmla="*/ 32142 w 1671431"/>
              <a:gd name="connsiteY1" fmla="*/ 1047967 h 1601150"/>
              <a:gd name="connsiteX2" fmla="*/ 64285 w 1671431"/>
              <a:gd name="connsiteY2" fmla="*/ 800575 h 1601150"/>
              <a:gd name="connsiteX3" fmla="*/ 96428 w 1671431"/>
              <a:gd name="connsiteY3" fmla="*/ 553182 h 1601150"/>
              <a:gd name="connsiteX4" fmla="*/ 128571 w 1671431"/>
              <a:gd name="connsiteY4" fmla="*/ 330011 h 1601150"/>
              <a:gd name="connsiteX5" fmla="*/ 160714 w 1671431"/>
              <a:gd name="connsiteY5" fmla="*/ 152895 h 1601150"/>
              <a:gd name="connsiteX6" fmla="*/ 192857 w 1671431"/>
              <a:gd name="connsiteY6" fmla="*/ 39183 h 1601150"/>
              <a:gd name="connsiteX7" fmla="*/ 225000 w 1671431"/>
              <a:gd name="connsiteY7" fmla="*/ 0 h 1601150"/>
              <a:gd name="connsiteX8" fmla="*/ 257143 w 1671431"/>
              <a:gd name="connsiteY8" fmla="*/ 39183 h 1601150"/>
              <a:gd name="connsiteX9" fmla="*/ 289286 w 1671431"/>
              <a:gd name="connsiteY9" fmla="*/ 152895 h 1601150"/>
              <a:gd name="connsiteX10" fmla="*/ 321429 w 1671431"/>
              <a:gd name="connsiteY10" fmla="*/ 330011 h 1601150"/>
              <a:gd name="connsiteX11" fmla="*/ 353571 w 1671431"/>
              <a:gd name="connsiteY11" fmla="*/ 553182 h 1601150"/>
              <a:gd name="connsiteX12" fmla="*/ 385714 w 1671431"/>
              <a:gd name="connsiteY12" fmla="*/ 800575 h 1601150"/>
              <a:gd name="connsiteX13" fmla="*/ 417858 w 1671431"/>
              <a:gd name="connsiteY13" fmla="*/ 1047967 h 1601150"/>
              <a:gd name="connsiteX14" fmla="*/ 450000 w 1671431"/>
              <a:gd name="connsiteY14" fmla="*/ 1271139 h 1601150"/>
              <a:gd name="connsiteX15" fmla="*/ 482143 w 1671431"/>
              <a:gd name="connsiteY15" fmla="*/ 1448255 h 1601150"/>
              <a:gd name="connsiteX16" fmla="*/ 514286 w 1671431"/>
              <a:gd name="connsiteY16" fmla="*/ 1561967 h 1601150"/>
              <a:gd name="connsiteX17" fmla="*/ 546429 w 1671431"/>
              <a:gd name="connsiteY17" fmla="*/ 1601150 h 1601150"/>
              <a:gd name="connsiteX18" fmla="*/ 578572 w 1671431"/>
              <a:gd name="connsiteY18" fmla="*/ 1561967 h 1601150"/>
              <a:gd name="connsiteX19" fmla="*/ 610715 w 1671431"/>
              <a:gd name="connsiteY19" fmla="*/ 1448255 h 1601150"/>
              <a:gd name="connsiteX20" fmla="*/ 642858 w 1671431"/>
              <a:gd name="connsiteY20" fmla="*/ 1271139 h 1601150"/>
              <a:gd name="connsiteX21" fmla="*/ 675001 w 1671431"/>
              <a:gd name="connsiteY21" fmla="*/ 1047967 h 1601150"/>
              <a:gd name="connsiteX22" fmla="*/ 707144 w 1671431"/>
              <a:gd name="connsiteY22" fmla="*/ 800575 h 1601150"/>
              <a:gd name="connsiteX23" fmla="*/ 739287 w 1671431"/>
              <a:gd name="connsiteY23" fmla="*/ 553182 h 1601150"/>
              <a:gd name="connsiteX24" fmla="*/ 771430 w 1671431"/>
              <a:gd name="connsiteY24" fmla="*/ 330011 h 1601150"/>
              <a:gd name="connsiteX25" fmla="*/ 803573 w 1671431"/>
              <a:gd name="connsiteY25" fmla="*/ 152895 h 1601150"/>
              <a:gd name="connsiteX26" fmla="*/ 835716 w 1671431"/>
              <a:gd name="connsiteY26" fmla="*/ 39183 h 1601150"/>
              <a:gd name="connsiteX27" fmla="*/ 867858 w 1671431"/>
              <a:gd name="connsiteY27" fmla="*/ 0 h 1601150"/>
              <a:gd name="connsiteX28" fmla="*/ 900001 w 1671431"/>
              <a:gd name="connsiteY28" fmla="*/ 39183 h 1601150"/>
              <a:gd name="connsiteX29" fmla="*/ 932144 w 1671431"/>
              <a:gd name="connsiteY29" fmla="*/ 152895 h 1601150"/>
              <a:gd name="connsiteX30" fmla="*/ 964287 w 1671431"/>
              <a:gd name="connsiteY30" fmla="*/ 330011 h 1601150"/>
              <a:gd name="connsiteX31" fmla="*/ 996430 w 1671431"/>
              <a:gd name="connsiteY31" fmla="*/ 553182 h 1601150"/>
              <a:gd name="connsiteX32" fmla="*/ 1028573 w 1671431"/>
              <a:gd name="connsiteY32" fmla="*/ 800575 h 1601150"/>
              <a:gd name="connsiteX33" fmla="*/ 1060716 w 1671431"/>
              <a:gd name="connsiteY33" fmla="*/ 1047967 h 1601150"/>
              <a:gd name="connsiteX34" fmla="*/ 1092859 w 1671431"/>
              <a:gd name="connsiteY34" fmla="*/ 1271139 h 1601150"/>
              <a:gd name="connsiteX35" fmla="*/ 1125002 w 1671431"/>
              <a:gd name="connsiteY35" fmla="*/ 1448255 h 1601150"/>
              <a:gd name="connsiteX36" fmla="*/ 1157145 w 1671431"/>
              <a:gd name="connsiteY36" fmla="*/ 1561967 h 1601150"/>
              <a:gd name="connsiteX37" fmla="*/ 1189287 w 1671431"/>
              <a:gd name="connsiteY37" fmla="*/ 1601150 h 1601150"/>
              <a:gd name="connsiteX38" fmla="*/ 1221431 w 1671431"/>
              <a:gd name="connsiteY38" fmla="*/ 1561967 h 1601150"/>
              <a:gd name="connsiteX39" fmla="*/ 1253573 w 1671431"/>
              <a:gd name="connsiteY39" fmla="*/ 1448255 h 1601150"/>
              <a:gd name="connsiteX40" fmla="*/ 1285716 w 1671431"/>
              <a:gd name="connsiteY40" fmla="*/ 1271139 h 1601150"/>
              <a:gd name="connsiteX41" fmla="*/ 1317859 w 1671431"/>
              <a:gd name="connsiteY41" fmla="*/ 1047967 h 1601150"/>
              <a:gd name="connsiteX42" fmla="*/ 1350002 w 1671431"/>
              <a:gd name="connsiteY42" fmla="*/ 800575 h 1601150"/>
              <a:gd name="connsiteX43" fmla="*/ 1382145 w 1671431"/>
              <a:gd name="connsiteY43" fmla="*/ 553182 h 1601150"/>
              <a:gd name="connsiteX44" fmla="*/ 1414288 w 1671431"/>
              <a:gd name="connsiteY44" fmla="*/ 330011 h 1601150"/>
              <a:gd name="connsiteX45" fmla="*/ 1446431 w 1671431"/>
              <a:gd name="connsiteY45" fmla="*/ 152895 h 1601150"/>
              <a:gd name="connsiteX46" fmla="*/ 1478574 w 1671431"/>
              <a:gd name="connsiteY46" fmla="*/ 39183 h 1601150"/>
              <a:gd name="connsiteX47" fmla="*/ 1510717 w 1671431"/>
              <a:gd name="connsiteY47" fmla="*/ 0 h 1601150"/>
              <a:gd name="connsiteX48" fmla="*/ 1542860 w 1671431"/>
              <a:gd name="connsiteY48" fmla="*/ 39183 h 1601150"/>
              <a:gd name="connsiteX49" fmla="*/ 1575003 w 1671431"/>
              <a:gd name="connsiteY49" fmla="*/ 152895 h 1601150"/>
              <a:gd name="connsiteX50" fmla="*/ 1607146 w 1671431"/>
              <a:gd name="connsiteY50" fmla="*/ 330011 h 1601150"/>
              <a:gd name="connsiteX51" fmla="*/ 1639289 w 1671431"/>
              <a:gd name="connsiteY51" fmla="*/ 553182 h 1601150"/>
              <a:gd name="connsiteX52" fmla="*/ 1671431 w 1671431"/>
              <a:gd name="connsiteY52" fmla="*/ 800575 h 1601150"/>
              <a:gd name="connsiteX0" fmla="*/ 0 w 1639289"/>
              <a:gd name="connsiteY0" fmla="*/ 1047967 h 1601150"/>
              <a:gd name="connsiteX1" fmla="*/ 32143 w 1639289"/>
              <a:gd name="connsiteY1" fmla="*/ 800575 h 1601150"/>
              <a:gd name="connsiteX2" fmla="*/ 64286 w 1639289"/>
              <a:gd name="connsiteY2" fmla="*/ 553182 h 1601150"/>
              <a:gd name="connsiteX3" fmla="*/ 96429 w 1639289"/>
              <a:gd name="connsiteY3" fmla="*/ 330011 h 1601150"/>
              <a:gd name="connsiteX4" fmla="*/ 128572 w 1639289"/>
              <a:gd name="connsiteY4" fmla="*/ 152895 h 1601150"/>
              <a:gd name="connsiteX5" fmla="*/ 160715 w 1639289"/>
              <a:gd name="connsiteY5" fmla="*/ 39183 h 1601150"/>
              <a:gd name="connsiteX6" fmla="*/ 192858 w 1639289"/>
              <a:gd name="connsiteY6" fmla="*/ 0 h 1601150"/>
              <a:gd name="connsiteX7" fmla="*/ 225001 w 1639289"/>
              <a:gd name="connsiteY7" fmla="*/ 39183 h 1601150"/>
              <a:gd name="connsiteX8" fmla="*/ 257144 w 1639289"/>
              <a:gd name="connsiteY8" fmla="*/ 152895 h 1601150"/>
              <a:gd name="connsiteX9" fmla="*/ 289287 w 1639289"/>
              <a:gd name="connsiteY9" fmla="*/ 330011 h 1601150"/>
              <a:gd name="connsiteX10" fmla="*/ 321429 w 1639289"/>
              <a:gd name="connsiteY10" fmla="*/ 553182 h 1601150"/>
              <a:gd name="connsiteX11" fmla="*/ 353572 w 1639289"/>
              <a:gd name="connsiteY11" fmla="*/ 800575 h 1601150"/>
              <a:gd name="connsiteX12" fmla="*/ 385716 w 1639289"/>
              <a:gd name="connsiteY12" fmla="*/ 1047967 h 1601150"/>
              <a:gd name="connsiteX13" fmla="*/ 417858 w 1639289"/>
              <a:gd name="connsiteY13" fmla="*/ 1271139 h 1601150"/>
              <a:gd name="connsiteX14" fmla="*/ 450001 w 1639289"/>
              <a:gd name="connsiteY14" fmla="*/ 1448255 h 1601150"/>
              <a:gd name="connsiteX15" fmla="*/ 482144 w 1639289"/>
              <a:gd name="connsiteY15" fmla="*/ 1561967 h 1601150"/>
              <a:gd name="connsiteX16" fmla="*/ 514287 w 1639289"/>
              <a:gd name="connsiteY16" fmla="*/ 1601150 h 1601150"/>
              <a:gd name="connsiteX17" fmla="*/ 546430 w 1639289"/>
              <a:gd name="connsiteY17" fmla="*/ 1561967 h 1601150"/>
              <a:gd name="connsiteX18" fmla="*/ 578573 w 1639289"/>
              <a:gd name="connsiteY18" fmla="*/ 1448255 h 1601150"/>
              <a:gd name="connsiteX19" fmla="*/ 610716 w 1639289"/>
              <a:gd name="connsiteY19" fmla="*/ 1271139 h 1601150"/>
              <a:gd name="connsiteX20" fmla="*/ 642859 w 1639289"/>
              <a:gd name="connsiteY20" fmla="*/ 1047967 h 1601150"/>
              <a:gd name="connsiteX21" fmla="*/ 675002 w 1639289"/>
              <a:gd name="connsiteY21" fmla="*/ 800575 h 1601150"/>
              <a:gd name="connsiteX22" fmla="*/ 707145 w 1639289"/>
              <a:gd name="connsiteY22" fmla="*/ 553182 h 1601150"/>
              <a:gd name="connsiteX23" fmla="*/ 739288 w 1639289"/>
              <a:gd name="connsiteY23" fmla="*/ 330011 h 1601150"/>
              <a:gd name="connsiteX24" fmla="*/ 771431 w 1639289"/>
              <a:gd name="connsiteY24" fmla="*/ 152895 h 1601150"/>
              <a:gd name="connsiteX25" fmla="*/ 803574 w 1639289"/>
              <a:gd name="connsiteY25" fmla="*/ 39183 h 1601150"/>
              <a:gd name="connsiteX26" fmla="*/ 835716 w 1639289"/>
              <a:gd name="connsiteY26" fmla="*/ 0 h 1601150"/>
              <a:gd name="connsiteX27" fmla="*/ 867859 w 1639289"/>
              <a:gd name="connsiteY27" fmla="*/ 39183 h 1601150"/>
              <a:gd name="connsiteX28" fmla="*/ 900002 w 1639289"/>
              <a:gd name="connsiteY28" fmla="*/ 152895 h 1601150"/>
              <a:gd name="connsiteX29" fmla="*/ 932145 w 1639289"/>
              <a:gd name="connsiteY29" fmla="*/ 330011 h 1601150"/>
              <a:gd name="connsiteX30" fmla="*/ 964288 w 1639289"/>
              <a:gd name="connsiteY30" fmla="*/ 553182 h 1601150"/>
              <a:gd name="connsiteX31" fmla="*/ 996431 w 1639289"/>
              <a:gd name="connsiteY31" fmla="*/ 800575 h 1601150"/>
              <a:gd name="connsiteX32" fmla="*/ 1028574 w 1639289"/>
              <a:gd name="connsiteY32" fmla="*/ 1047967 h 1601150"/>
              <a:gd name="connsiteX33" fmla="*/ 1060717 w 1639289"/>
              <a:gd name="connsiteY33" fmla="*/ 1271139 h 1601150"/>
              <a:gd name="connsiteX34" fmla="*/ 1092860 w 1639289"/>
              <a:gd name="connsiteY34" fmla="*/ 1448255 h 1601150"/>
              <a:gd name="connsiteX35" fmla="*/ 1125003 w 1639289"/>
              <a:gd name="connsiteY35" fmla="*/ 1561967 h 1601150"/>
              <a:gd name="connsiteX36" fmla="*/ 1157145 w 1639289"/>
              <a:gd name="connsiteY36" fmla="*/ 1601150 h 1601150"/>
              <a:gd name="connsiteX37" fmla="*/ 1189289 w 1639289"/>
              <a:gd name="connsiteY37" fmla="*/ 1561967 h 1601150"/>
              <a:gd name="connsiteX38" fmla="*/ 1221431 w 1639289"/>
              <a:gd name="connsiteY38" fmla="*/ 1448255 h 1601150"/>
              <a:gd name="connsiteX39" fmla="*/ 1253574 w 1639289"/>
              <a:gd name="connsiteY39" fmla="*/ 1271139 h 1601150"/>
              <a:gd name="connsiteX40" fmla="*/ 1285717 w 1639289"/>
              <a:gd name="connsiteY40" fmla="*/ 1047967 h 1601150"/>
              <a:gd name="connsiteX41" fmla="*/ 1317860 w 1639289"/>
              <a:gd name="connsiteY41" fmla="*/ 800575 h 1601150"/>
              <a:gd name="connsiteX42" fmla="*/ 1350003 w 1639289"/>
              <a:gd name="connsiteY42" fmla="*/ 553182 h 1601150"/>
              <a:gd name="connsiteX43" fmla="*/ 1382146 w 1639289"/>
              <a:gd name="connsiteY43" fmla="*/ 330011 h 1601150"/>
              <a:gd name="connsiteX44" fmla="*/ 1414289 w 1639289"/>
              <a:gd name="connsiteY44" fmla="*/ 152895 h 1601150"/>
              <a:gd name="connsiteX45" fmla="*/ 1446432 w 1639289"/>
              <a:gd name="connsiteY45" fmla="*/ 39183 h 1601150"/>
              <a:gd name="connsiteX46" fmla="*/ 1478575 w 1639289"/>
              <a:gd name="connsiteY46" fmla="*/ 0 h 1601150"/>
              <a:gd name="connsiteX47" fmla="*/ 1510718 w 1639289"/>
              <a:gd name="connsiteY47" fmla="*/ 39183 h 1601150"/>
              <a:gd name="connsiteX48" fmla="*/ 1542861 w 1639289"/>
              <a:gd name="connsiteY48" fmla="*/ 152895 h 1601150"/>
              <a:gd name="connsiteX49" fmla="*/ 1575004 w 1639289"/>
              <a:gd name="connsiteY49" fmla="*/ 330011 h 1601150"/>
              <a:gd name="connsiteX50" fmla="*/ 1607147 w 1639289"/>
              <a:gd name="connsiteY50" fmla="*/ 553182 h 1601150"/>
              <a:gd name="connsiteX51" fmla="*/ 1639289 w 1639289"/>
              <a:gd name="connsiteY51" fmla="*/ 800575 h 1601150"/>
              <a:gd name="connsiteX0" fmla="*/ 0 w 1607146"/>
              <a:gd name="connsiteY0" fmla="*/ 800575 h 1601150"/>
              <a:gd name="connsiteX1" fmla="*/ 32143 w 1607146"/>
              <a:gd name="connsiteY1" fmla="*/ 553182 h 1601150"/>
              <a:gd name="connsiteX2" fmla="*/ 64286 w 1607146"/>
              <a:gd name="connsiteY2" fmla="*/ 330011 h 1601150"/>
              <a:gd name="connsiteX3" fmla="*/ 96429 w 1607146"/>
              <a:gd name="connsiteY3" fmla="*/ 152895 h 1601150"/>
              <a:gd name="connsiteX4" fmla="*/ 128572 w 1607146"/>
              <a:gd name="connsiteY4" fmla="*/ 39183 h 1601150"/>
              <a:gd name="connsiteX5" fmla="*/ 160715 w 1607146"/>
              <a:gd name="connsiteY5" fmla="*/ 0 h 1601150"/>
              <a:gd name="connsiteX6" fmla="*/ 192858 w 1607146"/>
              <a:gd name="connsiteY6" fmla="*/ 39183 h 1601150"/>
              <a:gd name="connsiteX7" fmla="*/ 225001 w 1607146"/>
              <a:gd name="connsiteY7" fmla="*/ 152895 h 1601150"/>
              <a:gd name="connsiteX8" fmla="*/ 257144 w 1607146"/>
              <a:gd name="connsiteY8" fmla="*/ 330011 h 1601150"/>
              <a:gd name="connsiteX9" fmla="*/ 289286 w 1607146"/>
              <a:gd name="connsiteY9" fmla="*/ 553182 h 1601150"/>
              <a:gd name="connsiteX10" fmla="*/ 321429 w 1607146"/>
              <a:gd name="connsiteY10" fmla="*/ 800575 h 1601150"/>
              <a:gd name="connsiteX11" fmla="*/ 353573 w 1607146"/>
              <a:gd name="connsiteY11" fmla="*/ 1047967 h 1601150"/>
              <a:gd name="connsiteX12" fmla="*/ 385715 w 1607146"/>
              <a:gd name="connsiteY12" fmla="*/ 1271139 h 1601150"/>
              <a:gd name="connsiteX13" fmla="*/ 417858 w 1607146"/>
              <a:gd name="connsiteY13" fmla="*/ 1448255 h 1601150"/>
              <a:gd name="connsiteX14" fmla="*/ 450001 w 1607146"/>
              <a:gd name="connsiteY14" fmla="*/ 1561967 h 1601150"/>
              <a:gd name="connsiteX15" fmla="*/ 482144 w 1607146"/>
              <a:gd name="connsiteY15" fmla="*/ 1601150 h 1601150"/>
              <a:gd name="connsiteX16" fmla="*/ 514287 w 1607146"/>
              <a:gd name="connsiteY16" fmla="*/ 1561967 h 1601150"/>
              <a:gd name="connsiteX17" fmla="*/ 546430 w 1607146"/>
              <a:gd name="connsiteY17" fmla="*/ 1448255 h 1601150"/>
              <a:gd name="connsiteX18" fmla="*/ 578573 w 1607146"/>
              <a:gd name="connsiteY18" fmla="*/ 1271139 h 1601150"/>
              <a:gd name="connsiteX19" fmla="*/ 610716 w 1607146"/>
              <a:gd name="connsiteY19" fmla="*/ 1047967 h 1601150"/>
              <a:gd name="connsiteX20" fmla="*/ 642859 w 1607146"/>
              <a:gd name="connsiteY20" fmla="*/ 800575 h 1601150"/>
              <a:gd name="connsiteX21" fmla="*/ 675002 w 1607146"/>
              <a:gd name="connsiteY21" fmla="*/ 553182 h 1601150"/>
              <a:gd name="connsiteX22" fmla="*/ 707145 w 1607146"/>
              <a:gd name="connsiteY22" fmla="*/ 330011 h 1601150"/>
              <a:gd name="connsiteX23" fmla="*/ 739288 w 1607146"/>
              <a:gd name="connsiteY23" fmla="*/ 152895 h 1601150"/>
              <a:gd name="connsiteX24" fmla="*/ 771431 w 1607146"/>
              <a:gd name="connsiteY24" fmla="*/ 39183 h 1601150"/>
              <a:gd name="connsiteX25" fmla="*/ 803573 w 1607146"/>
              <a:gd name="connsiteY25" fmla="*/ 0 h 1601150"/>
              <a:gd name="connsiteX26" fmla="*/ 835716 w 1607146"/>
              <a:gd name="connsiteY26" fmla="*/ 39183 h 1601150"/>
              <a:gd name="connsiteX27" fmla="*/ 867859 w 1607146"/>
              <a:gd name="connsiteY27" fmla="*/ 152895 h 1601150"/>
              <a:gd name="connsiteX28" fmla="*/ 900002 w 1607146"/>
              <a:gd name="connsiteY28" fmla="*/ 330011 h 1601150"/>
              <a:gd name="connsiteX29" fmla="*/ 932145 w 1607146"/>
              <a:gd name="connsiteY29" fmla="*/ 553182 h 1601150"/>
              <a:gd name="connsiteX30" fmla="*/ 964288 w 1607146"/>
              <a:gd name="connsiteY30" fmla="*/ 800575 h 1601150"/>
              <a:gd name="connsiteX31" fmla="*/ 996431 w 1607146"/>
              <a:gd name="connsiteY31" fmla="*/ 1047967 h 1601150"/>
              <a:gd name="connsiteX32" fmla="*/ 1028574 w 1607146"/>
              <a:gd name="connsiteY32" fmla="*/ 1271139 h 1601150"/>
              <a:gd name="connsiteX33" fmla="*/ 1060717 w 1607146"/>
              <a:gd name="connsiteY33" fmla="*/ 1448255 h 1601150"/>
              <a:gd name="connsiteX34" fmla="*/ 1092860 w 1607146"/>
              <a:gd name="connsiteY34" fmla="*/ 1561967 h 1601150"/>
              <a:gd name="connsiteX35" fmla="*/ 1125002 w 1607146"/>
              <a:gd name="connsiteY35" fmla="*/ 1601150 h 1601150"/>
              <a:gd name="connsiteX36" fmla="*/ 1157146 w 1607146"/>
              <a:gd name="connsiteY36" fmla="*/ 1561967 h 1601150"/>
              <a:gd name="connsiteX37" fmla="*/ 1189288 w 1607146"/>
              <a:gd name="connsiteY37" fmla="*/ 1448255 h 1601150"/>
              <a:gd name="connsiteX38" fmla="*/ 1221431 w 1607146"/>
              <a:gd name="connsiteY38" fmla="*/ 1271139 h 1601150"/>
              <a:gd name="connsiteX39" fmla="*/ 1253574 w 1607146"/>
              <a:gd name="connsiteY39" fmla="*/ 1047967 h 1601150"/>
              <a:gd name="connsiteX40" fmla="*/ 1285717 w 1607146"/>
              <a:gd name="connsiteY40" fmla="*/ 800575 h 1601150"/>
              <a:gd name="connsiteX41" fmla="*/ 1317860 w 1607146"/>
              <a:gd name="connsiteY41" fmla="*/ 553182 h 1601150"/>
              <a:gd name="connsiteX42" fmla="*/ 1350003 w 1607146"/>
              <a:gd name="connsiteY42" fmla="*/ 330011 h 1601150"/>
              <a:gd name="connsiteX43" fmla="*/ 1382146 w 1607146"/>
              <a:gd name="connsiteY43" fmla="*/ 152895 h 1601150"/>
              <a:gd name="connsiteX44" fmla="*/ 1414289 w 1607146"/>
              <a:gd name="connsiteY44" fmla="*/ 39183 h 1601150"/>
              <a:gd name="connsiteX45" fmla="*/ 1446432 w 1607146"/>
              <a:gd name="connsiteY45" fmla="*/ 0 h 1601150"/>
              <a:gd name="connsiteX46" fmla="*/ 1478575 w 1607146"/>
              <a:gd name="connsiteY46" fmla="*/ 39183 h 1601150"/>
              <a:gd name="connsiteX47" fmla="*/ 1510718 w 1607146"/>
              <a:gd name="connsiteY47" fmla="*/ 152895 h 1601150"/>
              <a:gd name="connsiteX48" fmla="*/ 1542861 w 1607146"/>
              <a:gd name="connsiteY48" fmla="*/ 330011 h 1601150"/>
              <a:gd name="connsiteX49" fmla="*/ 1575004 w 1607146"/>
              <a:gd name="connsiteY49" fmla="*/ 553182 h 1601150"/>
              <a:gd name="connsiteX50" fmla="*/ 1607146 w 1607146"/>
              <a:gd name="connsiteY50" fmla="*/ 800575 h 1601150"/>
              <a:gd name="connsiteX0" fmla="*/ 0 w 1575003"/>
              <a:gd name="connsiteY0" fmla="*/ 553182 h 1601150"/>
              <a:gd name="connsiteX1" fmla="*/ 32143 w 1575003"/>
              <a:gd name="connsiteY1" fmla="*/ 330011 h 1601150"/>
              <a:gd name="connsiteX2" fmla="*/ 64286 w 1575003"/>
              <a:gd name="connsiteY2" fmla="*/ 152895 h 1601150"/>
              <a:gd name="connsiteX3" fmla="*/ 96429 w 1575003"/>
              <a:gd name="connsiteY3" fmla="*/ 39183 h 1601150"/>
              <a:gd name="connsiteX4" fmla="*/ 128572 w 1575003"/>
              <a:gd name="connsiteY4" fmla="*/ 0 h 1601150"/>
              <a:gd name="connsiteX5" fmla="*/ 160715 w 1575003"/>
              <a:gd name="connsiteY5" fmla="*/ 39183 h 1601150"/>
              <a:gd name="connsiteX6" fmla="*/ 192858 w 1575003"/>
              <a:gd name="connsiteY6" fmla="*/ 152895 h 1601150"/>
              <a:gd name="connsiteX7" fmla="*/ 225001 w 1575003"/>
              <a:gd name="connsiteY7" fmla="*/ 330011 h 1601150"/>
              <a:gd name="connsiteX8" fmla="*/ 257143 w 1575003"/>
              <a:gd name="connsiteY8" fmla="*/ 553182 h 1601150"/>
              <a:gd name="connsiteX9" fmla="*/ 289286 w 1575003"/>
              <a:gd name="connsiteY9" fmla="*/ 800575 h 1601150"/>
              <a:gd name="connsiteX10" fmla="*/ 321430 w 1575003"/>
              <a:gd name="connsiteY10" fmla="*/ 1047967 h 1601150"/>
              <a:gd name="connsiteX11" fmla="*/ 353572 w 1575003"/>
              <a:gd name="connsiteY11" fmla="*/ 1271139 h 1601150"/>
              <a:gd name="connsiteX12" fmla="*/ 385715 w 1575003"/>
              <a:gd name="connsiteY12" fmla="*/ 1448255 h 1601150"/>
              <a:gd name="connsiteX13" fmla="*/ 417858 w 1575003"/>
              <a:gd name="connsiteY13" fmla="*/ 1561967 h 1601150"/>
              <a:gd name="connsiteX14" fmla="*/ 450001 w 1575003"/>
              <a:gd name="connsiteY14" fmla="*/ 1601150 h 1601150"/>
              <a:gd name="connsiteX15" fmla="*/ 482144 w 1575003"/>
              <a:gd name="connsiteY15" fmla="*/ 1561967 h 1601150"/>
              <a:gd name="connsiteX16" fmla="*/ 514287 w 1575003"/>
              <a:gd name="connsiteY16" fmla="*/ 1448255 h 1601150"/>
              <a:gd name="connsiteX17" fmla="*/ 546430 w 1575003"/>
              <a:gd name="connsiteY17" fmla="*/ 1271139 h 1601150"/>
              <a:gd name="connsiteX18" fmla="*/ 578573 w 1575003"/>
              <a:gd name="connsiteY18" fmla="*/ 1047967 h 1601150"/>
              <a:gd name="connsiteX19" fmla="*/ 610716 w 1575003"/>
              <a:gd name="connsiteY19" fmla="*/ 800575 h 1601150"/>
              <a:gd name="connsiteX20" fmla="*/ 642859 w 1575003"/>
              <a:gd name="connsiteY20" fmla="*/ 553182 h 1601150"/>
              <a:gd name="connsiteX21" fmla="*/ 675002 w 1575003"/>
              <a:gd name="connsiteY21" fmla="*/ 330011 h 1601150"/>
              <a:gd name="connsiteX22" fmla="*/ 707145 w 1575003"/>
              <a:gd name="connsiteY22" fmla="*/ 152895 h 1601150"/>
              <a:gd name="connsiteX23" fmla="*/ 739288 w 1575003"/>
              <a:gd name="connsiteY23" fmla="*/ 39183 h 1601150"/>
              <a:gd name="connsiteX24" fmla="*/ 771430 w 1575003"/>
              <a:gd name="connsiteY24" fmla="*/ 0 h 1601150"/>
              <a:gd name="connsiteX25" fmla="*/ 803573 w 1575003"/>
              <a:gd name="connsiteY25" fmla="*/ 39183 h 1601150"/>
              <a:gd name="connsiteX26" fmla="*/ 835716 w 1575003"/>
              <a:gd name="connsiteY26" fmla="*/ 152895 h 1601150"/>
              <a:gd name="connsiteX27" fmla="*/ 867859 w 1575003"/>
              <a:gd name="connsiteY27" fmla="*/ 330011 h 1601150"/>
              <a:gd name="connsiteX28" fmla="*/ 900002 w 1575003"/>
              <a:gd name="connsiteY28" fmla="*/ 553182 h 1601150"/>
              <a:gd name="connsiteX29" fmla="*/ 932145 w 1575003"/>
              <a:gd name="connsiteY29" fmla="*/ 800575 h 1601150"/>
              <a:gd name="connsiteX30" fmla="*/ 964288 w 1575003"/>
              <a:gd name="connsiteY30" fmla="*/ 1047967 h 1601150"/>
              <a:gd name="connsiteX31" fmla="*/ 996431 w 1575003"/>
              <a:gd name="connsiteY31" fmla="*/ 1271139 h 1601150"/>
              <a:gd name="connsiteX32" fmla="*/ 1028574 w 1575003"/>
              <a:gd name="connsiteY32" fmla="*/ 1448255 h 1601150"/>
              <a:gd name="connsiteX33" fmla="*/ 1060717 w 1575003"/>
              <a:gd name="connsiteY33" fmla="*/ 1561967 h 1601150"/>
              <a:gd name="connsiteX34" fmla="*/ 1092859 w 1575003"/>
              <a:gd name="connsiteY34" fmla="*/ 1601150 h 1601150"/>
              <a:gd name="connsiteX35" fmla="*/ 1125003 w 1575003"/>
              <a:gd name="connsiteY35" fmla="*/ 1561967 h 1601150"/>
              <a:gd name="connsiteX36" fmla="*/ 1157145 w 1575003"/>
              <a:gd name="connsiteY36" fmla="*/ 1448255 h 1601150"/>
              <a:gd name="connsiteX37" fmla="*/ 1189288 w 1575003"/>
              <a:gd name="connsiteY37" fmla="*/ 1271139 h 1601150"/>
              <a:gd name="connsiteX38" fmla="*/ 1221431 w 1575003"/>
              <a:gd name="connsiteY38" fmla="*/ 1047967 h 1601150"/>
              <a:gd name="connsiteX39" fmla="*/ 1253574 w 1575003"/>
              <a:gd name="connsiteY39" fmla="*/ 800575 h 1601150"/>
              <a:gd name="connsiteX40" fmla="*/ 1285717 w 1575003"/>
              <a:gd name="connsiteY40" fmla="*/ 553182 h 1601150"/>
              <a:gd name="connsiteX41" fmla="*/ 1317860 w 1575003"/>
              <a:gd name="connsiteY41" fmla="*/ 330011 h 1601150"/>
              <a:gd name="connsiteX42" fmla="*/ 1350003 w 1575003"/>
              <a:gd name="connsiteY42" fmla="*/ 152895 h 1601150"/>
              <a:gd name="connsiteX43" fmla="*/ 1382146 w 1575003"/>
              <a:gd name="connsiteY43" fmla="*/ 39183 h 1601150"/>
              <a:gd name="connsiteX44" fmla="*/ 1414289 w 1575003"/>
              <a:gd name="connsiteY44" fmla="*/ 0 h 1601150"/>
              <a:gd name="connsiteX45" fmla="*/ 1446432 w 1575003"/>
              <a:gd name="connsiteY45" fmla="*/ 39183 h 1601150"/>
              <a:gd name="connsiteX46" fmla="*/ 1478575 w 1575003"/>
              <a:gd name="connsiteY46" fmla="*/ 152895 h 1601150"/>
              <a:gd name="connsiteX47" fmla="*/ 1510718 w 1575003"/>
              <a:gd name="connsiteY47" fmla="*/ 330011 h 1601150"/>
              <a:gd name="connsiteX48" fmla="*/ 1542861 w 1575003"/>
              <a:gd name="connsiteY48" fmla="*/ 553182 h 1601150"/>
              <a:gd name="connsiteX49" fmla="*/ 1575003 w 1575003"/>
              <a:gd name="connsiteY49" fmla="*/ 800575 h 1601150"/>
              <a:gd name="connsiteX0" fmla="*/ 0 w 1542860"/>
              <a:gd name="connsiteY0" fmla="*/ 330011 h 1601150"/>
              <a:gd name="connsiteX1" fmla="*/ 32143 w 1542860"/>
              <a:gd name="connsiteY1" fmla="*/ 152895 h 1601150"/>
              <a:gd name="connsiteX2" fmla="*/ 64286 w 1542860"/>
              <a:gd name="connsiteY2" fmla="*/ 39183 h 1601150"/>
              <a:gd name="connsiteX3" fmla="*/ 96429 w 1542860"/>
              <a:gd name="connsiteY3" fmla="*/ 0 h 1601150"/>
              <a:gd name="connsiteX4" fmla="*/ 128572 w 1542860"/>
              <a:gd name="connsiteY4" fmla="*/ 39183 h 1601150"/>
              <a:gd name="connsiteX5" fmla="*/ 160715 w 1542860"/>
              <a:gd name="connsiteY5" fmla="*/ 152895 h 1601150"/>
              <a:gd name="connsiteX6" fmla="*/ 192858 w 1542860"/>
              <a:gd name="connsiteY6" fmla="*/ 330011 h 1601150"/>
              <a:gd name="connsiteX7" fmla="*/ 225000 w 1542860"/>
              <a:gd name="connsiteY7" fmla="*/ 553182 h 1601150"/>
              <a:gd name="connsiteX8" fmla="*/ 257143 w 1542860"/>
              <a:gd name="connsiteY8" fmla="*/ 800575 h 1601150"/>
              <a:gd name="connsiteX9" fmla="*/ 289287 w 1542860"/>
              <a:gd name="connsiteY9" fmla="*/ 1047967 h 1601150"/>
              <a:gd name="connsiteX10" fmla="*/ 321429 w 1542860"/>
              <a:gd name="connsiteY10" fmla="*/ 1271139 h 1601150"/>
              <a:gd name="connsiteX11" fmla="*/ 353572 w 1542860"/>
              <a:gd name="connsiteY11" fmla="*/ 1448255 h 1601150"/>
              <a:gd name="connsiteX12" fmla="*/ 385715 w 1542860"/>
              <a:gd name="connsiteY12" fmla="*/ 1561967 h 1601150"/>
              <a:gd name="connsiteX13" fmla="*/ 417858 w 1542860"/>
              <a:gd name="connsiteY13" fmla="*/ 1601150 h 1601150"/>
              <a:gd name="connsiteX14" fmla="*/ 450001 w 1542860"/>
              <a:gd name="connsiteY14" fmla="*/ 1561967 h 1601150"/>
              <a:gd name="connsiteX15" fmla="*/ 482144 w 1542860"/>
              <a:gd name="connsiteY15" fmla="*/ 1448255 h 1601150"/>
              <a:gd name="connsiteX16" fmla="*/ 514287 w 1542860"/>
              <a:gd name="connsiteY16" fmla="*/ 1271139 h 1601150"/>
              <a:gd name="connsiteX17" fmla="*/ 546430 w 1542860"/>
              <a:gd name="connsiteY17" fmla="*/ 1047967 h 1601150"/>
              <a:gd name="connsiteX18" fmla="*/ 578573 w 1542860"/>
              <a:gd name="connsiteY18" fmla="*/ 800575 h 1601150"/>
              <a:gd name="connsiteX19" fmla="*/ 610716 w 1542860"/>
              <a:gd name="connsiteY19" fmla="*/ 553182 h 1601150"/>
              <a:gd name="connsiteX20" fmla="*/ 642859 w 1542860"/>
              <a:gd name="connsiteY20" fmla="*/ 330011 h 1601150"/>
              <a:gd name="connsiteX21" fmla="*/ 675002 w 1542860"/>
              <a:gd name="connsiteY21" fmla="*/ 152895 h 1601150"/>
              <a:gd name="connsiteX22" fmla="*/ 707145 w 1542860"/>
              <a:gd name="connsiteY22" fmla="*/ 39183 h 1601150"/>
              <a:gd name="connsiteX23" fmla="*/ 739287 w 1542860"/>
              <a:gd name="connsiteY23" fmla="*/ 0 h 1601150"/>
              <a:gd name="connsiteX24" fmla="*/ 771430 w 1542860"/>
              <a:gd name="connsiteY24" fmla="*/ 39183 h 1601150"/>
              <a:gd name="connsiteX25" fmla="*/ 803573 w 1542860"/>
              <a:gd name="connsiteY25" fmla="*/ 152895 h 1601150"/>
              <a:gd name="connsiteX26" fmla="*/ 835716 w 1542860"/>
              <a:gd name="connsiteY26" fmla="*/ 330011 h 1601150"/>
              <a:gd name="connsiteX27" fmla="*/ 867859 w 1542860"/>
              <a:gd name="connsiteY27" fmla="*/ 553182 h 1601150"/>
              <a:gd name="connsiteX28" fmla="*/ 900002 w 1542860"/>
              <a:gd name="connsiteY28" fmla="*/ 800575 h 1601150"/>
              <a:gd name="connsiteX29" fmla="*/ 932145 w 1542860"/>
              <a:gd name="connsiteY29" fmla="*/ 1047967 h 1601150"/>
              <a:gd name="connsiteX30" fmla="*/ 964288 w 1542860"/>
              <a:gd name="connsiteY30" fmla="*/ 1271139 h 1601150"/>
              <a:gd name="connsiteX31" fmla="*/ 996431 w 1542860"/>
              <a:gd name="connsiteY31" fmla="*/ 1448255 h 1601150"/>
              <a:gd name="connsiteX32" fmla="*/ 1028574 w 1542860"/>
              <a:gd name="connsiteY32" fmla="*/ 1561967 h 1601150"/>
              <a:gd name="connsiteX33" fmla="*/ 1060716 w 1542860"/>
              <a:gd name="connsiteY33" fmla="*/ 1601150 h 1601150"/>
              <a:gd name="connsiteX34" fmla="*/ 1092860 w 1542860"/>
              <a:gd name="connsiteY34" fmla="*/ 1561967 h 1601150"/>
              <a:gd name="connsiteX35" fmla="*/ 1125002 w 1542860"/>
              <a:gd name="connsiteY35" fmla="*/ 1448255 h 1601150"/>
              <a:gd name="connsiteX36" fmla="*/ 1157145 w 1542860"/>
              <a:gd name="connsiteY36" fmla="*/ 1271139 h 1601150"/>
              <a:gd name="connsiteX37" fmla="*/ 1189288 w 1542860"/>
              <a:gd name="connsiteY37" fmla="*/ 1047967 h 1601150"/>
              <a:gd name="connsiteX38" fmla="*/ 1221431 w 1542860"/>
              <a:gd name="connsiteY38" fmla="*/ 800575 h 1601150"/>
              <a:gd name="connsiteX39" fmla="*/ 1253574 w 1542860"/>
              <a:gd name="connsiteY39" fmla="*/ 553182 h 1601150"/>
              <a:gd name="connsiteX40" fmla="*/ 1285717 w 1542860"/>
              <a:gd name="connsiteY40" fmla="*/ 330011 h 1601150"/>
              <a:gd name="connsiteX41" fmla="*/ 1317860 w 1542860"/>
              <a:gd name="connsiteY41" fmla="*/ 152895 h 1601150"/>
              <a:gd name="connsiteX42" fmla="*/ 1350003 w 1542860"/>
              <a:gd name="connsiteY42" fmla="*/ 39183 h 1601150"/>
              <a:gd name="connsiteX43" fmla="*/ 1382146 w 1542860"/>
              <a:gd name="connsiteY43" fmla="*/ 0 h 1601150"/>
              <a:gd name="connsiteX44" fmla="*/ 1414289 w 1542860"/>
              <a:gd name="connsiteY44" fmla="*/ 39183 h 1601150"/>
              <a:gd name="connsiteX45" fmla="*/ 1446432 w 1542860"/>
              <a:gd name="connsiteY45" fmla="*/ 152895 h 1601150"/>
              <a:gd name="connsiteX46" fmla="*/ 1478575 w 1542860"/>
              <a:gd name="connsiteY46" fmla="*/ 330011 h 1601150"/>
              <a:gd name="connsiteX47" fmla="*/ 1510718 w 1542860"/>
              <a:gd name="connsiteY47" fmla="*/ 553182 h 1601150"/>
              <a:gd name="connsiteX48" fmla="*/ 1542860 w 1542860"/>
              <a:gd name="connsiteY48" fmla="*/ 800575 h 1601150"/>
              <a:gd name="connsiteX0" fmla="*/ 0 w 1510717"/>
              <a:gd name="connsiteY0" fmla="*/ 152895 h 1601150"/>
              <a:gd name="connsiteX1" fmla="*/ 32143 w 1510717"/>
              <a:gd name="connsiteY1" fmla="*/ 39183 h 1601150"/>
              <a:gd name="connsiteX2" fmla="*/ 64286 w 1510717"/>
              <a:gd name="connsiteY2" fmla="*/ 0 h 1601150"/>
              <a:gd name="connsiteX3" fmla="*/ 96429 w 1510717"/>
              <a:gd name="connsiteY3" fmla="*/ 39183 h 1601150"/>
              <a:gd name="connsiteX4" fmla="*/ 128572 w 1510717"/>
              <a:gd name="connsiteY4" fmla="*/ 152895 h 1601150"/>
              <a:gd name="connsiteX5" fmla="*/ 160715 w 1510717"/>
              <a:gd name="connsiteY5" fmla="*/ 330011 h 1601150"/>
              <a:gd name="connsiteX6" fmla="*/ 192857 w 1510717"/>
              <a:gd name="connsiteY6" fmla="*/ 553182 h 1601150"/>
              <a:gd name="connsiteX7" fmla="*/ 225000 w 1510717"/>
              <a:gd name="connsiteY7" fmla="*/ 800575 h 1601150"/>
              <a:gd name="connsiteX8" fmla="*/ 257144 w 1510717"/>
              <a:gd name="connsiteY8" fmla="*/ 1047967 h 1601150"/>
              <a:gd name="connsiteX9" fmla="*/ 289286 w 1510717"/>
              <a:gd name="connsiteY9" fmla="*/ 1271139 h 1601150"/>
              <a:gd name="connsiteX10" fmla="*/ 321429 w 1510717"/>
              <a:gd name="connsiteY10" fmla="*/ 1448255 h 1601150"/>
              <a:gd name="connsiteX11" fmla="*/ 353572 w 1510717"/>
              <a:gd name="connsiteY11" fmla="*/ 1561967 h 1601150"/>
              <a:gd name="connsiteX12" fmla="*/ 385715 w 1510717"/>
              <a:gd name="connsiteY12" fmla="*/ 1601150 h 1601150"/>
              <a:gd name="connsiteX13" fmla="*/ 417858 w 1510717"/>
              <a:gd name="connsiteY13" fmla="*/ 1561967 h 1601150"/>
              <a:gd name="connsiteX14" fmla="*/ 450001 w 1510717"/>
              <a:gd name="connsiteY14" fmla="*/ 1448255 h 1601150"/>
              <a:gd name="connsiteX15" fmla="*/ 482144 w 1510717"/>
              <a:gd name="connsiteY15" fmla="*/ 1271139 h 1601150"/>
              <a:gd name="connsiteX16" fmla="*/ 514287 w 1510717"/>
              <a:gd name="connsiteY16" fmla="*/ 1047967 h 1601150"/>
              <a:gd name="connsiteX17" fmla="*/ 546430 w 1510717"/>
              <a:gd name="connsiteY17" fmla="*/ 800575 h 1601150"/>
              <a:gd name="connsiteX18" fmla="*/ 578573 w 1510717"/>
              <a:gd name="connsiteY18" fmla="*/ 553182 h 1601150"/>
              <a:gd name="connsiteX19" fmla="*/ 610716 w 1510717"/>
              <a:gd name="connsiteY19" fmla="*/ 330011 h 1601150"/>
              <a:gd name="connsiteX20" fmla="*/ 642859 w 1510717"/>
              <a:gd name="connsiteY20" fmla="*/ 152895 h 1601150"/>
              <a:gd name="connsiteX21" fmla="*/ 675002 w 1510717"/>
              <a:gd name="connsiteY21" fmla="*/ 39183 h 1601150"/>
              <a:gd name="connsiteX22" fmla="*/ 707144 w 1510717"/>
              <a:gd name="connsiteY22" fmla="*/ 0 h 1601150"/>
              <a:gd name="connsiteX23" fmla="*/ 739287 w 1510717"/>
              <a:gd name="connsiteY23" fmla="*/ 39183 h 1601150"/>
              <a:gd name="connsiteX24" fmla="*/ 771430 w 1510717"/>
              <a:gd name="connsiteY24" fmla="*/ 152895 h 1601150"/>
              <a:gd name="connsiteX25" fmla="*/ 803573 w 1510717"/>
              <a:gd name="connsiteY25" fmla="*/ 330011 h 1601150"/>
              <a:gd name="connsiteX26" fmla="*/ 835716 w 1510717"/>
              <a:gd name="connsiteY26" fmla="*/ 553182 h 1601150"/>
              <a:gd name="connsiteX27" fmla="*/ 867859 w 1510717"/>
              <a:gd name="connsiteY27" fmla="*/ 800575 h 1601150"/>
              <a:gd name="connsiteX28" fmla="*/ 900002 w 1510717"/>
              <a:gd name="connsiteY28" fmla="*/ 1047967 h 1601150"/>
              <a:gd name="connsiteX29" fmla="*/ 932145 w 1510717"/>
              <a:gd name="connsiteY29" fmla="*/ 1271139 h 1601150"/>
              <a:gd name="connsiteX30" fmla="*/ 964288 w 1510717"/>
              <a:gd name="connsiteY30" fmla="*/ 1448255 h 1601150"/>
              <a:gd name="connsiteX31" fmla="*/ 996431 w 1510717"/>
              <a:gd name="connsiteY31" fmla="*/ 1561967 h 1601150"/>
              <a:gd name="connsiteX32" fmla="*/ 1028573 w 1510717"/>
              <a:gd name="connsiteY32" fmla="*/ 1601150 h 1601150"/>
              <a:gd name="connsiteX33" fmla="*/ 1060717 w 1510717"/>
              <a:gd name="connsiteY33" fmla="*/ 1561967 h 1601150"/>
              <a:gd name="connsiteX34" fmla="*/ 1092859 w 1510717"/>
              <a:gd name="connsiteY34" fmla="*/ 1448255 h 1601150"/>
              <a:gd name="connsiteX35" fmla="*/ 1125002 w 1510717"/>
              <a:gd name="connsiteY35" fmla="*/ 1271139 h 1601150"/>
              <a:gd name="connsiteX36" fmla="*/ 1157145 w 1510717"/>
              <a:gd name="connsiteY36" fmla="*/ 1047967 h 1601150"/>
              <a:gd name="connsiteX37" fmla="*/ 1189288 w 1510717"/>
              <a:gd name="connsiteY37" fmla="*/ 800575 h 1601150"/>
              <a:gd name="connsiteX38" fmla="*/ 1221431 w 1510717"/>
              <a:gd name="connsiteY38" fmla="*/ 553182 h 1601150"/>
              <a:gd name="connsiteX39" fmla="*/ 1253574 w 1510717"/>
              <a:gd name="connsiteY39" fmla="*/ 330011 h 1601150"/>
              <a:gd name="connsiteX40" fmla="*/ 1285717 w 1510717"/>
              <a:gd name="connsiteY40" fmla="*/ 152895 h 1601150"/>
              <a:gd name="connsiteX41" fmla="*/ 1317860 w 1510717"/>
              <a:gd name="connsiteY41" fmla="*/ 39183 h 1601150"/>
              <a:gd name="connsiteX42" fmla="*/ 1350003 w 1510717"/>
              <a:gd name="connsiteY42" fmla="*/ 0 h 1601150"/>
              <a:gd name="connsiteX43" fmla="*/ 1382146 w 1510717"/>
              <a:gd name="connsiteY43" fmla="*/ 39183 h 1601150"/>
              <a:gd name="connsiteX44" fmla="*/ 1414289 w 1510717"/>
              <a:gd name="connsiteY44" fmla="*/ 152895 h 1601150"/>
              <a:gd name="connsiteX45" fmla="*/ 1446432 w 1510717"/>
              <a:gd name="connsiteY45" fmla="*/ 330011 h 1601150"/>
              <a:gd name="connsiteX46" fmla="*/ 1478575 w 1510717"/>
              <a:gd name="connsiteY46" fmla="*/ 553182 h 1601150"/>
              <a:gd name="connsiteX47" fmla="*/ 1510717 w 1510717"/>
              <a:gd name="connsiteY47" fmla="*/ 800575 h 1601150"/>
              <a:gd name="connsiteX0" fmla="*/ 0 w 1478574"/>
              <a:gd name="connsiteY0" fmla="*/ 39183 h 1601150"/>
              <a:gd name="connsiteX1" fmla="*/ 32143 w 1478574"/>
              <a:gd name="connsiteY1" fmla="*/ 0 h 1601150"/>
              <a:gd name="connsiteX2" fmla="*/ 64286 w 1478574"/>
              <a:gd name="connsiteY2" fmla="*/ 39183 h 1601150"/>
              <a:gd name="connsiteX3" fmla="*/ 96429 w 1478574"/>
              <a:gd name="connsiteY3" fmla="*/ 152895 h 1601150"/>
              <a:gd name="connsiteX4" fmla="*/ 128572 w 1478574"/>
              <a:gd name="connsiteY4" fmla="*/ 330011 h 1601150"/>
              <a:gd name="connsiteX5" fmla="*/ 160714 w 1478574"/>
              <a:gd name="connsiteY5" fmla="*/ 553182 h 1601150"/>
              <a:gd name="connsiteX6" fmla="*/ 192857 w 1478574"/>
              <a:gd name="connsiteY6" fmla="*/ 800575 h 1601150"/>
              <a:gd name="connsiteX7" fmla="*/ 225001 w 1478574"/>
              <a:gd name="connsiteY7" fmla="*/ 1047967 h 1601150"/>
              <a:gd name="connsiteX8" fmla="*/ 257143 w 1478574"/>
              <a:gd name="connsiteY8" fmla="*/ 1271139 h 1601150"/>
              <a:gd name="connsiteX9" fmla="*/ 289286 w 1478574"/>
              <a:gd name="connsiteY9" fmla="*/ 1448255 h 1601150"/>
              <a:gd name="connsiteX10" fmla="*/ 321429 w 1478574"/>
              <a:gd name="connsiteY10" fmla="*/ 1561967 h 1601150"/>
              <a:gd name="connsiteX11" fmla="*/ 353572 w 1478574"/>
              <a:gd name="connsiteY11" fmla="*/ 1601150 h 1601150"/>
              <a:gd name="connsiteX12" fmla="*/ 385715 w 1478574"/>
              <a:gd name="connsiteY12" fmla="*/ 1561967 h 1601150"/>
              <a:gd name="connsiteX13" fmla="*/ 417858 w 1478574"/>
              <a:gd name="connsiteY13" fmla="*/ 1448255 h 1601150"/>
              <a:gd name="connsiteX14" fmla="*/ 450001 w 1478574"/>
              <a:gd name="connsiteY14" fmla="*/ 1271139 h 1601150"/>
              <a:gd name="connsiteX15" fmla="*/ 482144 w 1478574"/>
              <a:gd name="connsiteY15" fmla="*/ 1047967 h 1601150"/>
              <a:gd name="connsiteX16" fmla="*/ 514287 w 1478574"/>
              <a:gd name="connsiteY16" fmla="*/ 800575 h 1601150"/>
              <a:gd name="connsiteX17" fmla="*/ 546430 w 1478574"/>
              <a:gd name="connsiteY17" fmla="*/ 553182 h 1601150"/>
              <a:gd name="connsiteX18" fmla="*/ 578573 w 1478574"/>
              <a:gd name="connsiteY18" fmla="*/ 330011 h 1601150"/>
              <a:gd name="connsiteX19" fmla="*/ 610716 w 1478574"/>
              <a:gd name="connsiteY19" fmla="*/ 152895 h 1601150"/>
              <a:gd name="connsiteX20" fmla="*/ 642859 w 1478574"/>
              <a:gd name="connsiteY20" fmla="*/ 39183 h 1601150"/>
              <a:gd name="connsiteX21" fmla="*/ 675001 w 1478574"/>
              <a:gd name="connsiteY21" fmla="*/ 0 h 1601150"/>
              <a:gd name="connsiteX22" fmla="*/ 707144 w 1478574"/>
              <a:gd name="connsiteY22" fmla="*/ 39183 h 1601150"/>
              <a:gd name="connsiteX23" fmla="*/ 739287 w 1478574"/>
              <a:gd name="connsiteY23" fmla="*/ 152895 h 1601150"/>
              <a:gd name="connsiteX24" fmla="*/ 771430 w 1478574"/>
              <a:gd name="connsiteY24" fmla="*/ 330011 h 1601150"/>
              <a:gd name="connsiteX25" fmla="*/ 803573 w 1478574"/>
              <a:gd name="connsiteY25" fmla="*/ 553182 h 1601150"/>
              <a:gd name="connsiteX26" fmla="*/ 835716 w 1478574"/>
              <a:gd name="connsiteY26" fmla="*/ 800575 h 1601150"/>
              <a:gd name="connsiteX27" fmla="*/ 867859 w 1478574"/>
              <a:gd name="connsiteY27" fmla="*/ 1047967 h 1601150"/>
              <a:gd name="connsiteX28" fmla="*/ 900002 w 1478574"/>
              <a:gd name="connsiteY28" fmla="*/ 1271139 h 1601150"/>
              <a:gd name="connsiteX29" fmla="*/ 932145 w 1478574"/>
              <a:gd name="connsiteY29" fmla="*/ 1448255 h 1601150"/>
              <a:gd name="connsiteX30" fmla="*/ 964288 w 1478574"/>
              <a:gd name="connsiteY30" fmla="*/ 1561967 h 1601150"/>
              <a:gd name="connsiteX31" fmla="*/ 996430 w 1478574"/>
              <a:gd name="connsiteY31" fmla="*/ 1601150 h 1601150"/>
              <a:gd name="connsiteX32" fmla="*/ 1028574 w 1478574"/>
              <a:gd name="connsiteY32" fmla="*/ 1561967 h 1601150"/>
              <a:gd name="connsiteX33" fmla="*/ 1060716 w 1478574"/>
              <a:gd name="connsiteY33" fmla="*/ 1448255 h 1601150"/>
              <a:gd name="connsiteX34" fmla="*/ 1092859 w 1478574"/>
              <a:gd name="connsiteY34" fmla="*/ 1271139 h 1601150"/>
              <a:gd name="connsiteX35" fmla="*/ 1125002 w 1478574"/>
              <a:gd name="connsiteY35" fmla="*/ 1047967 h 1601150"/>
              <a:gd name="connsiteX36" fmla="*/ 1157145 w 1478574"/>
              <a:gd name="connsiteY36" fmla="*/ 800575 h 1601150"/>
              <a:gd name="connsiteX37" fmla="*/ 1189288 w 1478574"/>
              <a:gd name="connsiteY37" fmla="*/ 553182 h 1601150"/>
              <a:gd name="connsiteX38" fmla="*/ 1221431 w 1478574"/>
              <a:gd name="connsiteY38" fmla="*/ 330011 h 1601150"/>
              <a:gd name="connsiteX39" fmla="*/ 1253574 w 1478574"/>
              <a:gd name="connsiteY39" fmla="*/ 152895 h 1601150"/>
              <a:gd name="connsiteX40" fmla="*/ 1285717 w 1478574"/>
              <a:gd name="connsiteY40" fmla="*/ 39183 h 1601150"/>
              <a:gd name="connsiteX41" fmla="*/ 1317860 w 1478574"/>
              <a:gd name="connsiteY41" fmla="*/ 0 h 1601150"/>
              <a:gd name="connsiteX42" fmla="*/ 1350003 w 1478574"/>
              <a:gd name="connsiteY42" fmla="*/ 39183 h 1601150"/>
              <a:gd name="connsiteX43" fmla="*/ 1382146 w 1478574"/>
              <a:gd name="connsiteY43" fmla="*/ 152895 h 1601150"/>
              <a:gd name="connsiteX44" fmla="*/ 1414289 w 1478574"/>
              <a:gd name="connsiteY44" fmla="*/ 330011 h 1601150"/>
              <a:gd name="connsiteX45" fmla="*/ 1446432 w 1478574"/>
              <a:gd name="connsiteY45" fmla="*/ 553182 h 1601150"/>
              <a:gd name="connsiteX46" fmla="*/ 1478574 w 1478574"/>
              <a:gd name="connsiteY46" fmla="*/ 800575 h 1601150"/>
              <a:gd name="connsiteX0" fmla="*/ 0 w 1446431"/>
              <a:gd name="connsiteY0" fmla="*/ 0 h 1601150"/>
              <a:gd name="connsiteX1" fmla="*/ 32143 w 1446431"/>
              <a:gd name="connsiteY1" fmla="*/ 39183 h 1601150"/>
              <a:gd name="connsiteX2" fmla="*/ 64286 w 1446431"/>
              <a:gd name="connsiteY2" fmla="*/ 152895 h 1601150"/>
              <a:gd name="connsiteX3" fmla="*/ 96429 w 1446431"/>
              <a:gd name="connsiteY3" fmla="*/ 330011 h 1601150"/>
              <a:gd name="connsiteX4" fmla="*/ 128571 w 1446431"/>
              <a:gd name="connsiteY4" fmla="*/ 553182 h 1601150"/>
              <a:gd name="connsiteX5" fmla="*/ 160714 w 1446431"/>
              <a:gd name="connsiteY5" fmla="*/ 800575 h 1601150"/>
              <a:gd name="connsiteX6" fmla="*/ 192858 w 1446431"/>
              <a:gd name="connsiteY6" fmla="*/ 1047967 h 1601150"/>
              <a:gd name="connsiteX7" fmla="*/ 225000 w 1446431"/>
              <a:gd name="connsiteY7" fmla="*/ 1271139 h 1601150"/>
              <a:gd name="connsiteX8" fmla="*/ 257143 w 1446431"/>
              <a:gd name="connsiteY8" fmla="*/ 1448255 h 1601150"/>
              <a:gd name="connsiteX9" fmla="*/ 289286 w 1446431"/>
              <a:gd name="connsiteY9" fmla="*/ 1561967 h 1601150"/>
              <a:gd name="connsiteX10" fmla="*/ 321429 w 1446431"/>
              <a:gd name="connsiteY10" fmla="*/ 1601150 h 1601150"/>
              <a:gd name="connsiteX11" fmla="*/ 353572 w 1446431"/>
              <a:gd name="connsiteY11" fmla="*/ 1561967 h 1601150"/>
              <a:gd name="connsiteX12" fmla="*/ 385715 w 1446431"/>
              <a:gd name="connsiteY12" fmla="*/ 1448255 h 1601150"/>
              <a:gd name="connsiteX13" fmla="*/ 417858 w 1446431"/>
              <a:gd name="connsiteY13" fmla="*/ 1271139 h 1601150"/>
              <a:gd name="connsiteX14" fmla="*/ 450001 w 1446431"/>
              <a:gd name="connsiteY14" fmla="*/ 1047967 h 1601150"/>
              <a:gd name="connsiteX15" fmla="*/ 482144 w 1446431"/>
              <a:gd name="connsiteY15" fmla="*/ 800575 h 1601150"/>
              <a:gd name="connsiteX16" fmla="*/ 514287 w 1446431"/>
              <a:gd name="connsiteY16" fmla="*/ 553182 h 1601150"/>
              <a:gd name="connsiteX17" fmla="*/ 546430 w 1446431"/>
              <a:gd name="connsiteY17" fmla="*/ 330011 h 1601150"/>
              <a:gd name="connsiteX18" fmla="*/ 578573 w 1446431"/>
              <a:gd name="connsiteY18" fmla="*/ 152895 h 1601150"/>
              <a:gd name="connsiteX19" fmla="*/ 610716 w 1446431"/>
              <a:gd name="connsiteY19" fmla="*/ 39183 h 1601150"/>
              <a:gd name="connsiteX20" fmla="*/ 642858 w 1446431"/>
              <a:gd name="connsiteY20" fmla="*/ 0 h 1601150"/>
              <a:gd name="connsiteX21" fmla="*/ 675001 w 1446431"/>
              <a:gd name="connsiteY21" fmla="*/ 39183 h 1601150"/>
              <a:gd name="connsiteX22" fmla="*/ 707144 w 1446431"/>
              <a:gd name="connsiteY22" fmla="*/ 152895 h 1601150"/>
              <a:gd name="connsiteX23" fmla="*/ 739287 w 1446431"/>
              <a:gd name="connsiteY23" fmla="*/ 330011 h 1601150"/>
              <a:gd name="connsiteX24" fmla="*/ 771430 w 1446431"/>
              <a:gd name="connsiteY24" fmla="*/ 553182 h 1601150"/>
              <a:gd name="connsiteX25" fmla="*/ 803573 w 1446431"/>
              <a:gd name="connsiteY25" fmla="*/ 800575 h 1601150"/>
              <a:gd name="connsiteX26" fmla="*/ 835716 w 1446431"/>
              <a:gd name="connsiteY26" fmla="*/ 1047967 h 1601150"/>
              <a:gd name="connsiteX27" fmla="*/ 867859 w 1446431"/>
              <a:gd name="connsiteY27" fmla="*/ 1271139 h 1601150"/>
              <a:gd name="connsiteX28" fmla="*/ 900002 w 1446431"/>
              <a:gd name="connsiteY28" fmla="*/ 1448255 h 1601150"/>
              <a:gd name="connsiteX29" fmla="*/ 932145 w 1446431"/>
              <a:gd name="connsiteY29" fmla="*/ 1561967 h 1601150"/>
              <a:gd name="connsiteX30" fmla="*/ 964287 w 1446431"/>
              <a:gd name="connsiteY30" fmla="*/ 1601150 h 1601150"/>
              <a:gd name="connsiteX31" fmla="*/ 996431 w 1446431"/>
              <a:gd name="connsiteY31" fmla="*/ 1561967 h 1601150"/>
              <a:gd name="connsiteX32" fmla="*/ 1028573 w 1446431"/>
              <a:gd name="connsiteY32" fmla="*/ 1448255 h 1601150"/>
              <a:gd name="connsiteX33" fmla="*/ 1060716 w 1446431"/>
              <a:gd name="connsiteY33" fmla="*/ 1271139 h 1601150"/>
              <a:gd name="connsiteX34" fmla="*/ 1092859 w 1446431"/>
              <a:gd name="connsiteY34" fmla="*/ 1047967 h 1601150"/>
              <a:gd name="connsiteX35" fmla="*/ 1125002 w 1446431"/>
              <a:gd name="connsiteY35" fmla="*/ 800575 h 1601150"/>
              <a:gd name="connsiteX36" fmla="*/ 1157145 w 1446431"/>
              <a:gd name="connsiteY36" fmla="*/ 553182 h 1601150"/>
              <a:gd name="connsiteX37" fmla="*/ 1189288 w 1446431"/>
              <a:gd name="connsiteY37" fmla="*/ 330011 h 1601150"/>
              <a:gd name="connsiteX38" fmla="*/ 1221431 w 1446431"/>
              <a:gd name="connsiteY38" fmla="*/ 152895 h 1601150"/>
              <a:gd name="connsiteX39" fmla="*/ 1253574 w 1446431"/>
              <a:gd name="connsiteY39" fmla="*/ 39183 h 1601150"/>
              <a:gd name="connsiteX40" fmla="*/ 1285717 w 1446431"/>
              <a:gd name="connsiteY40" fmla="*/ 0 h 1601150"/>
              <a:gd name="connsiteX41" fmla="*/ 1317860 w 1446431"/>
              <a:gd name="connsiteY41" fmla="*/ 39183 h 1601150"/>
              <a:gd name="connsiteX42" fmla="*/ 1350003 w 1446431"/>
              <a:gd name="connsiteY42" fmla="*/ 152895 h 1601150"/>
              <a:gd name="connsiteX43" fmla="*/ 1382146 w 1446431"/>
              <a:gd name="connsiteY43" fmla="*/ 330011 h 1601150"/>
              <a:gd name="connsiteX44" fmla="*/ 1414289 w 1446431"/>
              <a:gd name="connsiteY44" fmla="*/ 553182 h 1601150"/>
              <a:gd name="connsiteX45" fmla="*/ 1446431 w 1446431"/>
              <a:gd name="connsiteY45" fmla="*/ 800575 h 1601150"/>
              <a:gd name="connsiteX0" fmla="*/ 0 w 1414288"/>
              <a:gd name="connsiteY0" fmla="*/ 39183 h 1601150"/>
              <a:gd name="connsiteX1" fmla="*/ 32143 w 1414288"/>
              <a:gd name="connsiteY1" fmla="*/ 152895 h 1601150"/>
              <a:gd name="connsiteX2" fmla="*/ 64286 w 1414288"/>
              <a:gd name="connsiteY2" fmla="*/ 330011 h 1601150"/>
              <a:gd name="connsiteX3" fmla="*/ 96428 w 1414288"/>
              <a:gd name="connsiteY3" fmla="*/ 553182 h 1601150"/>
              <a:gd name="connsiteX4" fmla="*/ 128571 w 1414288"/>
              <a:gd name="connsiteY4" fmla="*/ 800575 h 1601150"/>
              <a:gd name="connsiteX5" fmla="*/ 160715 w 1414288"/>
              <a:gd name="connsiteY5" fmla="*/ 1047967 h 1601150"/>
              <a:gd name="connsiteX6" fmla="*/ 192857 w 1414288"/>
              <a:gd name="connsiteY6" fmla="*/ 1271139 h 1601150"/>
              <a:gd name="connsiteX7" fmla="*/ 225000 w 1414288"/>
              <a:gd name="connsiteY7" fmla="*/ 1448255 h 1601150"/>
              <a:gd name="connsiteX8" fmla="*/ 257143 w 1414288"/>
              <a:gd name="connsiteY8" fmla="*/ 1561967 h 1601150"/>
              <a:gd name="connsiteX9" fmla="*/ 289286 w 1414288"/>
              <a:gd name="connsiteY9" fmla="*/ 1601150 h 1601150"/>
              <a:gd name="connsiteX10" fmla="*/ 321429 w 1414288"/>
              <a:gd name="connsiteY10" fmla="*/ 1561967 h 1601150"/>
              <a:gd name="connsiteX11" fmla="*/ 353572 w 1414288"/>
              <a:gd name="connsiteY11" fmla="*/ 1448255 h 1601150"/>
              <a:gd name="connsiteX12" fmla="*/ 385715 w 1414288"/>
              <a:gd name="connsiteY12" fmla="*/ 1271139 h 1601150"/>
              <a:gd name="connsiteX13" fmla="*/ 417858 w 1414288"/>
              <a:gd name="connsiteY13" fmla="*/ 1047967 h 1601150"/>
              <a:gd name="connsiteX14" fmla="*/ 450001 w 1414288"/>
              <a:gd name="connsiteY14" fmla="*/ 800575 h 1601150"/>
              <a:gd name="connsiteX15" fmla="*/ 482144 w 1414288"/>
              <a:gd name="connsiteY15" fmla="*/ 553182 h 1601150"/>
              <a:gd name="connsiteX16" fmla="*/ 514287 w 1414288"/>
              <a:gd name="connsiteY16" fmla="*/ 330011 h 1601150"/>
              <a:gd name="connsiteX17" fmla="*/ 546430 w 1414288"/>
              <a:gd name="connsiteY17" fmla="*/ 152895 h 1601150"/>
              <a:gd name="connsiteX18" fmla="*/ 578573 w 1414288"/>
              <a:gd name="connsiteY18" fmla="*/ 39183 h 1601150"/>
              <a:gd name="connsiteX19" fmla="*/ 610715 w 1414288"/>
              <a:gd name="connsiteY19" fmla="*/ 0 h 1601150"/>
              <a:gd name="connsiteX20" fmla="*/ 642858 w 1414288"/>
              <a:gd name="connsiteY20" fmla="*/ 39183 h 1601150"/>
              <a:gd name="connsiteX21" fmla="*/ 675001 w 1414288"/>
              <a:gd name="connsiteY21" fmla="*/ 152895 h 1601150"/>
              <a:gd name="connsiteX22" fmla="*/ 707144 w 1414288"/>
              <a:gd name="connsiteY22" fmla="*/ 330011 h 1601150"/>
              <a:gd name="connsiteX23" fmla="*/ 739287 w 1414288"/>
              <a:gd name="connsiteY23" fmla="*/ 553182 h 1601150"/>
              <a:gd name="connsiteX24" fmla="*/ 771430 w 1414288"/>
              <a:gd name="connsiteY24" fmla="*/ 800575 h 1601150"/>
              <a:gd name="connsiteX25" fmla="*/ 803573 w 1414288"/>
              <a:gd name="connsiteY25" fmla="*/ 1047967 h 1601150"/>
              <a:gd name="connsiteX26" fmla="*/ 835716 w 1414288"/>
              <a:gd name="connsiteY26" fmla="*/ 1271139 h 1601150"/>
              <a:gd name="connsiteX27" fmla="*/ 867859 w 1414288"/>
              <a:gd name="connsiteY27" fmla="*/ 1448255 h 1601150"/>
              <a:gd name="connsiteX28" fmla="*/ 900002 w 1414288"/>
              <a:gd name="connsiteY28" fmla="*/ 1561967 h 1601150"/>
              <a:gd name="connsiteX29" fmla="*/ 932144 w 1414288"/>
              <a:gd name="connsiteY29" fmla="*/ 1601150 h 1601150"/>
              <a:gd name="connsiteX30" fmla="*/ 964288 w 1414288"/>
              <a:gd name="connsiteY30" fmla="*/ 1561967 h 1601150"/>
              <a:gd name="connsiteX31" fmla="*/ 996430 w 1414288"/>
              <a:gd name="connsiteY31" fmla="*/ 1448255 h 1601150"/>
              <a:gd name="connsiteX32" fmla="*/ 1028573 w 1414288"/>
              <a:gd name="connsiteY32" fmla="*/ 1271139 h 1601150"/>
              <a:gd name="connsiteX33" fmla="*/ 1060716 w 1414288"/>
              <a:gd name="connsiteY33" fmla="*/ 1047967 h 1601150"/>
              <a:gd name="connsiteX34" fmla="*/ 1092859 w 1414288"/>
              <a:gd name="connsiteY34" fmla="*/ 800575 h 1601150"/>
              <a:gd name="connsiteX35" fmla="*/ 1125002 w 1414288"/>
              <a:gd name="connsiteY35" fmla="*/ 553182 h 1601150"/>
              <a:gd name="connsiteX36" fmla="*/ 1157145 w 1414288"/>
              <a:gd name="connsiteY36" fmla="*/ 330011 h 1601150"/>
              <a:gd name="connsiteX37" fmla="*/ 1189288 w 1414288"/>
              <a:gd name="connsiteY37" fmla="*/ 152895 h 1601150"/>
              <a:gd name="connsiteX38" fmla="*/ 1221431 w 1414288"/>
              <a:gd name="connsiteY38" fmla="*/ 39183 h 1601150"/>
              <a:gd name="connsiteX39" fmla="*/ 1253574 w 1414288"/>
              <a:gd name="connsiteY39" fmla="*/ 0 h 1601150"/>
              <a:gd name="connsiteX40" fmla="*/ 1285717 w 1414288"/>
              <a:gd name="connsiteY40" fmla="*/ 39183 h 1601150"/>
              <a:gd name="connsiteX41" fmla="*/ 1317860 w 1414288"/>
              <a:gd name="connsiteY41" fmla="*/ 152895 h 1601150"/>
              <a:gd name="connsiteX42" fmla="*/ 1350003 w 1414288"/>
              <a:gd name="connsiteY42" fmla="*/ 330011 h 1601150"/>
              <a:gd name="connsiteX43" fmla="*/ 1382146 w 1414288"/>
              <a:gd name="connsiteY43" fmla="*/ 553182 h 1601150"/>
              <a:gd name="connsiteX44" fmla="*/ 1414288 w 1414288"/>
              <a:gd name="connsiteY44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96428 w 1414288"/>
              <a:gd name="connsiteY2" fmla="*/ 553182 h 1601150"/>
              <a:gd name="connsiteX3" fmla="*/ 128571 w 1414288"/>
              <a:gd name="connsiteY3" fmla="*/ 800575 h 1601150"/>
              <a:gd name="connsiteX4" fmla="*/ 160715 w 1414288"/>
              <a:gd name="connsiteY4" fmla="*/ 1047967 h 1601150"/>
              <a:gd name="connsiteX5" fmla="*/ 192857 w 1414288"/>
              <a:gd name="connsiteY5" fmla="*/ 1271139 h 1601150"/>
              <a:gd name="connsiteX6" fmla="*/ 225000 w 1414288"/>
              <a:gd name="connsiteY6" fmla="*/ 1448255 h 1601150"/>
              <a:gd name="connsiteX7" fmla="*/ 257143 w 1414288"/>
              <a:gd name="connsiteY7" fmla="*/ 1561967 h 1601150"/>
              <a:gd name="connsiteX8" fmla="*/ 289286 w 1414288"/>
              <a:gd name="connsiteY8" fmla="*/ 1601150 h 1601150"/>
              <a:gd name="connsiteX9" fmla="*/ 321429 w 1414288"/>
              <a:gd name="connsiteY9" fmla="*/ 1561967 h 1601150"/>
              <a:gd name="connsiteX10" fmla="*/ 353572 w 1414288"/>
              <a:gd name="connsiteY10" fmla="*/ 1448255 h 1601150"/>
              <a:gd name="connsiteX11" fmla="*/ 385715 w 1414288"/>
              <a:gd name="connsiteY11" fmla="*/ 1271139 h 1601150"/>
              <a:gd name="connsiteX12" fmla="*/ 417858 w 1414288"/>
              <a:gd name="connsiteY12" fmla="*/ 1047967 h 1601150"/>
              <a:gd name="connsiteX13" fmla="*/ 450001 w 1414288"/>
              <a:gd name="connsiteY13" fmla="*/ 800575 h 1601150"/>
              <a:gd name="connsiteX14" fmla="*/ 482144 w 1414288"/>
              <a:gd name="connsiteY14" fmla="*/ 553182 h 1601150"/>
              <a:gd name="connsiteX15" fmla="*/ 514287 w 1414288"/>
              <a:gd name="connsiteY15" fmla="*/ 330011 h 1601150"/>
              <a:gd name="connsiteX16" fmla="*/ 546430 w 1414288"/>
              <a:gd name="connsiteY16" fmla="*/ 152895 h 1601150"/>
              <a:gd name="connsiteX17" fmla="*/ 578573 w 1414288"/>
              <a:gd name="connsiteY17" fmla="*/ 39183 h 1601150"/>
              <a:gd name="connsiteX18" fmla="*/ 610715 w 1414288"/>
              <a:gd name="connsiteY18" fmla="*/ 0 h 1601150"/>
              <a:gd name="connsiteX19" fmla="*/ 642858 w 1414288"/>
              <a:gd name="connsiteY19" fmla="*/ 39183 h 1601150"/>
              <a:gd name="connsiteX20" fmla="*/ 675001 w 1414288"/>
              <a:gd name="connsiteY20" fmla="*/ 152895 h 1601150"/>
              <a:gd name="connsiteX21" fmla="*/ 707144 w 1414288"/>
              <a:gd name="connsiteY21" fmla="*/ 330011 h 1601150"/>
              <a:gd name="connsiteX22" fmla="*/ 739287 w 1414288"/>
              <a:gd name="connsiteY22" fmla="*/ 553182 h 1601150"/>
              <a:gd name="connsiteX23" fmla="*/ 771430 w 1414288"/>
              <a:gd name="connsiteY23" fmla="*/ 800575 h 1601150"/>
              <a:gd name="connsiteX24" fmla="*/ 803573 w 1414288"/>
              <a:gd name="connsiteY24" fmla="*/ 1047967 h 1601150"/>
              <a:gd name="connsiteX25" fmla="*/ 835716 w 1414288"/>
              <a:gd name="connsiteY25" fmla="*/ 1271139 h 1601150"/>
              <a:gd name="connsiteX26" fmla="*/ 867859 w 1414288"/>
              <a:gd name="connsiteY26" fmla="*/ 1448255 h 1601150"/>
              <a:gd name="connsiteX27" fmla="*/ 900002 w 1414288"/>
              <a:gd name="connsiteY27" fmla="*/ 1561967 h 1601150"/>
              <a:gd name="connsiteX28" fmla="*/ 932144 w 1414288"/>
              <a:gd name="connsiteY28" fmla="*/ 1601150 h 1601150"/>
              <a:gd name="connsiteX29" fmla="*/ 964288 w 1414288"/>
              <a:gd name="connsiteY29" fmla="*/ 1561967 h 1601150"/>
              <a:gd name="connsiteX30" fmla="*/ 996430 w 1414288"/>
              <a:gd name="connsiteY30" fmla="*/ 1448255 h 1601150"/>
              <a:gd name="connsiteX31" fmla="*/ 1028573 w 1414288"/>
              <a:gd name="connsiteY31" fmla="*/ 1271139 h 1601150"/>
              <a:gd name="connsiteX32" fmla="*/ 1060716 w 1414288"/>
              <a:gd name="connsiteY32" fmla="*/ 1047967 h 1601150"/>
              <a:gd name="connsiteX33" fmla="*/ 1092859 w 1414288"/>
              <a:gd name="connsiteY33" fmla="*/ 800575 h 1601150"/>
              <a:gd name="connsiteX34" fmla="*/ 1125002 w 1414288"/>
              <a:gd name="connsiteY34" fmla="*/ 553182 h 1601150"/>
              <a:gd name="connsiteX35" fmla="*/ 1157145 w 1414288"/>
              <a:gd name="connsiteY35" fmla="*/ 330011 h 1601150"/>
              <a:gd name="connsiteX36" fmla="*/ 1189288 w 1414288"/>
              <a:gd name="connsiteY36" fmla="*/ 152895 h 1601150"/>
              <a:gd name="connsiteX37" fmla="*/ 1221431 w 1414288"/>
              <a:gd name="connsiteY37" fmla="*/ 39183 h 1601150"/>
              <a:gd name="connsiteX38" fmla="*/ 1253574 w 1414288"/>
              <a:gd name="connsiteY38" fmla="*/ 0 h 1601150"/>
              <a:gd name="connsiteX39" fmla="*/ 1285717 w 1414288"/>
              <a:gd name="connsiteY39" fmla="*/ 39183 h 1601150"/>
              <a:gd name="connsiteX40" fmla="*/ 1317860 w 1414288"/>
              <a:gd name="connsiteY40" fmla="*/ 152895 h 1601150"/>
              <a:gd name="connsiteX41" fmla="*/ 1350003 w 1414288"/>
              <a:gd name="connsiteY41" fmla="*/ 330011 h 1601150"/>
              <a:gd name="connsiteX42" fmla="*/ 1382146 w 1414288"/>
              <a:gd name="connsiteY42" fmla="*/ 553182 h 1601150"/>
              <a:gd name="connsiteX43" fmla="*/ 1414288 w 1414288"/>
              <a:gd name="connsiteY43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60715 w 1414288"/>
              <a:gd name="connsiteY3" fmla="*/ 1047967 h 1601150"/>
              <a:gd name="connsiteX4" fmla="*/ 192857 w 1414288"/>
              <a:gd name="connsiteY4" fmla="*/ 1271139 h 1601150"/>
              <a:gd name="connsiteX5" fmla="*/ 225000 w 1414288"/>
              <a:gd name="connsiteY5" fmla="*/ 1448255 h 1601150"/>
              <a:gd name="connsiteX6" fmla="*/ 257143 w 1414288"/>
              <a:gd name="connsiteY6" fmla="*/ 1561967 h 1601150"/>
              <a:gd name="connsiteX7" fmla="*/ 289286 w 1414288"/>
              <a:gd name="connsiteY7" fmla="*/ 1601150 h 1601150"/>
              <a:gd name="connsiteX8" fmla="*/ 321429 w 1414288"/>
              <a:gd name="connsiteY8" fmla="*/ 1561967 h 1601150"/>
              <a:gd name="connsiteX9" fmla="*/ 353572 w 1414288"/>
              <a:gd name="connsiteY9" fmla="*/ 1448255 h 1601150"/>
              <a:gd name="connsiteX10" fmla="*/ 385715 w 1414288"/>
              <a:gd name="connsiteY10" fmla="*/ 1271139 h 1601150"/>
              <a:gd name="connsiteX11" fmla="*/ 417858 w 1414288"/>
              <a:gd name="connsiteY11" fmla="*/ 1047967 h 1601150"/>
              <a:gd name="connsiteX12" fmla="*/ 450001 w 1414288"/>
              <a:gd name="connsiteY12" fmla="*/ 800575 h 1601150"/>
              <a:gd name="connsiteX13" fmla="*/ 482144 w 1414288"/>
              <a:gd name="connsiteY13" fmla="*/ 553182 h 1601150"/>
              <a:gd name="connsiteX14" fmla="*/ 514287 w 1414288"/>
              <a:gd name="connsiteY14" fmla="*/ 330011 h 1601150"/>
              <a:gd name="connsiteX15" fmla="*/ 546430 w 1414288"/>
              <a:gd name="connsiteY15" fmla="*/ 152895 h 1601150"/>
              <a:gd name="connsiteX16" fmla="*/ 578573 w 1414288"/>
              <a:gd name="connsiteY16" fmla="*/ 39183 h 1601150"/>
              <a:gd name="connsiteX17" fmla="*/ 610715 w 1414288"/>
              <a:gd name="connsiteY17" fmla="*/ 0 h 1601150"/>
              <a:gd name="connsiteX18" fmla="*/ 642858 w 1414288"/>
              <a:gd name="connsiteY18" fmla="*/ 39183 h 1601150"/>
              <a:gd name="connsiteX19" fmla="*/ 675001 w 1414288"/>
              <a:gd name="connsiteY19" fmla="*/ 152895 h 1601150"/>
              <a:gd name="connsiteX20" fmla="*/ 707144 w 1414288"/>
              <a:gd name="connsiteY20" fmla="*/ 330011 h 1601150"/>
              <a:gd name="connsiteX21" fmla="*/ 739287 w 1414288"/>
              <a:gd name="connsiteY21" fmla="*/ 553182 h 1601150"/>
              <a:gd name="connsiteX22" fmla="*/ 771430 w 1414288"/>
              <a:gd name="connsiteY22" fmla="*/ 800575 h 1601150"/>
              <a:gd name="connsiteX23" fmla="*/ 803573 w 1414288"/>
              <a:gd name="connsiteY23" fmla="*/ 1047967 h 1601150"/>
              <a:gd name="connsiteX24" fmla="*/ 835716 w 1414288"/>
              <a:gd name="connsiteY24" fmla="*/ 1271139 h 1601150"/>
              <a:gd name="connsiteX25" fmla="*/ 867859 w 1414288"/>
              <a:gd name="connsiteY25" fmla="*/ 1448255 h 1601150"/>
              <a:gd name="connsiteX26" fmla="*/ 900002 w 1414288"/>
              <a:gd name="connsiteY26" fmla="*/ 1561967 h 1601150"/>
              <a:gd name="connsiteX27" fmla="*/ 932144 w 1414288"/>
              <a:gd name="connsiteY27" fmla="*/ 1601150 h 1601150"/>
              <a:gd name="connsiteX28" fmla="*/ 964288 w 1414288"/>
              <a:gd name="connsiteY28" fmla="*/ 1561967 h 1601150"/>
              <a:gd name="connsiteX29" fmla="*/ 996430 w 1414288"/>
              <a:gd name="connsiteY29" fmla="*/ 1448255 h 1601150"/>
              <a:gd name="connsiteX30" fmla="*/ 1028573 w 1414288"/>
              <a:gd name="connsiteY30" fmla="*/ 1271139 h 1601150"/>
              <a:gd name="connsiteX31" fmla="*/ 1060716 w 1414288"/>
              <a:gd name="connsiteY31" fmla="*/ 1047967 h 1601150"/>
              <a:gd name="connsiteX32" fmla="*/ 1092859 w 1414288"/>
              <a:gd name="connsiteY32" fmla="*/ 800575 h 1601150"/>
              <a:gd name="connsiteX33" fmla="*/ 1125002 w 1414288"/>
              <a:gd name="connsiteY33" fmla="*/ 553182 h 1601150"/>
              <a:gd name="connsiteX34" fmla="*/ 1157145 w 1414288"/>
              <a:gd name="connsiteY34" fmla="*/ 330011 h 1601150"/>
              <a:gd name="connsiteX35" fmla="*/ 1189288 w 1414288"/>
              <a:gd name="connsiteY35" fmla="*/ 152895 h 1601150"/>
              <a:gd name="connsiteX36" fmla="*/ 1221431 w 1414288"/>
              <a:gd name="connsiteY36" fmla="*/ 39183 h 1601150"/>
              <a:gd name="connsiteX37" fmla="*/ 1253574 w 1414288"/>
              <a:gd name="connsiteY37" fmla="*/ 0 h 1601150"/>
              <a:gd name="connsiteX38" fmla="*/ 1285717 w 1414288"/>
              <a:gd name="connsiteY38" fmla="*/ 39183 h 1601150"/>
              <a:gd name="connsiteX39" fmla="*/ 1317860 w 1414288"/>
              <a:gd name="connsiteY39" fmla="*/ 152895 h 1601150"/>
              <a:gd name="connsiteX40" fmla="*/ 1350003 w 1414288"/>
              <a:gd name="connsiteY40" fmla="*/ 330011 h 1601150"/>
              <a:gd name="connsiteX41" fmla="*/ 1382146 w 1414288"/>
              <a:gd name="connsiteY41" fmla="*/ 553182 h 1601150"/>
              <a:gd name="connsiteX42" fmla="*/ 1414288 w 1414288"/>
              <a:gd name="connsiteY42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92857 w 1414288"/>
              <a:gd name="connsiteY3" fmla="*/ 1271139 h 1601150"/>
              <a:gd name="connsiteX4" fmla="*/ 225000 w 1414288"/>
              <a:gd name="connsiteY4" fmla="*/ 1448255 h 1601150"/>
              <a:gd name="connsiteX5" fmla="*/ 257143 w 1414288"/>
              <a:gd name="connsiteY5" fmla="*/ 1561967 h 1601150"/>
              <a:gd name="connsiteX6" fmla="*/ 289286 w 1414288"/>
              <a:gd name="connsiteY6" fmla="*/ 1601150 h 1601150"/>
              <a:gd name="connsiteX7" fmla="*/ 321429 w 1414288"/>
              <a:gd name="connsiteY7" fmla="*/ 1561967 h 1601150"/>
              <a:gd name="connsiteX8" fmla="*/ 353572 w 1414288"/>
              <a:gd name="connsiteY8" fmla="*/ 1448255 h 1601150"/>
              <a:gd name="connsiteX9" fmla="*/ 385715 w 1414288"/>
              <a:gd name="connsiteY9" fmla="*/ 1271139 h 1601150"/>
              <a:gd name="connsiteX10" fmla="*/ 417858 w 1414288"/>
              <a:gd name="connsiteY10" fmla="*/ 1047967 h 1601150"/>
              <a:gd name="connsiteX11" fmla="*/ 450001 w 1414288"/>
              <a:gd name="connsiteY11" fmla="*/ 800575 h 1601150"/>
              <a:gd name="connsiteX12" fmla="*/ 482144 w 1414288"/>
              <a:gd name="connsiteY12" fmla="*/ 553182 h 1601150"/>
              <a:gd name="connsiteX13" fmla="*/ 514287 w 1414288"/>
              <a:gd name="connsiteY13" fmla="*/ 330011 h 1601150"/>
              <a:gd name="connsiteX14" fmla="*/ 546430 w 1414288"/>
              <a:gd name="connsiteY14" fmla="*/ 152895 h 1601150"/>
              <a:gd name="connsiteX15" fmla="*/ 578573 w 1414288"/>
              <a:gd name="connsiteY15" fmla="*/ 39183 h 1601150"/>
              <a:gd name="connsiteX16" fmla="*/ 610715 w 1414288"/>
              <a:gd name="connsiteY16" fmla="*/ 0 h 1601150"/>
              <a:gd name="connsiteX17" fmla="*/ 642858 w 1414288"/>
              <a:gd name="connsiteY17" fmla="*/ 39183 h 1601150"/>
              <a:gd name="connsiteX18" fmla="*/ 675001 w 1414288"/>
              <a:gd name="connsiteY18" fmla="*/ 152895 h 1601150"/>
              <a:gd name="connsiteX19" fmla="*/ 707144 w 1414288"/>
              <a:gd name="connsiteY19" fmla="*/ 330011 h 1601150"/>
              <a:gd name="connsiteX20" fmla="*/ 739287 w 1414288"/>
              <a:gd name="connsiteY20" fmla="*/ 553182 h 1601150"/>
              <a:gd name="connsiteX21" fmla="*/ 771430 w 1414288"/>
              <a:gd name="connsiteY21" fmla="*/ 800575 h 1601150"/>
              <a:gd name="connsiteX22" fmla="*/ 803573 w 1414288"/>
              <a:gd name="connsiteY22" fmla="*/ 1047967 h 1601150"/>
              <a:gd name="connsiteX23" fmla="*/ 835716 w 1414288"/>
              <a:gd name="connsiteY23" fmla="*/ 1271139 h 1601150"/>
              <a:gd name="connsiteX24" fmla="*/ 867859 w 1414288"/>
              <a:gd name="connsiteY24" fmla="*/ 1448255 h 1601150"/>
              <a:gd name="connsiteX25" fmla="*/ 900002 w 1414288"/>
              <a:gd name="connsiteY25" fmla="*/ 1561967 h 1601150"/>
              <a:gd name="connsiteX26" fmla="*/ 932144 w 1414288"/>
              <a:gd name="connsiteY26" fmla="*/ 1601150 h 1601150"/>
              <a:gd name="connsiteX27" fmla="*/ 964288 w 1414288"/>
              <a:gd name="connsiteY27" fmla="*/ 1561967 h 1601150"/>
              <a:gd name="connsiteX28" fmla="*/ 996430 w 1414288"/>
              <a:gd name="connsiteY28" fmla="*/ 1448255 h 1601150"/>
              <a:gd name="connsiteX29" fmla="*/ 1028573 w 1414288"/>
              <a:gd name="connsiteY29" fmla="*/ 1271139 h 1601150"/>
              <a:gd name="connsiteX30" fmla="*/ 1060716 w 1414288"/>
              <a:gd name="connsiteY30" fmla="*/ 1047967 h 1601150"/>
              <a:gd name="connsiteX31" fmla="*/ 1092859 w 1414288"/>
              <a:gd name="connsiteY31" fmla="*/ 800575 h 1601150"/>
              <a:gd name="connsiteX32" fmla="*/ 1125002 w 1414288"/>
              <a:gd name="connsiteY32" fmla="*/ 553182 h 1601150"/>
              <a:gd name="connsiteX33" fmla="*/ 1157145 w 1414288"/>
              <a:gd name="connsiteY33" fmla="*/ 330011 h 1601150"/>
              <a:gd name="connsiteX34" fmla="*/ 1189288 w 1414288"/>
              <a:gd name="connsiteY34" fmla="*/ 152895 h 1601150"/>
              <a:gd name="connsiteX35" fmla="*/ 1221431 w 1414288"/>
              <a:gd name="connsiteY35" fmla="*/ 39183 h 1601150"/>
              <a:gd name="connsiteX36" fmla="*/ 1253574 w 1414288"/>
              <a:gd name="connsiteY36" fmla="*/ 0 h 1601150"/>
              <a:gd name="connsiteX37" fmla="*/ 1285717 w 1414288"/>
              <a:gd name="connsiteY37" fmla="*/ 39183 h 1601150"/>
              <a:gd name="connsiteX38" fmla="*/ 1317860 w 1414288"/>
              <a:gd name="connsiteY38" fmla="*/ 152895 h 1601150"/>
              <a:gd name="connsiteX39" fmla="*/ 1350003 w 1414288"/>
              <a:gd name="connsiteY39" fmla="*/ 330011 h 1601150"/>
              <a:gd name="connsiteX40" fmla="*/ 1382146 w 1414288"/>
              <a:gd name="connsiteY40" fmla="*/ 553182 h 1601150"/>
              <a:gd name="connsiteX41" fmla="*/ 1414288 w 1414288"/>
              <a:gd name="connsiteY41" fmla="*/ 800575 h 1601150"/>
              <a:gd name="connsiteX0" fmla="*/ 0 w 1414288"/>
              <a:gd name="connsiteY0" fmla="*/ 39183 h 1603259"/>
              <a:gd name="connsiteX1" fmla="*/ 64286 w 1414288"/>
              <a:gd name="connsiteY1" fmla="*/ 330011 h 1603259"/>
              <a:gd name="connsiteX2" fmla="*/ 128571 w 1414288"/>
              <a:gd name="connsiteY2" fmla="*/ 800575 h 1603259"/>
              <a:gd name="connsiteX3" fmla="*/ 192857 w 1414288"/>
              <a:gd name="connsiteY3" fmla="*/ 1271139 h 1603259"/>
              <a:gd name="connsiteX4" fmla="*/ 257143 w 1414288"/>
              <a:gd name="connsiteY4" fmla="*/ 1561967 h 1603259"/>
              <a:gd name="connsiteX5" fmla="*/ 289286 w 1414288"/>
              <a:gd name="connsiteY5" fmla="*/ 1601150 h 1603259"/>
              <a:gd name="connsiteX6" fmla="*/ 321429 w 1414288"/>
              <a:gd name="connsiteY6" fmla="*/ 1561967 h 1603259"/>
              <a:gd name="connsiteX7" fmla="*/ 353572 w 1414288"/>
              <a:gd name="connsiteY7" fmla="*/ 1448255 h 1603259"/>
              <a:gd name="connsiteX8" fmla="*/ 385715 w 1414288"/>
              <a:gd name="connsiteY8" fmla="*/ 1271139 h 1603259"/>
              <a:gd name="connsiteX9" fmla="*/ 417858 w 1414288"/>
              <a:gd name="connsiteY9" fmla="*/ 1047967 h 1603259"/>
              <a:gd name="connsiteX10" fmla="*/ 450001 w 1414288"/>
              <a:gd name="connsiteY10" fmla="*/ 800575 h 1603259"/>
              <a:gd name="connsiteX11" fmla="*/ 482144 w 1414288"/>
              <a:gd name="connsiteY11" fmla="*/ 553182 h 1603259"/>
              <a:gd name="connsiteX12" fmla="*/ 514287 w 1414288"/>
              <a:gd name="connsiteY12" fmla="*/ 330011 h 1603259"/>
              <a:gd name="connsiteX13" fmla="*/ 546430 w 1414288"/>
              <a:gd name="connsiteY13" fmla="*/ 152895 h 1603259"/>
              <a:gd name="connsiteX14" fmla="*/ 578573 w 1414288"/>
              <a:gd name="connsiteY14" fmla="*/ 39183 h 1603259"/>
              <a:gd name="connsiteX15" fmla="*/ 610715 w 1414288"/>
              <a:gd name="connsiteY15" fmla="*/ 0 h 1603259"/>
              <a:gd name="connsiteX16" fmla="*/ 642858 w 1414288"/>
              <a:gd name="connsiteY16" fmla="*/ 39183 h 1603259"/>
              <a:gd name="connsiteX17" fmla="*/ 675001 w 1414288"/>
              <a:gd name="connsiteY17" fmla="*/ 152895 h 1603259"/>
              <a:gd name="connsiteX18" fmla="*/ 707144 w 1414288"/>
              <a:gd name="connsiteY18" fmla="*/ 330011 h 1603259"/>
              <a:gd name="connsiteX19" fmla="*/ 739287 w 1414288"/>
              <a:gd name="connsiteY19" fmla="*/ 553182 h 1603259"/>
              <a:gd name="connsiteX20" fmla="*/ 771430 w 1414288"/>
              <a:gd name="connsiteY20" fmla="*/ 800575 h 1603259"/>
              <a:gd name="connsiteX21" fmla="*/ 803573 w 1414288"/>
              <a:gd name="connsiteY21" fmla="*/ 1047967 h 1603259"/>
              <a:gd name="connsiteX22" fmla="*/ 835716 w 1414288"/>
              <a:gd name="connsiteY22" fmla="*/ 1271139 h 1603259"/>
              <a:gd name="connsiteX23" fmla="*/ 867859 w 1414288"/>
              <a:gd name="connsiteY23" fmla="*/ 1448255 h 1603259"/>
              <a:gd name="connsiteX24" fmla="*/ 900002 w 1414288"/>
              <a:gd name="connsiteY24" fmla="*/ 1561967 h 1603259"/>
              <a:gd name="connsiteX25" fmla="*/ 932144 w 1414288"/>
              <a:gd name="connsiteY25" fmla="*/ 1601150 h 1603259"/>
              <a:gd name="connsiteX26" fmla="*/ 964288 w 1414288"/>
              <a:gd name="connsiteY26" fmla="*/ 1561967 h 1603259"/>
              <a:gd name="connsiteX27" fmla="*/ 996430 w 1414288"/>
              <a:gd name="connsiteY27" fmla="*/ 1448255 h 1603259"/>
              <a:gd name="connsiteX28" fmla="*/ 1028573 w 1414288"/>
              <a:gd name="connsiteY28" fmla="*/ 1271139 h 1603259"/>
              <a:gd name="connsiteX29" fmla="*/ 1060716 w 1414288"/>
              <a:gd name="connsiteY29" fmla="*/ 1047967 h 1603259"/>
              <a:gd name="connsiteX30" fmla="*/ 1092859 w 1414288"/>
              <a:gd name="connsiteY30" fmla="*/ 800575 h 1603259"/>
              <a:gd name="connsiteX31" fmla="*/ 1125002 w 1414288"/>
              <a:gd name="connsiteY31" fmla="*/ 553182 h 1603259"/>
              <a:gd name="connsiteX32" fmla="*/ 1157145 w 1414288"/>
              <a:gd name="connsiteY32" fmla="*/ 330011 h 1603259"/>
              <a:gd name="connsiteX33" fmla="*/ 1189288 w 1414288"/>
              <a:gd name="connsiteY33" fmla="*/ 152895 h 1603259"/>
              <a:gd name="connsiteX34" fmla="*/ 1221431 w 1414288"/>
              <a:gd name="connsiteY34" fmla="*/ 39183 h 1603259"/>
              <a:gd name="connsiteX35" fmla="*/ 1253574 w 1414288"/>
              <a:gd name="connsiteY35" fmla="*/ 0 h 1603259"/>
              <a:gd name="connsiteX36" fmla="*/ 1285717 w 1414288"/>
              <a:gd name="connsiteY36" fmla="*/ 39183 h 1603259"/>
              <a:gd name="connsiteX37" fmla="*/ 1317860 w 1414288"/>
              <a:gd name="connsiteY37" fmla="*/ 152895 h 1603259"/>
              <a:gd name="connsiteX38" fmla="*/ 1350003 w 1414288"/>
              <a:gd name="connsiteY38" fmla="*/ 330011 h 1603259"/>
              <a:gd name="connsiteX39" fmla="*/ 1382146 w 1414288"/>
              <a:gd name="connsiteY39" fmla="*/ 553182 h 1603259"/>
              <a:gd name="connsiteX40" fmla="*/ 1414288 w 1414288"/>
              <a:gd name="connsiteY40" fmla="*/ 800575 h 1603259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92857 w 1414288"/>
              <a:gd name="connsiteY3" fmla="*/ 1271139 h 1601150"/>
              <a:gd name="connsiteX4" fmla="*/ 257143 w 1414288"/>
              <a:gd name="connsiteY4" fmla="*/ 1561967 h 1601150"/>
              <a:gd name="connsiteX5" fmla="*/ 321429 w 1414288"/>
              <a:gd name="connsiteY5" fmla="*/ 1561967 h 1601150"/>
              <a:gd name="connsiteX6" fmla="*/ 353572 w 1414288"/>
              <a:gd name="connsiteY6" fmla="*/ 1448255 h 1601150"/>
              <a:gd name="connsiteX7" fmla="*/ 385715 w 1414288"/>
              <a:gd name="connsiteY7" fmla="*/ 1271139 h 1601150"/>
              <a:gd name="connsiteX8" fmla="*/ 417858 w 1414288"/>
              <a:gd name="connsiteY8" fmla="*/ 1047967 h 1601150"/>
              <a:gd name="connsiteX9" fmla="*/ 450001 w 1414288"/>
              <a:gd name="connsiteY9" fmla="*/ 800575 h 1601150"/>
              <a:gd name="connsiteX10" fmla="*/ 482144 w 1414288"/>
              <a:gd name="connsiteY10" fmla="*/ 553182 h 1601150"/>
              <a:gd name="connsiteX11" fmla="*/ 514287 w 1414288"/>
              <a:gd name="connsiteY11" fmla="*/ 330011 h 1601150"/>
              <a:gd name="connsiteX12" fmla="*/ 546430 w 1414288"/>
              <a:gd name="connsiteY12" fmla="*/ 152895 h 1601150"/>
              <a:gd name="connsiteX13" fmla="*/ 578573 w 1414288"/>
              <a:gd name="connsiteY13" fmla="*/ 39183 h 1601150"/>
              <a:gd name="connsiteX14" fmla="*/ 610715 w 1414288"/>
              <a:gd name="connsiteY14" fmla="*/ 0 h 1601150"/>
              <a:gd name="connsiteX15" fmla="*/ 642858 w 1414288"/>
              <a:gd name="connsiteY15" fmla="*/ 39183 h 1601150"/>
              <a:gd name="connsiteX16" fmla="*/ 675001 w 1414288"/>
              <a:gd name="connsiteY16" fmla="*/ 152895 h 1601150"/>
              <a:gd name="connsiteX17" fmla="*/ 707144 w 1414288"/>
              <a:gd name="connsiteY17" fmla="*/ 330011 h 1601150"/>
              <a:gd name="connsiteX18" fmla="*/ 739287 w 1414288"/>
              <a:gd name="connsiteY18" fmla="*/ 553182 h 1601150"/>
              <a:gd name="connsiteX19" fmla="*/ 771430 w 1414288"/>
              <a:gd name="connsiteY19" fmla="*/ 800575 h 1601150"/>
              <a:gd name="connsiteX20" fmla="*/ 803573 w 1414288"/>
              <a:gd name="connsiteY20" fmla="*/ 1047967 h 1601150"/>
              <a:gd name="connsiteX21" fmla="*/ 835716 w 1414288"/>
              <a:gd name="connsiteY21" fmla="*/ 1271139 h 1601150"/>
              <a:gd name="connsiteX22" fmla="*/ 867859 w 1414288"/>
              <a:gd name="connsiteY22" fmla="*/ 1448255 h 1601150"/>
              <a:gd name="connsiteX23" fmla="*/ 900002 w 1414288"/>
              <a:gd name="connsiteY23" fmla="*/ 1561967 h 1601150"/>
              <a:gd name="connsiteX24" fmla="*/ 932144 w 1414288"/>
              <a:gd name="connsiteY24" fmla="*/ 1601150 h 1601150"/>
              <a:gd name="connsiteX25" fmla="*/ 964288 w 1414288"/>
              <a:gd name="connsiteY25" fmla="*/ 1561967 h 1601150"/>
              <a:gd name="connsiteX26" fmla="*/ 996430 w 1414288"/>
              <a:gd name="connsiteY26" fmla="*/ 1448255 h 1601150"/>
              <a:gd name="connsiteX27" fmla="*/ 1028573 w 1414288"/>
              <a:gd name="connsiteY27" fmla="*/ 1271139 h 1601150"/>
              <a:gd name="connsiteX28" fmla="*/ 1060716 w 1414288"/>
              <a:gd name="connsiteY28" fmla="*/ 1047967 h 1601150"/>
              <a:gd name="connsiteX29" fmla="*/ 1092859 w 1414288"/>
              <a:gd name="connsiteY29" fmla="*/ 800575 h 1601150"/>
              <a:gd name="connsiteX30" fmla="*/ 1125002 w 1414288"/>
              <a:gd name="connsiteY30" fmla="*/ 553182 h 1601150"/>
              <a:gd name="connsiteX31" fmla="*/ 1157145 w 1414288"/>
              <a:gd name="connsiteY31" fmla="*/ 330011 h 1601150"/>
              <a:gd name="connsiteX32" fmla="*/ 1189288 w 1414288"/>
              <a:gd name="connsiteY32" fmla="*/ 152895 h 1601150"/>
              <a:gd name="connsiteX33" fmla="*/ 1221431 w 1414288"/>
              <a:gd name="connsiteY33" fmla="*/ 39183 h 1601150"/>
              <a:gd name="connsiteX34" fmla="*/ 1253574 w 1414288"/>
              <a:gd name="connsiteY34" fmla="*/ 0 h 1601150"/>
              <a:gd name="connsiteX35" fmla="*/ 1285717 w 1414288"/>
              <a:gd name="connsiteY35" fmla="*/ 39183 h 1601150"/>
              <a:gd name="connsiteX36" fmla="*/ 1317860 w 1414288"/>
              <a:gd name="connsiteY36" fmla="*/ 152895 h 1601150"/>
              <a:gd name="connsiteX37" fmla="*/ 1350003 w 1414288"/>
              <a:gd name="connsiteY37" fmla="*/ 330011 h 1601150"/>
              <a:gd name="connsiteX38" fmla="*/ 1382146 w 1414288"/>
              <a:gd name="connsiteY38" fmla="*/ 553182 h 1601150"/>
              <a:gd name="connsiteX39" fmla="*/ 1414288 w 1414288"/>
              <a:gd name="connsiteY39" fmla="*/ 800575 h 1601150"/>
              <a:gd name="connsiteX0" fmla="*/ 0 w 1414288"/>
              <a:gd name="connsiteY0" fmla="*/ 39183 h 1601150"/>
              <a:gd name="connsiteX1" fmla="*/ 64286 w 1414288"/>
              <a:gd name="connsiteY1" fmla="*/ 330011 h 1601150"/>
              <a:gd name="connsiteX2" fmla="*/ 128571 w 1414288"/>
              <a:gd name="connsiteY2" fmla="*/ 800575 h 1601150"/>
              <a:gd name="connsiteX3" fmla="*/ 192857 w 1414288"/>
              <a:gd name="connsiteY3" fmla="*/ 1271139 h 1601150"/>
              <a:gd name="connsiteX4" fmla="*/ 257143 w 1414288"/>
              <a:gd name="connsiteY4" fmla="*/ 1561967 h 1601150"/>
              <a:gd name="connsiteX5" fmla="*/ 321429 w 1414288"/>
              <a:gd name="connsiteY5" fmla="*/ 1561967 h 1601150"/>
              <a:gd name="connsiteX6" fmla="*/ 385715 w 1414288"/>
              <a:gd name="connsiteY6" fmla="*/ 1271139 h 1601150"/>
              <a:gd name="connsiteX7" fmla="*/ 417858 w 1414288"/>
              <a:gd name="connsiteY7" fmla="*/ 1047967 h 1601150"/>
              <a:gd name="connsiteX8" fmla="*/ 450001 w 1414288"/>
              <a:gd name="connsiteY8" fmla="*/ 800575 h 1601150"/>
              <a:gd name="connsiteX9" fmla="*/ 482144 w 1414288"/>
              <a:gd name="connsiteY9" fmla="*/ 553182 h 1601150"/>
              <a:gd name="connsiteX10" fmla="*/ 514287 w 1414288"/>
              <a:gd name="connsiteY10" fmla="*/ 330011 h 1601150"/>
              <a:gd name="connsiteX11" fmla="*/ 546430 w 1414288"/>
              <a:gd name="connsiteY11" fmla="*/ 152895 h 1601150"/>
              <a:gd name="connsiteX12" fmla="*/ 578573 w 1414288"/>
              <a:gd name="connsiteY12" fmla="*/ 39183 h 1601150"/>
              <a:gd name="connsiteX13" fmla="*/ 610715 w 1414288"/>
              <a:gd name="connsiteY13" fmla="*/ 0 h 1601150"/>
              <a:gd name="connsiteX14" fmla="*/ 642858 w 1414288"/>
              <a:gd name="connsiteY14" fmla="*/ 39183 h 1601150"/>
              <a:gd name="connsiteX15" fmla="*/ 675001 w 1414288"/>
              <a:gd name="connsiteY15" fmla="*/ 152895 h 1601150"/>
              <a:gd name="connsiteX16" fmla="*/ 707144 w 1414288"/>
              <a:gd name="connsiteY16" fmla="*/ 330011 h 1601150"/>
              <a:gd name="connsiteX17" fmla="*/ 739287 w 1414288"/>
              <a:gd name="connsiteY17" fmla="*/ 553182 h 1601150"/>
              <a:gd name="connsiteX18" fmla="*/ 771430 w 1414288"/>
              <a:gd name="connsiteY18" fmla="*/ 800575 h 1601150"/>
              <a:gd name="connsiteX19" fmla="*/ 803573 w 1414288"/>
              <a:gd name="connsiteY19" fmla="*/ 1047967 h 1601150"/>
              <a:gd name="connsiteX20" fmla="*/ 835716 w 1414288"/>
              <a:gd name="connsiteY20" fmla="*/ 1271139 h 1601150"/>
              <a:gd name="connsiteX21" fmla="*/ 867859 w 1414288"/>
              <a:gd name="connsiteY21" fmla="*/ 1448255 h 1601150"/>
              <a:gd name="connsiteX22" fmla="*/ 900002 w 1414288"/>
              <a:gd name="connsiteY22" fmla="*/ 1561967 h 1601150"/>
              <a:gd name="connsiteX23" fmla="*/ 932144 w 1414288"/>
              <a:gd name="connsiteY23" fmla="*/ 1601150 h 1601150"/>
              <a:gd name="connsiteX24" fmla="*/ 964288 w 1414288"/>
              <a:gd name="connsiteY24" fmla="*/ 1561967 h 1601150"/>
              <a:gd name="connsiteX25" fmla="*/ 996430 w 1414288"/>
              <a:gd name="connsiteY25" fmla="*/ 1448255 h 1601150"/>
              <a:gd name="connsiteX26" fmla="*/ 1028573 w 1414288"/>
              <a:gd name="connsiteY26" fmla="*/ 1271139 h 1601150"/>
              <a:gd name="connsiteX27" fmla="*/ 1060716 w 1414288"/>
              <a:gd name="connsiteY27" fmla="*/ 1047967 h 1601150"/>
              <a:gd name="connsiteX28" fmla="*/ 1092859 w 1414288"/>
              <a:gd name="connsiteY28" fmla="*/ 800575 h 1601150"/>
              <a:gd name="connsiteX29" fmla="*/ 1125002 w 1414288"/>
              <a:gd name="connsiteY29" fmla="*/ 553182 h 1601150"/>
              <a:gd name="connsiteX30" fmla="*/ 1157145 w 1414288"/>
              <a:gd name="connsiteY30" fmla="*/ 330011 h 1601150"/>
              <a:gd name="connsiteX31" fmla="*/ 1189288 w 1414288"/>
              <a:gd name="connsiteY31" fmla="*/ 152895 h 1601150"/>
              <a:gd name="connsiteX32" fmla="*/ 1221431 w 1414288"/>
              <a:gd name="connsiteY32" fmla="*/ 39183 h 1601150"/>
              <a:gd name="connsiteX33" fmla="*/ 1253574 w 1414288"/>
              <a:gd name="connsiteY33" fmla="*/ 0 h 1601150"/>
              <a:gd name="connsiteX34" fmla="*/ 1285717 w 1414288"/>
              <a:gd name="connsiteY34" fmla="*/ 39183 h 1601150"/>
              <a:gd name="connsiteX35" fmla="*/ 1317860 w 1414288"/>
              <a:gd name="connsiteY35" fmla="*/ 152895 h 1601150"/>
              <a:gd name="connsiteX36" fmla="*/ 1350003 w 1414288"/>
              <a:gd name="connsiteY36" fmla="*/ 330011 h 1601150"/>
              <a:gd name="connsiteX37" fmla="*/ 1382146 w 1414288"/>
              <a:gd name="connsiteY37" fmla="*/ 553182 h 1601150"/>
              <a:gd name="connsiteX38" fmla="*/ 1414288 w 1414288"/>
              <a:gd name="connsiteY38" fmla="*/ 800575 h 1601150"/>
              <a:gd name="connsiteX0" fmla="*/ 0 w 1350002"/>
              <a:gd name="connsiteY0" fmla="*/ 330011 h 1601150"/>
              <a:gd name="connsiteX1" fmla="*/ 64285 w 1350002"/>
              <a:gd name="connsiteY1" fmla="*/ 800575 h 1601150"/>
              <a:gd name="connsiteX2" fmla="*/ 128571 w 1350002"/>
              <a:gd name="connsiteY2" fmla="*/ 1271139 h 1601150"/>
              <a:gd name="connsiteX3" fmla="*/ 192857 w 1350002"/>
              <a:gd name="connsiteY3" fmla="*/ 1561967 h 1601150"/>
              <a:gd name="connsiteX4" fmla="*/ 257143 w 1350002"/>
              <a:gd name="connsiteY4" fmla="*/ 1561967 h 1601150"/>
              <a:gd name="connsiteX5" fmla="*/ 321429 w 1350002"/>
              <a:gd name="connsiteY5" fmla="*/ 1271139 h 1601150"/>
              <a:gd name="connsiteX6" fmla="*/ 353572 w 1350002"/>
              <a:gd name="connsiteY6" fmla="*/ 1047967 h 1601150"/>
              <a:gd name="connsiteX7" fmla="*/ 385715 w 1350002"/>
              <a:gd name="connsiteY7" fmla="*/ 800575 h 1601150"/>
              <a:gd name="connsiteX8" fmla="*/ 417858 w 1350002"/>
              <a:gd name="connsiteY8" fmla="*/ 553182 h 1601150"/>
              <a:gd name="connsiteX9" fmla="*/ 450001 w 1350002"/>
              <a:gd name="connsiteY9" fmla="*/ 330011 h 1601150"/>
              <a:gd name="connsiteX10" fmla="*/ 482144 w 1350002"/>
              <a:gd name="connsiteY10" fmla="*/ 152895 h 1601150"/>
              <a:gd name="connsiteX11" fmla="*/ 514287 w 1350002"/>
              <a:gd name="connsiteY11" fmla="*/ 39183 h 1601150"/>
              <a:gd name="connsiteX12" fmla="*/ 546429 w 1350002"/>
              <a:gd name="connsiteY12" fmla="*/ 0 h 1601150"/>
              <a:gd name="connsiteX13" fmla="*/ 578572 w 1350002"/>
              <a:gd name="connsiteY13" fmla="*/ 39183 h 1601150"/>
              <a:gd name="connsiteX14" fmla="*/ 610715 w 1350002"/>
              <a:gd name="connsiteY14" fmla="*/ 152895 h 1601150"/>
              <a:gd name="connsiteX15" fmla="*/ 642858 w 1350002"/>
              <a:gd name="connsiteY15" fmla="*/ 330011 h 1601150"/>
              <a:gd name="connsiteX16" fmla="*/ 675001 w 1350002"/>
              <a:gd name="connsiteY16" fmla="*/ 553182 h 1601150"/>
              <a:gd name="connsiteX17" fmla="*/ 707144 w 1350002"/>
              <a:gd name="connsiteY17" fmla="*/ 800575 h 1601150"/>
              <a:gd name="connsiteX18" fmla="*/ 739287 w 1350002"/>
              <a:gd name="connsiteY18" fmla="*/ 1047967 h 1601150"/>
              <a:gd name="connsiteX19" fmla="*/ 771430 w 1350002"/>
              <a:gd name="connsiteY19" fmla="*/ 1271139 h 1601150"/>
              <a:gd name="connsiteX20" fmla="*/ 803573 w 1350002"/>
              <a:gd name="connsiteY20" fmla="*/ 1448255 h 1601150"/>
              <a:gd name="connsiteX21" fmla="*/ 835716 w 1350002"/>
              <a:gd name="connsiteY21" fmla="*/ 1561967 h 1601150"/>
              <a:gd name="connsiteX22" fmla="*/ 867858 w 1350002"/>
              <a:gd name="connsiteY22" fmla="*/ 1601150 h 1601150"/>
              <a:gd name="connsiteX23" fmla="*/ 900002 w 1350002"/>
              <a:gd name="connsiteY23" fmla="*/ 1561967 h 1601150"/>
              <a:gd name="connsiteX24" fmla="*/ 932144 w 1350002"/>
              <a:gd name="connsiteY24" fmla="*/ 1448255 h 1601150"/>
              <a:gd name="connsiteX25" fmla="*/ 964287 w 1350002"/>
              <a:gd name="connsiteY25" fmla="*/ 1271139 h 1601150"/>
              <a:gd name="connsiteX26" fmla="*/ 996430 w 1350002"/>
              <a:gd name="connsiteY26" fmla="*/ 1047967 h 1601150"/>
              <a:gd name="connsiteX27" fmla="*/ 1028573 w 1350002"/>
              <a:gd name="connsiteY27" fmla="*/ 800575 h 1601150"/>
              <a:gd name="connsiteX28" fmla="*/ 1060716 w 1350002"/>
              <a:gd name="connsiteY28" fmla="*/ 553182 h 1601150"/>
              <a:gd name="connsiteX29" fmla="*/ 1092859 w 1350002"/>
              <a:gd name="connsiteY29" fmla="*/ 330011 h 1601150"/>
              <a:gd name="connsiteX30" fmla="*/ 1125002 w 1350002"/>
              <a:gd name="connsiteY30" fmla="*/ 152895 h 1601150"/>
              <a:gd name="connsiteX31" fmla="*/ 1157145 w 1350002"/>
              <a:gd name="connsiteY31" fmla="*/ 39183 h 1601150"/>
              <a:gd name="connsiteX32" fmla="*/ 1189288 w 1350002"/>
              <a:gd name="connsiteY32" fmla="*/ 0 h 1601150"/>
              <a:gd name="connsiteX33" fmla="*/ 1221431 w 1350002"/>
              <a:gd name="connsiteY33" fmla="*/ 39183 h 1601150"/>
              <a:gd name="connsiteX34" fmla="*/ 1253574 w 1350002"/>
              <a:gd name="connsiteY34" fmla="*/ 152895 h 1601150"/>
              <a:gd name="connsiteX35" fmla="*/ 1285717 w 1350002"/>
              <a:gd name="connsiteY35" fmla="*/ 330011 h 1601150"/>
              <a:gd name="connsiteX36" fmla="*/ 1317860 w 1350002"/>
              <a:gd name="connsiteY36" fmla="*/ 553182 h 1601150"/>
              <a:gd name="connsiteX37" fmla="*/ 1350002 w 1350002"/>
              <a:gd name="connsiteY37" fmla="*/ 800575 h 1601150"/>
              <a:gd name="connsiteX0" fmla="*/ 0 w 1285717"/>
              <a:gd name="connsiteY0" fmla="*/ 800575 h 1601150"/>
              <a:gd name="connsiteX1" fmla="*/ 64286 w 1285717"/>
              <a:gd name="connsiteY1" fmla="*/ 1271139 h 1601150"/>
              <a:gd name="connsiteX2" fmla="*/ 128572 w 1285717"/>
              <a:gd name="connsiteY2" fmla="*/ 1561967 h 1601150"/>
              <a:gd name="connsiteX3" fmla="*/ 192858 w 1285717"/>
              <a:gd name="connsiteY3" fmla="*/ 1561967 h 1601150"/>
              <a:gd name="connsiteX4" fmla="*/ 257144 w 1285717"/>
              <a:gd name="connsiteY4" fmla="*/ 1271139 h 1601150"/>
              <a:gd name="connsiteX5" fmla="*/ 289287 w 1285717"/>
              <a:gd name="connsiteY5" fmla="*/ 1047967 h 1601150"/>
              <a:gd name="connsiteX6" fmla="*/ 321430 w 1285717"/>
              <a:gd name="connsiteY6" fmla="*/ 800575 h 1601150"/>
              <a:gd name="connsiteX7" fmla="*/ 353573 w 1285717"/>
              <a:gd name="connsiteY7" fmla="*/ 553182 h 1601150"/>
              <a:gd name="connsiteX8" fmla="*/ 385716 w 1285717"/>
              <a:gd name="connsiteY8" fmla="*/ 330011 h 1601150"/>
              <a:gd name="connsiteX9" fmla="*/ 417859 w 1285717"/>
              <a:gd name="connsiteY9" fmla="*/ 152895 h 1601150"/>
              <a:gd name="connsiteX10" fmla="*/ 450002 w 1285717"/>
              <a:gd name="connsiteY10" fmla="*/ 39183 h 1601150"/>
              <a:gd name="connsiteX11" fmla="*/ 482144 w 1285717"/>
              <a:gd name="connsiteY11" fmla="*/ 0 h 1601150"/>
              <a:gd name="connsiteX12" fmla="*/ 514287 w 1285717"/>
              <a:gd name="connsiteY12" fmla="*/ 39183 h 1601150"/>
              <a:gd name="connsiteX13" fmla="*/ 546430 w 1285717"/>
              <a:gd name="connsiteY13" fmla="*/ 152895 h 1601150"/>
              <a:gd name="connsiteX14" fmla="*/ 578573 w 1285717"/>
              <a:gd name="connsiteY14" fmla="*/ 330011 h 1601150"/>
              <a:gd name="connsiteX15" fmla="*/ 610716 w 1285717"/>
              <a:gd name="connsiteY15" fmla="*/ 553182 h 1601150"/>
              <a:gd name="connsiteX16" fmla="*/ 642859 w 1285717"/>
              <a:gd name="connsiteY16" fmla="*/ 800575 h 1601150"/>
              <a:gd name="connsiteX17" fmla="*/ 675002 w 1285717"/>
              <a:gd name="connsiteY17" fmla="*/ 1047967 h 1601150"/>
              <a:gd name="connsiteX18" fmla="*/ 707145 w 1285717"/>
              <a:gd name="connsiteY18" fmla="*/ 1271139 h 1601150"/>
              <a:gd name="connsiteX19" fmla="*/ 739288 w 1285717"/>
              <a:gd name="connsiteY19" fmla="*/ 1448255 h 1601150"/>
              <a:gd name="connsiteX20" fmla="*/ 771431 w 1285717"/>
              <a:gd name="connsiteY20" fmla="*/ 1561967 h 1601150"/>
              <a:gd name="connsiteX21" fmla="*/ 803573 w 1285717"/>
              <a:gd name="connsiteY21" fmla="*/ 1601150 h 1601150"/>
              <a:gd name="connsiteX22" fmla="*/ 835717 w 1285717"/>
              <a:gd name="connsiteY22" fmla="*/ 1561967 h 1601150"/>
              <a:gd name="connsiteX23" fmla="*/ 867859 w 1285717"/>
              <a:gd name="connsiteY23" fmla="*/ 1448255 h 1601150"/>
              <a:gd name="connsiteX24" fmla="*/ 900002 w 1285717"/>
              <a:gd name="connsiteY24" fmla="*/ 1271139 h 1601150"/>
              <a:gd name="connsiteX25" fmla="*/ 932145 w 1285717"/>
              <a:gd name="connsiteY25" fmla="*/ 1047967 h 1601150"/>
              <a:gd name="connsiteX26" fmla="*/ 964288 w 1285717"/>
              <a:gd name="connsiteY26" fmla="*/ 800575 h 1601150"/>
              <a:gd name="connsiteX27" fmla="*/ 996431 w 1285717"/>
              <a:gd name="connsiteY27" fmla="*/ 553182 h 1601150"/>
              <a:gd name="connsiteX28" fmla="*/ 1028574 w 1285717"/>
              <a:gd name="connsiteY28" fmla="*/ 330011 h 1601150"/>
              <a:gd name="connsiteX29" fmla="*/ 1060717 w 1285717"/>
              <a:gd name="connsiteY29" fmla="*/ 152895 h 1601150"/>
              <a:gd name="connsiteX30" fmla="*/ 1092860 w 1285717"/>
              <a:gd name="connsiteY30" fmla="*/ 39183 h 1601150"/>
              <a:gd name="connsiteX31" fmla="*/ 1125003 w 1285717"/>
              <a:gd name="connsiteY31" fmla="*/ 0 h 1601150"/>
              <a:gd name="connsiteX32" fmla="*/ 1157146 w 1285717"/>
              <a:gd name="connsiteY32" fmla="*/ 39183 h 1601150"/>
              <a:gd name="connsiteX33" fmla="*/ 1189289 w 1285717"/>
              <a:gd name="connsiteY33" fmla="*/ 152895 h 1601150"/>
              <a:gd name="connsiteX34" fmla="*/ 1221432 w 1285717"/>
              <a:gd name="connsiteY34" fmla="*/ 330011 h 1601150"/>
              <a:gd name="connsiteX35" fmla="*/ 1253575 w 1285717"/>
              <a:gd name="connsiteY35" fmla="*/ 553182 h 1601150"/>
              <a:gd name="connsiteX36" fmla="*/ 1285717 w 1285717"/>
              <a:gd name="connsiteY36" fmla="*/ 800575 h 1601150"/>
              <a:gd name="connsiteX0" fmla="*/ 0 w 1221431"/>
              <a:gd name="connsiteY0" fmla="*/ 1271139 h 1601150"/>
              <a:gd name="connsiteX1" fmla="*/ 64286 w 1221431"/>
              <a:gd name="connsiteY1" fmla="*/ 1561967 h 1601150"/>
              <a:gd name="connsiteX2" fmla="*/ 128572 w 1221431"/>
              <a:gd name="connsiteY2" fmla="*/ 1561967 h 1601150"/>
              <a:gd name="connsiteX3" fmla="*/ 192858 w 1221431"/>
              <a:gd name="connsiteY3" fmla="*/ 1271139 h 1601150"/>
              <a:gd name="connsiteX4" fmla="*/ 225001 w 1221431"/>
              <a:gd name="connsiteY4" fmla="*/ 1047967 h 1601150"/>
              <a:gd name="connsiteX5" fmla="*/ 257144 w 1221431"/>
              <a:gd name="connsiteY5" fmla="*/ 800575 h 1601150"/>
              <a:gd name="connsiteX6" fmla="*/ 289287 w 1221431"/>
              <a:gd name="connsiteY6" fmla="*/ 553182 h 1601150"/>
              <a:gd name="connsiteX7" fmla="*/ 321430 w 1221431"/>
              <a:gd name="connsiteY7" fmla="*/ 330011 h 1601150"/>
              <a:gd name="connsiteX8" fmla="*/ 353573 w 1221431"/>
              <a:gd name="connsiteY8" fmla="*/ 152895 h 1601150"/>
              <a:gd name="connsiteX9" fmla="*/ 385716 w 1221431"/>
              <a:gd name="connsiteY9" fmla="*/ 39183 h 1601150"/>
              <a:gd name="connsiteX10" fmla="*/ 417858 w 1221431"/>
              <a:gd name="connsiteY10" fmla="*/ 0 h 1601150"/>
              <a:gd name="connsiteX11" fmla="*/ 450001 w 1221431"/>
              <a:gd name="connsiteY11" fmla="*/ 39183 h 1601150"/>
              <a:gd name="connsiteX12" fmla="*/ 482144 w 1221431"/>
              <a:gd name="connsiteY12" fmla="*/ 152895 h 1601150"/>
              <a:gd name="connsiteX13" fmla="*/ 514287 w 1221431"/>
              <a:gd name="connsiteY13" fmla="*/ 330011 h 1601150"/>
              <a:gd name="connsiteX14" fmla="*/ 546430 w 1221431"/>
              <a:gd name="connsiteY14" fmla="*/ 553182 h 1601150"/>
              <a:gd name="connsiteX15" fmla="*/ 578573 w 1221431"/>
              <a:gd name="connsiteY15" fmla="*/ 800575 h 1601150"/>
              <a:gd name="connsiteX16" fmla="*/ 610716 w 1221431"/>
              <a:gd name="connsiteY16" fmla="*/ 1047967 h 1601150"/>
              <a:gd name="connsiteX17" fmla="*/ 642859 w 1221431"/>
              <a:gd name="connsiteY17" fmla="*/ 1271139 h 1601150"/>
              <a:gd name="connsiteX18" fmla="*/ 675002 w 1221431"/>
              <a:gd name="connsiteY18" fmla="*/ 1448255 h 1601150"/>
              <a:gd name="connsiteX19" fmla="*/ 707145 w 1221431"/>
              <a:gd name="connsiteY19" fmla="*/ 1561967 h 1601150"/>
              <a:gd name="connsiteX20" fmla="*/ 739287 w 1221431"/>
              <a:gd name="connsiteY20" fmla="*/ 1601150 h 1601150"/>
              <a:gd name="connsiteX21" fmla="*/ 771431 w 1221431"/>
              <a:gd name="connsiteY21" fmla="*/ 1561967 h 1601150"/>
              <a:gd name="connsiteX22" fmla="*/ 803573 w 1221431"/>
              <a:gd name="connsiteY22" fmla="*/ 1448255 h 1601150"/>
              <a:gd name="connsiteX23" fmla="*/ 835716 w 1221431"/>
              <a:gd name="connsiteY23" fmla="*/ 1271139 h 1601150"/>
              <a:gd name="connsiteX24" fmla="*/ 867859 w 1221431"/>
              <a:gd name="connsiteY24" fmla="*/ 1047967 h 1601150"/>
              <a:gd name="connsiteX25" fmla="*/ 900002 w 1221431"/>
              <a:gd name="connsiteY25" fmla="*/ 800575 h 1601150"/>
              <a:gd name="connsiteX26" fmla="*/ 932145 w 1221431"/>
              <a:gd name="connsiteY26" fmla="*/ 553182 h 1601150"/>
              <a:gd name="connsiteX27" fmla="*/ 964288 w 1221431"/>
              <a:gd name="connsiteY27" fmla="*/ 330011 h 1601150"/>
              <a:gd name="connsiteX28" fmla="*/ 996431 w 1221431"/>
              <a:gd name="connsiteY28" fmla="*/ 152895 h 1601150"/>
              <a:gd name="connsiteX29" fmla="*/ 1028574 w 1221431"/>
              <a:gd name="connsiteY29" fmla="*/ 39183 h 1601150"/>
              <a:gd name="connsiteX30" fmla="*/ 1060717 w 1221431"/>
              <a:gd name="connsiteY30" fmla="*/ 0 h 1601150"/>
              <a:gd name="connsiteX31" fmla="*/ 1092860 w 1221431"/>
              <a:gd name="connsiteY31" fmla="*/ 39183 h 1601150"/>
              <a:gd name="connsiteX32" fmla="*/ 1125003 w 1221431"/>
              <a:gd name="connsiteY32" fmla="*/ 152895 h 1601150"/>
              <a:gd name="connsiteX33" fmla="*/ 1157146 w 1221431"/>
              <a:gd name="connsiteY33" fmla="*/ 330011 h 1601150"/>
              <a:gd name="connsiteX34" fmla="*/ 1189289 w 1221431"/>
              <a:gd name="connsiteY34" fmla="*/ 553182 h 1601150"/>
              <a:gd name="connsiteX35" fmla="*/ 1221431 w 1221431"/>
              <a:gd name="connsiteY35" fmla="*/ 800575 h 1601150"/>
              <a:gd name="connsiteX0" fmla="*/ 0 w 1157145"/>
              <a:gd name="connsiteY0" fmla="*/ 1561967 h 1601150"/>
              <a:gd name="connsiteX1" fmla="*/ 64286 w 1157145"/>
              <a:gd name="connsiteY1" fmla="*/ 1561967 h 1601150"/>
              <a:gd name="connsiteX2" fmla="*/ 128572 w 1157145"/>
              <a:gd name="connsiteY2" fmla="*/ 1271139 h 1601150"/>
              <a:gd name="connsiteX3" fmla="*/ 160715 w 1157145"/>
              <a:gd name="connsiteY3" fmla="*/ 1047967 h 1601150"/>
              <a:gd name="connsiteX4" fmla="*/ 192858 w 1157145"/>
              <a:gd name="connsiteY4" fmla="*/ 800575 h 1601150"/>
              <a:gd name="connsiteX5" fmla="*/ 225001 w 1157145"/>
              <a:gd name="connsiteY5" fmla="*/ 553182 h 1601150"/>
              <a:gd name="connsiteX6" fmla="*/ 257144 w 1157145"/>
              <a:gd name="connsiteY6" fmla="*/ 330011 h 1601150"/>
              <a:gd name="connsiteX7" fmla="*/ 289287 w 1157145"/>
              <a:gd name="connsiteY7" fmla="*/ 152895 h 1601150"/>
              <a:gd name="connsiteX8" fmla="*/ 321430 w 1157145"/>
              <a:gd name="connsiteY8" fmla="*/ 39183 h 1601150"/>
              <a:gd name="connsiteX9" fmla="*/ 353572 w 1157145"/>
              <a:gd name="connsiteY9" fmla="*/ 0 h 1601150"/>
              <a:gd name="connsiteX10" fmla="*/ 385715 w 1157145"/>
              <a:gd name="connsiteY10" fmla="*/ 39183 h 1601150"/>
              <a:gd name="connsiteX11" fmla="*/ 417858 w 1157145"/>
              <a:gd name="connsiteY11" fmla="*/ 152895 h 1601150"/>
              <a:gd name="connsiteX12" fmla="*/ 450001 w 1157145"/>
              <a:gd name="connsiteY12" fmla="*/ 330011 h 1601150"/>
              <a:gd name="connsiteX13" fmla="*/ 482144 w 1157145"/>
              <a:gd name="connsiteY13" fmla="*/ 553182 h 1601150"/>
              <a:gd name="connsiteX14" fmla="*/ 514287 w 1157145"/>
              <a:gd name="connsiteY14" fmla="*/ 800575 h 1601150"/>
              <a:gd name="connsiteX15" fmla="*/ 546430 w 1157145"/>
              <a:gd name="connsiteY15" fmla="*/ 1047967 h 1601150"/>
              <a:gd name="connsiteX16" fmla="*/ 578573 w 1157145"/>
              <a:gd name="connsiteY16" fmla="*/ 1271139 h 1601150"/>
              <a:gd name="connsiteX17" fmla="*/ 610716 w 1157145"/>
              <a:gd name="connsiteY17" fmla="*/ 1448255 h 1601150"/>
              <a:gd name="connsiteX18" fmla="*/ 642859 w 1157145"/>
              <a:gd name="connsiteY18" fmla="*/ 1561967 h 1601150"/>
              <a:gd name="connsiteX19" fmla="*/ 675001 w 1157145"/>
              <a:gd name="connsiteY19" fmla="*/ 1601150 h 1601150"/>
              <a:gd name="connsiteX20" fmla="*/ 707145 w 1157145"/>
              <a:gd name="connsiteY20" fmla="*/ 1561967 h 1601150"/>
              <a:gd name="connsiteX21" fmla="*/ 739287 w 1157145"/>
              <a:gd name="connsiteY21" fmla="*/ 1448255 h 1601150"/>
              <a:gd name="connsiteX22" fmla="*/ 771430 w 1157145"/>
              <a:gd name="connsiteY22" fmla="*/ 1271139 h 1601150"/>
              <a:gd name="connsiteX23" fmla="*/ 803573 w 1157145"/>
              <a:gd name="connsiteY23" fmla="*/ 1047967 h 1601150"/>
              <a:gd name="connsiteX24" fmla="*/ 835716 w 1157145"/>
              <a:gd name="connsiteY24" fmla="*/ 800575 h 1601150"/>
              <a:gd name="connsiteX25" fmla="*/ 867859 w 1157145"/>
              <a:gd name="connsiteY25" fmla="*/ 553182 h 1601150"/>
              <a:gd name="connsiteX26" fmla="*/ 900002 w 1157145"/>
              <a:gd name="connsiteY26" fmla="*/ 330011 h 1601150"/>
              <a:gd name="connsiteX27" fmla="*/ 932145 w 1157145"/>
              <a:gd name="connsiteY27" fmla="*/ 152895 h 1601150"/>
              <a:gd name="connsiteX28" fmla="*/ 964288 w 1157145"/>
              <a:gd name="connsiteY28" fmla="*/ 39183 h 1601150"/>
              <a:gd name="connsiteX29" fmla="*/ 996431 w 1157145"/>
              <a:gd name="connsiteY29" fmla="*/ 0 h 1601150"/>
              <a:gd name="connsiteX30" fmla="*/ 1028574 w 1157145"/>
              <a:gd name="connsiteY30" fmla="*/ 39183 h 1601150"/>
              <a:gd name="connsiteX31" fmla="*/ 1060717 w 1157145"/>
              <a:gd name="connsiteY31" fmla="*/ 152895 h 1601150"/>
              <a:gd name="connsiteX32" fmla="*/ 1092860 w 1157145"/>
              <a:gd name="connsiteY32" fmla="*/ 330011 h 1601150"/>
              <a:gd name="connsiteX33" fmla="*/ 1125003 w 1157145"/>
              <a:gd name="connsiteY33" fmla="*/ 553182 h 1601150"/>
              <a:gd name="connsiteX34" fmla="*/ 1157145 w 1157145"/>
              <a:gd name="connsiteY34" fmla="*/ 800575 h 1601150"/>
              <a:gd name="connsiteX0" fmla="*/ 0 w 1092859"/>
              <a:gd name="connsiteY0" fmla="*/ 1561967 h 1601150"/>
              <a:gd name="connsiteX1" fmla="*/ 64286 w 1092859"/>
              <a:gd name="connsiteY1" fmla="*/ 1271139 h 1601150"/>
              <a:gd name="connsiteX2" fmla="*/ 96429 w 1092859"/>
              <a:gd name="connsiteY2" fmla="*/ 1047967 h 1601150"/>
              <a:gd name="connsiteX3" fmla="*/ 128572 w 1092859"/>
              <a:gd name="connsiteY3" fmla="*/ 800575 h 1601150"/>
              <a:gd name="connsiteX4" fmla="*/ 160715 w 1092859"/>
              <a:gd name="connsiteY4" fmla="*/ 553182 h 1601150"/>
              <a:gd name="connsiteX5" fmla="*/ 192858 w 1092859"/>
              <a:gd name="connsiteY5" fmla="*/ 330011 h 1601150"/>
              <a:gd name="connsiteX6" fmla="*/ 225001 w 1092859"/>
              <a:gd name="connsiteY6" fmla="*/ 152895 h 1601150"/>
              <a:gd name="connsiteX7" fmla="*/ 257144 w 1092859"/>
              <a:gd name="connsiteY7" fmla="*/ 39183 h 1601150"/>
              <a:gd name="connsiteX8" fmla="*/ 289286 w 1092859"/>
              <a:gd name="connsiteY8" fmla="*/ 0 h 1601150"/>
              <a:gd name="connsiteX9" fmla="*/ 321429 w 1092859"/>
              <a:gd name="connsiteY9" fmla="*/ 39183 h 1601150"/>
              <a:gd name="connsiteX10" fmla="*/ 353572 w 1092859"/>
              <a:gd name="connsiteY10" fmla="*/ 152895 h 1601150"/>
              <a:gd name="connsiteX11" fmla="*/ 385715 w 1092859"/>
              <a:gd name="connsiteY11" fmla="*/ 330011 h 1601150"/>
              <a:gd name="connsiteX12" fmla="*/ 417858 w 1092859"/>
              <a:gd name="connsiteY12" fmla="*/ 553182 h 1601150"/>
              <a:gd name="connsiteX13" fmla="*/ 450001 w 1092859"/>
              <a:gd name="connsiteY13" fmla="*/ 800575 h 1601150"/>
              <a:gd name="connsiteX14" fmla="*/ 482144 w 1092859"/>
              <a:gd name="connsiteY14" fmla="*/ 1047967 h 1601150"/>
              <a:gd name="connsiteX15" fmla="*/ 514287 w 1092859"/>
              <a:gd name="connsiteY15" fmla="*/ 1271139 h 1601150"/>
              <a:gd name="connsiteX16" fmla="*/ 546430 w 1092859"/>
              <a:gd name="connsiteY16" fmla="*/ 1448255 h 1601150"/>
              <a:gd name="connsiteX17" fmla="*/ 578573 w 1092859"/>
              <a:gd name="connsiteY17" fmla="*/ 1561967 h 1601150"/>
              <a:gd name="connsiteX18" fmla="*/ 610715 w 1092859"/>
              <a:gd name="connsiteY18" fmla="*/ 1601150 h 1601150"/>
              <a:gd name="connsiteX19" fmla="*/ 642859 w 1092859"/>
              <a:gd name="connsiteY19" fmla="*/ 1561967 h 1601150"/>
              <a:gd name="connsiteX20" fmla="*/ 675001 w 1092859"/>
              <a:gd name="connsiteY20" fmla="*/ 1448255 h 1601150"/>
              <a:gd name="connsiteX21" fmla="*/ 707144 w 1092859"/>
              <a:gd name="connsiteY21" fmla="*/ 1271139 h 1601150"/>
              <a:gd name="connsiteX22" fmla="*/ 739287 w 1092859"/>
              <a:gd name="connsiteY22" fmla="*/ 1047967 h 1601150"/>
              <a:gd name="connsiteX23" fmla="*/ 771430 w 1092859"/>
              <a:gd name="connsiteY23" fmla="*/ 800575 h 1601150"/>
              <a:gd name="connsiteX24" fmla="*/ 803573 w 1092859"/>
              <a:gd name="connsiteY24" fmla="*/ 553182 h 1601150"/>
              <a:gd name="connsiteX25" fmla="*/ 835716 w 1092859"/>
              <a:gd name="connsiteY25" fmla="*/ 330011 h 1601150"/>
              <a:gd name="connsiteX26" fmla="*/ 867859 w 1092859"/>
              <a:gd name="connsiteY26" fmla="*/ 152895 h 1601150"/>
              <a:gd name="connsiteX27" fmla="*/ 900002 w 1092859"/>
              <a:gd name="connsiteY27" fmla="*/ 39183 h 1601150"/>
              <a:gd name="connsiteX28" fmla="*/ 932145 w 1092859"/>
              <a:gd name="connsiteY28" fmla="*/ 0 h 1601150"/>
              <a:gd name="connsiteX29" fmla="*/ 964288 w 1092859"/>
              <a:gd name="connsiteY29" fmla="*/ 39183 h 1601150"/>
              <a:gd name="connsiteX30" fmla="*/ 996431 w 1092859"/>
              <a:gd name="connsiteY30" fmla="*/ 152895 h 1601150"/>
              <a:gd name="connsiteX31" fmla="*/ 1028574 w 1092859"/>
              <a:gd name="connsiteY31" fmla="*/ 330011 h 1601150"/>
              <a:gd name="connsiteX32" fmla="*/ 1060717 w 1092859"/>
              <a:gd name="connsiteY32" fmla="*/ 553182 h 1601150"/>
              <a:gd name="connsiteX33" fmla="*/ 1092859 w 1092859"/>
              <a:gd name="connsiteY33" fmla="*/ 800575 h 1601150"/>
              <a:gd name="connsiteX0" fmla="*/ 0 w 1028573"/>
              <a:gd name="connsiteY0" fmla="*/ 1271139 h 1601150"/>
              <a:gd name="connsiteX1" fmla="*/ 32143 w 1028573"/>
              <a:gd name="connsiteY1" fmla="*/ 1047967 h 1601150"/>
              <a:gd name="connsiteX2" fmla="*/ 64286 w 1028573"/>
              <a:gd name="connsiteY2" fmla="*/ 800575 h 1601150"/>
              <a:gd name="connsiteX3" fmla="*/ 96429 w 1028573"/>
              <a:gd name="connsiteY3" fmla="*/ 553182 h 1601150"/>
              <a:gd name="connsiteX4" fmla="*/ 128572 w 1028573"/>
              <a:gd name="connsiteY4" fmla="*/ 330011 h 1601150"/>
              <a:gd name="connsiteX5" fmla="*/ 160715 w 1028573"/>
              <a:gd name="connsiteY5" fmla="*/ 152895 h 1601150"/>
              <a:gd name="connsiteX6" fmla="*/ 192858 w 1028573"/>
              <a:gd name="connsiteY6" fmla="*/ 39183 h 1601150"/>
              <a:gd name="connsiteX7" fmla="*/ 225000 w 1028573"/>
              <a:gd name="connsiteY7" fmla="*/ 0 h 1601150"/>
              <a:gd name="connsiteX8" fmla="*/ 257143 w 1028573"/>
              <a:gd name="connsiteY8" fmla="*/ 39183 h 1601150"/>
              <a:gd name="connsiteX9" fmla="*/ 289286 w 1028573"/>
              <a:gd name="connsiteY9" fmla="*/ 152895 h 1601150"/>
              <a:gd name="connsiteX10" fmla="*/ 321429 w 1028573"/>
              <a:gd name="connsiteY10" fmla="*/ 330011 h 1601150"/>
              <a:gd name="connsiteX11" fmla="*/ 353572 w 1028573"/>
              <a:gd name="connsiteY11" fmla="*/ 553182 h 1601150"/>
              <a:gd name="connsiteX12" fmla="*/ 385715 w 1028573"/>
              <a:gd name="connsiteY12" fmla="*/ 800575 h 1601150"/>
              <a:gd name="connsiteX13" fmla="*/ 417858 w 1028573"/>
              <a:gd name="connsiteY13" fmla="*/ 1047967 h 1601150"/>
              <a:gd name="connsiteX14" fmla="*/ 450001 w 1028573"/>
              <a:gd name="connsiteY14" fmla="*/ 1271139 h 1601150"/>
              <a:gd name="connsiteX15" fmla="*/ 482144 w 1028573"/>
              <a:gd name="connsiteY15" fmla="*/ 1448255 h 1601150"/>
              <a:gd name="connsiteX16" fmla="*/ 514287 w 1028573"/>
              <a:gd name="connsiteY16" fmla="*/ 1561967 h 1601150"/>
              <a:gd name="connsiteX17" fmla="*/ 546429 w 1028573"/>
              <a:gd name="connsiteY17" fmla="*/ 1601150 h 1601150"/>
              <a:gd name="connsiteX18" fmla="*/ 578573 w 1028573"/>
              <a:gd name="connsiteY18" fmla="*/ 1561967 h 1601150"/>
              <a:gd name="connsiteX19" fmla="*/ 610715 w 1028573"/>
              <a:gd name="connsiteY19" fmla="*/ 1448255 h 1601150"/>
              <a:gd name="connsiteX20" fmla="*/ 642858 w 1028573"/>
              <a:gd name="connsiteY20" fmla="*/ 1271139 h 1601150"/>
              <a:gd name="connsiteX21" fmla="*/ 675001 w 1028573"/>
              <a:gd name="connsiteY21" fmla="*/ 1047967 h 1601150"/>
              <a:gd name="connsiteX22" fmla="*/ 707144 w 1028573"/>
              <a:gd name="connsiteY22" fmla="*/ 800575 h 1601150"/>
              <a:gd name="connsiteX23" fmla="*/ 739287 w 1028573"/>
              <a:gd name="connsiteY23" fmla="*/ 553182 h 1601150"/>
              <a:gd name="connsiteX24" fmla="*/ 771430 w 1028573"/>
              <a:gd name="connsiteY24" fmla="*/ 330011 h 1601150"/>
              <a:gd name="connsiteX25" fmla="*/ 803573 w 1028573"/>
              <a:gd name="connsiteY25" fmla="*/ 152895 h 1601150"/>
              <a:gd name="connsiteX26" fmla="*/ 835716 w 1028573"/>
              <a:gd name="connsiteY26" fmla="*/ 39183 h 1601150"/>
              <a:gd name="connsiteX27" fmla="*/ 867859 w 1028573"/>
              <a:gd name="connsiteY27" fmla="*/ 0 h 1601150"/>
              <a:gd name="connsiteX28" fmla="*/ 900002 w 1028573"/>
              <a:gd name="connsiteY28" fmla="*/ 39183 h 1601150"/>
              <a:gd name="connsiteX29" fmla="*/ 932145 w 1028573"/>
              <a:gd name="connsiteY29" fmla="*/ 152895 h 1601150"/>
              <a:gd name="connsiteX30" fmla="*/ 964288 w 1028573"/>
              <a:gd name="connsiteY30" fmla="*/ 330011 h 1601150"/>
              <a:gd name="connsiteX31" fmla="*/ 996431 w 1028573"/>
              <a:gd name="connsiteY31" fmla="*/ 553182 h 1601150"/>
              <a:gd name="connsiteX32" fmla="*/ 1028573 w 1028573"/>
              <a:gd name="connsiteY32" fmla="*/ 800575 h 1601150"/>
              <a:gd name="connsiteX0" fmla="*/ 0 w 996430"/>
              <a:gd name="connsiteY0" fmla="*/ 1047967 h 1601150"/>
              <a:gd name="connsiteX1" fmla="*/ 32143 w 996430"/>
              <a:gd name="connsiteY1" fmla="*/ 800575 h 1601150"/>
              <a:gd name="connsiteX2" fmla="*/ 64286 w 996430"/>
              <a:gd name="connsiteY2" fmla="*/ 553182 h 1601150"/>
              <a:gd name="connsiteX3" fmla="*/ 96429 w 996430"/>
              <a:gd name="connsiteY3" fmla="*/ 330011 h 1601150"/>
              <a:gd name="connsiteX4" fmla="*/ 128572 w 996430"/>
              <a:gd name="connsiteY4" fmla="*/ 152895 h 1601150"/>
              <a:gd name="connsiteX5" fmla="*/ 160715 w 996430"/>
              <a:gd name="connsiteY5" fmla="*/ 39183 h 1601150"/>
              <a:gd name="connsiteX6" fmla="*/ 192857 w 996430"/>
              <a:gd name="connsiteY6" fmla="*/ 0 h 1601150"/>
              <a:gd name="connsiteX7" fmla="*/ 225000 w 996430"/>
              <a:gd name="connsiteY7" fmla="*/ 39183 h 1601150"/>
              <a:gd name="connsiteX8" fmla="*/ 257143 w 996430"/>
              <a:gd name="connsiteY8" fmla="*/ 152895 h 1601150"/>
              <a:gd name="connsiteX9" fmla="*/ 289286 w 996430"/>
              <a:gd name="connsiteY9" fmla="*/ 330011 h 1601150"/>
              <a:gd name="connsiteX10" fmla="*/ 321429 w 996430"/>
              <a:gd name="connsiteY10" fmla="*/ 553182 h 1601150"/>
              <a:gd name="connsiteX11" fmla="*/ 353572 w 996430"/>
              <a:gd name="connsiteY11" fmla="*/ 800575 h 1601150"/>
              <a:gd name="connsiteX12" fmla="*/ 385715 w 996430"/>
              <a:gd name="connsiteY12" fmla="*/ 1047967 h 1601150"/>
              <a:gd name="connsiteX13" fmla="*/ 417858 w 996430"/>
              <a:gd name="connsiteY13" fmla="*/ 1271139 h 1601150"/>
              <a:gd name="connsiteX14" fmla="*/ 450001 w 996430"/>
              <a:gd name="connsiteY14" fmla="*/ 1448255 h 1601150"/>
              <a:gd name="connsiteX15" fmla="*/ 482144 w 996430"/>
              <a:gd name="connsiteY15" fmla="*/ 1561967 h 1601150"/>
              <a:gd name="connsiteX16" fmla="*/ 514286 w 996430"/>
              <a:gd name="connsiteY16" fmla="*/ 1601150 h 1601150"/>
              <a:gd name="connsiteX17" fmla="*/ 546430 w 996430"/>
              <a:gd name="connsiteY17" fmla="*/ 1561967 h 1601150"/>
              <a:gd name="connsiteX18" fmla="*/ 578572 w 996430"/>
              <a:gd name="connsiteY18" fmla="*/ 1448255 h 1601150"/>
              <a:gd name="connsiteX19" fmla="*/ 610715 w 996430"/>
              <a:gd name="connsiteY19" fmla="*/ 1271139 h 1601150"/>
              <a:gd name="connsiteX20" fmla="*/ 642858 w 996430"/>
              <a:gd name="connsiteY20" fmla="*/ 1047967 h 1601150"/>
              <a:gd name="connsiteX21" fmla="*/ 675001 w 996430"/>
              <a:gd name="connsiteY21" fmla="*/ 800575 h 1601150"/>
              <a:gd name="connsiteX22" fmla="*/ 707144 w 996430"/>
              <a:gd name="connsiteY22" fmla="*/ 553182 h 1601150"/>
              <a:gd name="connsiteX23" fmla="*/ 739287 w 996430"/>
              <a:gd name="connsiteY23" fmla="*/ 330011 h 1601150"/>
              <a:gd name="connsiteX24" fmla="*/ 771430 w 996430"/>
              <a:gd name="connsiteY24" fmla="*/ 152895 h 1601150"/>
              <a:gd name="connsiteX25" fmla="*/ 803573 w 996430"/>
              <a:gd name="connsiteY25" fmla="*/ 39183 h 1601150"/>
              <a:gd name="connsiteX26" fmla="*/ 835716 w 996430"/>
              <a:gd name="connsiteY26" fmla="*/ 0 h 1601150"/>
              <a:gd name="connsiteX27" fmla="*/ 867859 w 996430"/>
              <a:gd name="connsiteY27" fmla="*/ 39183 h 1601150"/>
              <a:gd name="connsiteX28" fmla="*/ 900002 w 996430"/>
              <a:gd name="connsiteY28" fmla="*/ 152895 h 1601150"/>
              <a:gd name="connsiteX29" fmla="*/ 932145 w 996430"/>
              <a:gd name="connsiteY29" fmla="*/ 330011 h 1601150"/>
              <a:gd name="connsiteX30" fmla="*/ 964288 w 996430"/>
              <a:gd name="connsiteY30" fmla="*/ 553182 h 1601150"/>
              <a:gd name="connsiteX31" fmla="*/ 996430 w 996430"/>
              <a:gd name="connsiteY31" fmla="*/ 800575 h 1601150"/>
              <a:gd name="connsiteX0" fmla="*/ 0 w 964287"/>
              <a:gd name="connsiteY0" fmla="*/ 800575 h 1601150"/>
              <a:gd name="connsiteX1" fmla="*/ 32143 w 964287"/>
              <a:gd name="connsiteY1" fmla="*/ 553182 h 1601150"/>
              <a:gd name="connsiteX2" fmla="*/ 64286 w 964287"/>
              <a:gd name="connsiteY2" fmla="*/ 330011 h 1601150"/>
              <a:gd name="connsiteX3" fmla="*/ 96429 w 964287"/>
              <a:gd name="connsiteY3" fmla="*/ 152895 h 1601150"/>
              <a:gd name="connsiteX4" fmla="*/ 128572 w 964287"/>
              <a:gd name="connsiteY4" fmla="*/ 39183 h 1601150"/>
              <a:gd name="connsiteX5" fmla="*/ 160714 w 964287"/>
              <a:gd name="connsiteY5" fmla="*/ 0 h 1601150"/>
              <a:gd name="connsiteX6" fmla="*/ 192857 w 964287"/>
              <a:gd name="connsiteY6" fmla="*/ 39183 h 1601150"/>
              <a:gd name="connsiteX7" fmla="*/ 225000 w 964287"/>
              <a:gd name="connsiteY7" fmla="*/ 152895 h 1601150"/>
              <a:gd name="connsiteX8" fmla="*/ 257143 w 964287"/>
              <a:gd name="connsiteY8" fmla="*/ 330011 h 1601150"/>
              <a:gd name="connsiteX9" fmla="*/ 289286 w 964287"/>
              <a:gd name="connsiteY9" fmla="*/ 553182 h 1601150"/>
              <a:gd name="connsiteX10" fmla="*/ 321429 w 964287"/>
              <a:gd name="connsiteY10" fmla="*/ 800575 h 1601150"/>
              <a:gd name="connsiteX11" fmla="*/ 353572 w 964287"/>
              <a:gd name="connsiteY11" fmla="*/ 1047967 h 1601150"/>
              <a:gd name="connsiteX12" fmla="*/ 385715 w 964287"/>
              <a:gd name="connsiteY12" fmla="*/ 1271139 h 1601150"/>
              <a:gd name="connsiteX13" fmla="*/ 417858 w 964287"/>
              <a:gd name="connsiteY13" fmla="*/ 1448255 h 1601150"/>
              <a:gd name="connsiteX14" fmla="*/ 450001 w 964287"/>
              <a:gd name="connsiteY14" fmla="*/ 1561967 h 1601150"/>
              <a:gd name="connsiteX15" fmla="*/ 482143 w 964287"/>
              <a:gd name="connsiteY15" fmla="*/ 1601150 h 1601150"/>
              <a:gd name="connsiteX16" fmla="*/ 514287 w 964287"/>
              <a:gd name="connsiteY16" fmla="*/ 1561967 h 1601150"/>
              <a:gd name="connsiteX17" fmla="*/ 546429 w 964287"/>
              <a:gd name="connsiteY17" fmla="*/ 1448255 h 1601150"/>
              <a:gd name="connsiteX18" fmla="*/ 578572 w 964287"/>
              <a:gd name="connsiteY18" fmla="*/ 1271139 h 1601150"/>
              <a:gd name="connsiteX19" fmla="*/ 610715 w 964287"/>
              <a:gd name="connsiteY19" fmla="*/ 1047967 h 1601150"/>
              <a:gd name="connsiteX20" fmla="*/ 642858 w 964287"/>
              <a:gd name="connsiteY20" fmla="*/ 800575 h 1601150"/>
              <a:gd name="connsiteX21" fmla="*/ 675001 w 964287"/>
              <a:gd name="connsiteY21" fmla="*/ 553182 h 1601150"/>
              <a:gd name="connsiteX22" fmla="*/ 707144 w 964287"/>
              <a:gd name="connsiteY22" fmla="*/ 330011 h 1601150"/>
              <a:gd name="connsiteX23" fmla="*/ 739287 w 964287"/>
              <a:gd name="connsiteY23" fmla="*/ 152895 h 1601150"/>
              <a:gd name="connsiteX24" fmla="*/ 771430 w 964287"/>
              <a:gd name="connsiteY24" fmla="*/ 39183 h 1601150"/>
              <a:gd name="connsiteX25" fmla="*/ 803573 w 964287"/>
              <a:gd name="connsiteY25" fmla="*/ 0 h 1601150"/>
              <a:gd name="connsiteX26" fmla="*/ 835716 w 964287"/>
              <a:gd name="connsiteY26" fmla="*/ 39183 h 1601150"/>
              <a:gd name="connsiteX27" fmla="*/ 867859 w 964287"/>
              <a:gd name="connsiteY27" fmla="*/ 152895 h 1601150"/>
              <a:gd name="connsiteX28" fmla="*/ 900002 w 964287"/>
              <a:gd name="connsiteY28" fmla="*/ 330011 h 1601150"/>
              <a:gd name="connsiteX29" fmla="*/ 932145 w 964287"/>
              <a:gd name="connsiteY29" fmla="*/ 553182 h 1601150"/>
              <a:gd name="connsiteX30" fmla="*/ 964287 w 964287"/>
              <a:gd name="connsiteY30" fmla="*/ 800575 h 1601150"/>
              <a:gd name="connsiteX0" fmla="*/ 0 w 932144"/>
              <a:gd name="connsiteY0" fmla="*/ 553182 h 1601150"/>
              <a:gd name="connsiteX1" fmla="*/ 32143 w 932144"/>
              <a:gd name="connsiteY1" fmla="*/ 330011 h 1601150"/>
              <a:gd name="connsiteX2" fmla="*/ 64286 w 932144"/>
              <a:gd name="connsiteY2" fmla="*/ 152895 h 1601150"/>
              <a:gd name="connsiteX3" fmla="*/ 96429 w 932144"/>
              <a:gd name="connsiteY3" fmla="*/ 39183 h 1601150"/>
              <a:gd name="connsiteX4" fmla="*/ 128571 w 932144"/>
              <a:gd name="connsiteY4" fmla="*/ 0 h 1601150"/>
              <a:gd name="connsiteX5" fmla="*/ 160714 w 932144"/>
              <a:gd name="connsiteY5" fmla="*/ 39183 h 1601150"/>
              <a:gd name="connsiteX6" fmla="*/ 192857 w 932144"/>
              <a:gd name="connsiteY6" fmla="*/ 152895 h 1601150"/>
              <a:gd name="connsiteX7" fmla="*/ 225000 w 932144"/>
              <a:gd name="connsiteY7" fmla="*/ 330011 h 1601150"/>
              <a:gd name="connsiteX8" fmla="*/ 257143 w 932144"/>
              <a:gd name="connsiteY8" fmla="*/ 553182 h 1601150"/>
              <a:gd name="connsiteX9" fmla="*/ 289286 w 932144"/>
              <a:gd name="connsiteY9" fmla="*/ 800575 h 1601150"/>
              <a:gd name="connsiteX10" fmla="*/ 321429 w 932144"/>
              <a:gd name="connsiteY10" fmla="*/ 1047967 h 1601150"/>
              <a:gd name="connsiteX11" fmla="*/ 353572 w 932144"/>
              <a:gd name="connsiteY11" fmla="*/ 1271139 h 1601150"/>
              <a:gd name="connsiteX12" fmla="*/ 385715 w 932144"/>
              <a:gd name="connsiteY12" fmla="*/ 1448255 h 1601150"/>
              <a:gd name="connsiteX13" fmla="*/ 417858 w 932144"/>
              <a:gd name="connsiteY13" fmla="*/ 1561967 h 1601150"/>
              <a:gd name="connsiteX14" fmla="*/ 450000 w 932144"/>
              <a:gd name="connsiteY14" fmla="*/ 1601150 h 1601150"/>
              <a:gd name="connsiteX15" fmla="*/ 482144 w 932144"/>
              <a:gd name="connsiteY15" fmla="*/ 1561967 h 1601150"/>
              <a:gd name="connsiteX16" fmla="*/ 514286 w 932144"/>
              <a:gd name="connsiteY16" fmla="*/ 1448255 h 1601150"/>
              <a:gd name="connsiteX17" fmla="*/ 546429 w 932144"/>
              <a:gd name="connsiteY17" fmla="*/ 1271139 h 1601150"/>
              <a:gd name="connsiteX18" fmla="*/ 578572 w 932144"/>
              <a:gd name="connsiteY18" fmla="*/ 1047967 h 1601150"/>
              <a:gd name="connsiteX19" fmla="*/ 610715 w 932144"/>
              <a:gd name="connsiteY19" fmla="*/ 800575 h 1601150"/>
              <a:gd name="connsiteX20" fmla="*/ 642858 w 932144"/>
              <a:gd name="connsiteY20" fmla="*/ 553182 h 1601150"/>
              <a:gd name="connsiteX21" fmla="*/ 675001 w 932144"/>
              <a:gd name="connsiteY21" fmla="*/ 330011 h 1601150"/>
              <a:gd name="connsiteX22" fmla="*/ 707144 w 932144"/>
              <a:gd name="connsiteY22" fmla="*/ 152895 h 1601150"/>
              <a:gd name="connsiteX23" fmla="*/ 739287 w 932144"/>
              <a:gd name="connsiteY23" fmla="*/ 39183 h 1601150"/>
              <a:gd name="connsiteX24" fmla="*/ 771430 w 932144"/>
              <a:gd name="connsiteY24" fmla="*/ 0 h 1601150"/>
              <a:gd name="connsiteX25" fmla="*/ 803573 w 932144"/>
              <a:gd name="connsiteY25" fmla="*/ 39183 h 1601150"/>
              <a:gd name="connsiteX26" fmla="*/ 835716 w 932144"/>
              <a:gd name="connsiteY26" fmla="*/ 152895 h 1601150"/>
              <a:gd name="connsiteX27" fmla="*/ 867859 w 932144"/>
              <a:gd name="connsiteY27" fmla="*/ 330011 h 1601150"/>
              <a:gd name="connsiteX28" fmla="*/ 900002 w 932144"/>
              <a:gd name="connsiteY28" fmla="*/ 553182 h 1601150"/>
              <a:gd name="connsiteX29" fmla="*/ 932144 w 932144"/>
              <a:gd name="connsiteY29" fmla="*/ 800575 h 1601150"/>
              <a:gd name="connsiteX0" fmla="*/ 0 w 900001"/>
              <a:gd name="connsiteY0" fmla="*/ 330011 h 1601150"/>
              <a:gd name="connsiteX1" fmla="*/ 32143 w 900001"/>
              <a:gd name="connsiteY1" fmla="*/ 152895 h 1601150"/>
              <a:gd name="connsiteX2" fmla="*/ 64286 w 900001"/>
              <a:gd name="connsiteY2" fmla="*/ 39183 h 1601150"/>
              <a:gd name="connsiteX3" fmla="*/ 96428 w 900001"/>
              <a:gd name="connsiteY3" fmla="*/ 0 h 1601150"/>
              <a:gd name="connsiteX4" fmla="*/ 128571 w 900001"/>
              <a:gd name="connsiteY4" fmla="*/ 39183 h 1601150"/>
              <a:gd name="connsiteX5" fmla="*/ 160714 w 900001"/>
              <a:gd name="connsiteY5" fmla="*/ 152895 h 1601150"/>
              <a:gd name="connsiteX6" fmla="*/ 192857 w 900001"/>
              <a:gd name="connsiteY6" fmla="*/ 330011 h 1601150"/>
              <a:gd name="connsiteX7" fmla="*/ 225000 w 900001"/>
              <a:gd name="connsiteY7" fmla="*/ 553182 h 1601150"/>
              <a:gd name="connsiteX8" fmla="*/ 257143 w 900001"/>
              <a:gd name="connsiteY8" fmla="*/ 800575 h 1601150"/>
              <a:gd name="connsiteX9" fmla="*/ 289286 w 900001"/>
              <a:gd name="connsiteY9" fmla="*/ 1047967 h 1601150"/>
              <a:gd name="connsiteX10" fmla="*/ 321429 w 900001"/>
              <a:gd name="connsiteY10" fmla="*/ 1271139 h 1601150"/>
              <a:gd name="connsiteX11" fmla="*/ 353572 w 900001"/>
              <a:gd name="connsiteY11" fmla="*/ 1448255 h 1601150"/>
              <a:gd name="connsiteX12" fmla="*/ 385715 w 900001"/>
              <a:gd name="connsiteY12" fmla="*/ 1561967 h 1601150"/>
              <a:gd name="connsiteX13" fmla="*/ 417857 w 900001"/>
              <a:gd name="connsiteY13" fmla="*/ 1601150 h 1601150"/>
              <a:gd name="connsiteX14" fmla="*/ 450001 w 900001"/>
              <a:gd name="connsiteY14" fmla="*/ 1561967 h 1601150"/>
              <a:gd name="connsiteX15" fmla="*/ 482143 w 900001"/>
              <a:gd name="connsiteY15" fmla="*/ 1448255 h 1601150"/>
              <a:gd name="connsiteX16" fmla="*/ 514286 w 900001"/>
              <a:gd name="connsiteY16" fmla="*/ 1271139 h 1601150"/>
              <a:gd name="connsiteX17" fmla="*/ 546429 w 900001"/>
              <a:gd name="connsiteY17" fmla="*/ 1047967 h 1601150"/>
              <a:gd name="connsiteX18" fmla="*/ 578572 w 900001"/>
              <a:gd name="connsiteY18" fmla="*/ 800575 h 1601150"/>
              <a:gd name="connsiteX19" fmla="*/ 610715 w 900001"/>
              <a:gd name="connsiteY19" fmla="*/ 553182 h 1601150"/>
              <a:gd name="connsiteX20" fmla="*/ 642858 w 900001"/>
              <a:gd name="connsiteY20" fmla="*/ 330011 h 1601150"/>
              <a:gd name="connsiteX21" fmla="*/ 675001 w 900001"/>
              <a:gd name="connsiteY21" fmla="*/ 152895 h 1601150"/>
              <a:gd name="connsiteX22" fmla="*/ 707144 w 900001"/>
              <a:gd name="connsiteY22" fmla="*/ 39183 h 1601150"/>
              <a:gd name="connsiteX23" fmla="*/ 739287 w 900001"/>
              <a:gd name="connsiteY23" fmla="*/ 0 h 1601150"/>
              <a:gd name="connsiteX24" fmla="*/ 771430 w 900001"/>
              <a:gd name="connsiteY24" fmla="*/ 39183 h 1601150"/>
              <a:gd name="connsiteX25" fmla="*/ 803573 w 900001"/>
              <a:gd name="connsiteY25" fmla="*/ 152895 h 1601150"/>
              <a:gd name="connsiteX26" fmla="*/ 835716 w 900001"/>
              <a:gd name="connsiteY26" fmla="*/ 330011 h 1601150"/>
              <a:gd name="connsiteX27" fmla="*/ 867859 w 900001"/>
              <a:gd name="connsiteY27" fmla="*/ 553182 h 1601150"/>
              <a:gd name="connsiteX28" fmla="*/ 900001 w 900001"/>
              <a:gd name="connsiteY28" fmla="*/ 800575 h 1601150"/>
              <a:gd name="connsiteX0" fmla="*/ 0 w 867858"/>
              <a:gd name="connsiteY0" fmla="*/ 152895 h 1601150"/>
              <a:gd name="connsiteX1" fmla="*/ 32143 w 867858"/>
              <a:gd name="connsiteY1" fmla="*/ 39183 h 1601150"/>
              <a:gd name="connsiteX2" fmla="*/ 64285 w 867858"/>
              <a:gd name="connsiteY2" fmla="*/ 0 h 1601150"/>
              <a:gd name="connsiteX3" fmla="*/ 96428 w 867858"/>
              <a:gd name="connsiteY3" fmla="*/ 39183 h 1601150"/>
              <a:gd name="connsiteX4" fmla="*/ 128571 w 867858"/>
              <a:gd name="connsiteY4" fmla="*/ 152895 h 1601150"/>
              <a:gd name="connsiteX5" fmla="*/ 160714 w 867858"/>
              <a:gd name="connsiteY5" fmla="*/ 330011 h 1601150"/>
              <a:gd name="connsiteX6" fmla="*/ 192857 w 867858"/>
              <a:gd name="connsiteY6" fmla="*/ 553182 h 1601150"/>
              <a:gd name="connsiteX7" fmla="*/ 225000 w 867858"/>
              <a:gd name="connsiteY7" fmla="*/ 800575 h 1601150"/>
              <a:gd name="connsiteX8" fmla="*/ 257143 w 867858"/>
              <a:gd name="connsiteY8" fmla="*/ 1047967 h 1601150"/>
              <a:gd name="connsiteX9" fmla="*/ 289286 w 867858"/>
              <a:gd name="connsiteY9" fmla="*/ 1271139 h 1601150"/>
              <a:gd name="connsiteX10" fmla="*/ 321429 w 867858"/>
              <a:gd name="connsiteY10" fmla="*/ 1448255 h 1601150"/>
              <a:gd name="connsiteX11" fmla="*/ 353572 w 867858"/>
              <a:gd name="connsiteY11" fmla="*/ 1561967 h 1601150"/>
              <a:gd name="connsiteX12" fmla="*/ 385714 w 867858"/>
              <a:gd name="connsiteY12" fmla="*/ 1601150 h 1601150"/>
              <a:gd name="connsiteX13" fmla="*/ 417858 w 867858"/>
              <a:gd name="connsiteY13" fmla="*/ 1561967 h 1601150"/>
              <a:gd name="connsiteX14" fmla="*/ 450000 w 867858"/>
              <a:gd name="connsiteY14" fmla="*/ 1448255 h 1601150"/>
              <a:gd name="connsiteX15" fmla="*/ 482143 w 867858"/>
              <a:gd name="connsiteY15" fmla="*/ 1271139 h 1601150"/>
              <a:gd name="connsiteX16" fmla="*/ 514286 w 867858"/>
              <a:gd name="connsiteY16" fmla="*/ 1047967 h 1601150"/>
              <a:gd name="connsiteX17" fmla="*/ 546429 w 867858"/>
              <a:gd name="connsiteY17" fmla="*/ 800575 h 1601150"/>
              <a:gd name="connsiteX18" fmla="*/ 578572 w 867858"/>
              <a:gd name="connsiteY18" fmla="*/ 553182 h 1601150"/>
              <a:gd name="connsiteX19" fmla="*/ 610715 w 867858"/>
              <a:gd name="connsiteY19" fmla="*/ 330011 h 1601150"/>
              <a:gd name="connsiteX20" fmla="*/ 642858 w 867858"/>
              <a:gd name="connsiteY20" fmla="*/ 152895 h 1601150"/>
              <a:gd name="connsiteX21" fmla="*/ 675001 w 867858"/>
              <a:gd name="connsiteY21" fmla="*/ 39183 h 1601150"/>
              <a:gd name="connsiteX22" fmla="*/ 707144 w 867858"/>
              <a:gd name="connsiteY22" fmla="*/ 0 h 1601150"/>
              <a:gd name="connsiteX23" fmla="*/ 739287 w 867858"/>
              <a:gd name="connsiteY23" fmla="*/ 39183 h 1601150"/>
              <a:gd name="connsiteX24" fmla="*/ 771430 w 867858"/>
              <a:gd name="connsiteY24" fmla="*/ 152895 h 1601150"/>
              <a:gd name="connsiteX25" fmla="*/ 803573 w 867858"/>
              <a:gd name="connsiteY25" fmla="*/ 330011 h 1601150"/>
              <a:gd name="connsiteX26" fmla="*/ 835716 w 867858"/>
              <a:gd name="connsiteY26" fmla="*/ 553182 h 1601150"/>
              <a:gd name="connsiteX27" fmla="*/ 867858 w 867858"/>
              <a:gd name="connsiteY27" fmla="*/ 800575 h 1601150"/>
              <a:gd name="connsiteX0" fmla="*/ 0 w 835715"/>
              <a:gd name="connsiteY0" fmla="*/ 39183 h 1601150"/>
              <a:gd name="connsiteX1" fmla="*/ 32142 w 835715"/>
              <a:gd name="connsiteY1" fmla="*/ 0 h 1601150"/>
              <a:gd name="connsiteX2" fmla="*/ 64285 w 835715"/>
              <a:gd name="connsiteY2" fmla="*/ 39183 h 1601150"/>
              <a:gd name="connsiteX3" fmla="*/ 96428 w 835715"/>
              <a:gd name="connsiteY3" fmla="*/ 152895 h 1601150"/>
              <a:gd name="connsiteX4" fmla="*/ 128571 w 835715"/>
              <a:gd name="connsiteY4" fmla="*/ 330011 h 1601150"/>
              <a:gd name="connsiteX5" fmla="*/ 160714 w 835715"/>
              <a:gd name="connsiteY5" fmla="*/ 553182 h 1601150"/>
              <a:gd name="connsiteX6" fmla="*/ 192857 w 835715"/>
              <a:gd name="connsiteY6" fmla="*/ 800575 h 1601150"/>
              <a:gd name="connsiteX7" fmla="*/ 225000 w 835715"/>
              <a:gd name="connsiteY7" fmla="*/ 1047967 h 1601150"/>
              <a:gd name="connsiteX8" fmla="*/ 257143 w 835715"/>
              <a:gd name="connsiteY8" fmla="*/ 1271139 h 1601150"/>
              <a:gd name="connsiteX9" fmla="*/ 289286 w 835715"/>
              <a:gd name="connsiteY9" fmla="*/ 1448255 h 1601150"/>
              <a:gd name="connsiteX10" fmla="*/ 321429 w 835715"/>
              <a:gd name="connsiteY10" fmla="*/ 1561967 h 1601150"/>
              <a:gd name="connsiteX11" fmla="*/ 353571 w 835715"/>
              <a:gd name="connsiteY11" fmla="*/ 1601150 h 1601150"/>
              <a:gd name="connsiteX12" fmla="*/ 385715 w 835715"/>
              <a:gd name="connsiteY12" fmla="*/ 1561967 h 1601150"/>
              <a:gd name="connsiteX13" fmla="*/ 417857 w 835715"/>
              <a:gd name="connsiteY13" fmla="*/ 1448255 h 1601150"/>
              <a:gd name="connsiteX14" fmla="*/ 450000 w 835715"/>
              <a:gd name="connsiteY14" fmla="*/ 1271139 h 1601150"/>
              <a:gd name="connsiteX15" fmla="*/ 482143 w 835715"/>
              <a:gd name="connsiteY15" fmla="*/ 1047967 h 1601150"/>
              <a:gd name="connsiteX16" fmla="*/ 514286 w 835715"/>
              <a:gd name="connsiteY16" fmla="*/ 800575 h 1601150"/>
              <a:gd name="connsiteX17" fmla="*/ 546429 w 835715"/>
              <a:gd name="connsiteY17" fmla="*/ 553182 h 1601150"/>
              <a:gd name="connsiteX18" fmla="*/ 578572 w 835715"/>
              <a:gd name="connsiteY18" fmla="*/ 330011 h 1601150"/>
              <a:gd name="connsiteX19" fmla="*/ 610715 w 835715"/>
              <a:gd name="connsiteY19" fmla="*/ 152895 h 1601150"/>
              <a:gd name="connsiteX20" fmla="*/ 642858 w 835715"/>
              <a:gd name="connsiteY20" fmla="*/ 39183 h 1601150"/>
              <a:gd name="connsiteX21" fmla="*/ 675001 w 835715"/>
              <a:gd name="connsiteY21" fmla="*/ 0 h 1601150"/>
              <a:gd name="connsiteX22" fmla="*/ 707144 w 835715"/>
              <a:gd name="connsiteY22" fmla="*/ 39183 h 1601150"/>
              <a:gd name="connsiteX23" fmla="*/ 739287 w 835715"/>
              <a:gd name="connsiteY23" fmla="*/ 152895 h 1601150"/>
              <a:gd name="connsiteX24" fmla="*/ 771430 w 835715"/>
              <a:gd name="connsiteY24" fmla="*/ 330011 h 1601150"/>
              <a:gd name="connsiteX25" fmla="*/ 803573 w 835715"/>
              <a:gd name="connsiteY25" fmla="*/ 553182 h 1601150"/>
              <a:gd name="connsiteX26" fmla="*/ 835715 w 835715"/>
              <a:gd name="connsiteY26" fmla="*/ 800575 h 1601150"/>
              <a:gd name="connsiteX0" fmla="*/ 0 w 803573"/>
              <a:gd name="connsiteY0" fmla="*/ 0 h 1601150"/>
              <a:gd name="connsiteX1" fmla="*/ 32143 w 803573"/>
              <a:gd name="connsiteY1" fmla="*/ 39183 h 1601150"/>
              <a:gd name="connsiteX2" fmla="*/ 64286 w 803573"/>
              <a:gd name="connsiteY2" fmla="*/ 152895 h 1601150"/>
              <a:gd name="connsiteX3" fmla="*/ 96429 w 803573"/>
              <a:gd name="connsiteY3" fmla="*/ 330011 h 1601150"/>
              <a:gd name="connsiteX4" fmla="*/ 128572 w 803573"/>
              <a:gd name="connsiteY4" fmla="*/ 553182 h 1601150"/>
              <a:gd name="connsiteX5" fmla="*/ 160715 w 803573"/>
              <a:gd name="connsiteY5" fmla="*/ 800575 h 1601150"/>
              <a:gd name="connsiteX6" fmla="*/ 192858 w 803573"/>
              <a:gd name="connsiteY6" fmla="*/ 1047967 h 1601150"/>
              <a:gd name="connsiteX7" fmla="*/ 225001 w 803573"/>
              <a:gd name="connsiteY7" fmla="*/ 1271139 h 1601150"/>
              <a:gd name="connsiteX8" fmla="*/ 257144 w 803573"/>
              <a:gd name="connsiteY8" fmla="*/ 1448255 h 1601150"/>
              <a:gd name="connsiteX9" fmla="*/ 289287 w 803573"/>
              <a:gd name="connsiteY9" fmla="*/ 1561967 h 1601150"/>
              <a:gd name="connsiteX10" fmla="*/ 321429 w 803573"/>
              <a:gd name="connsiteY10" fmla="*/ 1601150 h 1601150"/>
              <a:gd name="connsiteX11" fmla="*/ 353573 w 803573"/>
              <a:gd name="connsiteY11" fmla="*/ 1561967 h 1601150"/>
              <a:gd name="connsiteX12" fmla="*/ 385715 w 803573"/>
              <a:gd name="connsiteY12" fmla="*/ 1448255 h 1601150"/>
              <a:gd name="connsiteX13" fmla="*/ 417858 w 803573"/>
              <a:gd name="connsiteY13" fmla="*/ 1271139 h 1601150"/>
              <a:gd name="connsiteX14" fmla="*/ 450001 w 803573"/>
              <a:gd name="connsiteY14" fmla="*/ 1047967 h 1601150"/>
              <a:gd name="connsiteX15" fmla="*/ 482144 w 803573"/>
              <a:gd name="connsiteY15" fmla="*/ 800575 h 1601150"/>
              <a:gd name="connsiteX16" fmla="*/ 514287 w 803573"/>
              <a:gd name="connsiteY16" fmla="*/ 553182 h 1601150"/>
              <a:gd name="connsiteX17" fmla="*/ 546430 w 803573"/>
              <a:gd name="connsiteY17" fmla="*/ 330011 h 1601150"/>
              <a:gd name="connsiteX18" fmla="*/ 578573 w 803573"/>
              <a:gd name="connsiteY18" fmla="*/ 152895 h 1601150"/>
              <a:gd name="connsiteX19" fmla="*/ 610716 w 803573"/>
              <a:gd name="connsiteY19" fmla="*/ 39183 h 1601150"/>
              <a:gd name="connsiteX20" fmla="*/ 642859 w 803573"/>
              <a:gd name="connsiteY20" fmla="*/ 0 h 1601150"/>
              <a:gd name="connsiteX21" fmla="*/ 675002 w 803573"/>
              <a:gd name="connsiteY21" fmla="*/ 39183 h 1601150"/>
              <a:gd name="connsiteX22" fmla="*/ 707145 w 803573"/>
              <a:gd name="connsiteY22" fmla="*/ 152895 h 1601150"/>
              <a:gd name="connsiteX23" fmla="*/ 739288 w 803573"/>
              <a:gd name="connsiteY23" fmla="*/ 330011 h 1601150"/>
              <a:gd name="connsiteX24" fmla="*/ 771431 w 803573"/>
              <a:gd name="connsiteY24" fmla="*/ 553182 h 1601150"/>
              <a:gd name="connsiteX25" fmla="*/ 803573 w 803573"/>
              <a:gd name="connsiteY25" fmla="*/ 800575 h 1601150"/>
              <a:gd name="connsiteX0" fmla="*/ 0 w 771430"/>
              <a:gd name="connsiteY0" fmla="*/ 39183 h 1601150"/>
              <a:gd name="connsiteX1" fmla="*/ 32143 w 771430"/>
              <a:gd name="connsiteY1" fmla="*/ 152895 h 1601150"/>
              <a:gd name="connsiteX2" fmla="*/ 64286 w 771430"/>
              <a:gd name="connsiteY2" fmla="*/ 330011 h 1601150"/>
              <a:gd name="connsiteX3" fmla="*/ 96429 w 771430"/>
              <a:gd name="connsiteY3" fmla="*/ 553182 h 1601150"/>
              <a:gd name="connsiteX4" fmla="*/ 128572 w 771430"/>
              <a:gd name="connsiteY4" fmla="*/ 800575 h 1601150"/>
              <a:gd name="connsiteX5" fmla="*/ 160715 w 771430"/>
              <a:gd name="connsiteY5" fmla="*/ 1047967 h 1601150"/>
              <a:gd name="connsiteX6" fmla="*/ 192858 w 771430"/>
              <a:gd name="connsiteY6" fmla="*/ 1271139 h 1601150"/>
              <a:gd name="connsiteX7" fmla="*/ 225001 w 771430"/>
              <a:gd name="connsiteY7" fmla="*/ 1448255 h 1601150"/>
              <a:gd name="connsiteX8" fmla="*/ 257144 w 771430"/>
              <a:gd name="connsiteY8" fmla="*/ 1561967 h 1601150"/>
              <a:gd name="connsiteX9" fmla="*/ 289286 w 771430"/>
              <a:gd name="connsiteY9" fmla="*/ 1601150 h 1601150"/>
              <a:gd name="connsiteX10" fmla="*/ 321430 w 771430"/>
              <a:gd name="connsiteY10" fmla="*/ 1561967 h 1601150"/>
              <a:gd name="connsiteX11" fmla="*/ 353572 w 771430"/>
              <a:gd name="connsiteY11" fmla="*/ 1448255 h 1601150"/>
              <a:gd name="connsiteX12" fmla="*/ 385715 w 771430"/>
              <a:gd name="connsiteY12" fmla="*/ 1271139 h 1601150"/>
              <a:gd name="connsiteX13" fmla="*/ 417858 w 771430"/>
              <a:gd name="connsiteY13" fmla="*/ 1047967 h 1601150"/>
              <a:gd name="connsiteX14" fmla="*/ 450001 w 771430"/>
              <a:gd name="connsiteY14" fmla="*/ 800575 h 1601150"/>
              <a:gd name="connsiteX15" fmla="*/ 482144 w 771430"/>
              <a:gd name="connsiteY15" fmla="*/ 553182 h 1601150"/>
              <a:gd name="connsiteX16" fmla="*/ 514287 w 771430"/>
              <a:gd name="connsiteY16" fmla="*/ 330011 h 1601150"/>
              <a:gd name="connsiteX17" fmla="*/ 546430 w 771430"/>
              <a:gd name="connsiteY17" fmla="*/ 152895 h 1601150"/>
              <a:gd name="connsiteX18" fmla="*/ 578573 w 771430"/>
              <a:gd name="connsiteY18" fmla="*/ 39183 h 1601150"/>
              <a:gd name="connsiteX19" fmla="*/ 610716 w 771430"/>
              <a:gd name="connsiteY19" fmla="*/ 0 h 1601150"/>
              <a:gd name="connsiteX20" fmla="*/ 642859 w 771430"/>
              <a:gd name="connsiteY20" fmla="*/ 39183 h 1601150"/>
              <a:gd name="connsiteX21" fmla="*/ 675002 w 771430"/>
              <a:gd name="connsiteY21" fmla="*/ 152895 h 1601150"/>
              <a:gd name="connsiteX22" fmla="*/ 707145 w 771430"/>
              <a:gd name="connsiteY22" fmla="*/ 330011 h 1601150"/>
              <a:gd name="connsiteX23" fmla="*/ 739288 w 771430"/>
              <a:gd name="connsiteY23" fmla="*/ 553182 h 1601150"/>
              <a:gd name="connsiteX24" fmla="*/ 771430 w 771430"/>
              <a:gd name="connsiteY24" fmla="*/ 800575 h 1601150"/>
              <a:gd name="connsiteX0" fmla="*/ 0 w 739287"/>
              <a:gd name="connsiteY0" fmla="*/ 152895 h 1601150"/>
              <a:gd name="connsiteX1" fmla="*/ 32143 w 739287"/>
              <a:gd name="connsiteY1" fmla="*/ 330011 h 1601150"/>
              <a:gd name="connsiteX2" fmla="*/ 64286 w 739287"/>
              <a:gd name="connsiteY2" fmla="*/ 553182 h 1601150"/>
              <a:gd name="connsiteX3" fmla="*/ 96429 w 739287"/>
              <a:gd name="connsiteY3" fmla="*/ 800575 h 1601150"/>
              <a:gd name="connsiteX4" fmla="*/ 128572 w 739287"/>
              <a:gd name="connsiteY4" fmla="*/ 1047967 h 1601150"/>
              <a:gd name="connsiteX5" fmla="*/ 160715 w 739287"/>
              <a:gd name="connsiteY5" fmla="*/ 1271139 h 1601150"/>
              <a:gd name="connsiteX6" fmla="*/ 192858 w 739287"/>
              <a:gd name="connsiteY6" fmla="*/ 1448255 h 1601150"/>
              <a:gd name="connsiteX7" fmla="*/ 225001 w 739287"/>
              <a:gd name="connsiteY7" fmla="*/ 1561967 h 1601150"/>
              <a:gd name="connsiteX8" fmla="*/ 257143 w 739287"/>
              <a:gd name="connsiteY8" fmla="*/ 1601150 h 1601150"/>
              <a:gd name="connsiteX9" fmla="*/ 289287 w 739287"/>
              <a:gd name="connsiteY9" fmla="*/ 1561967 h 1601150"/>
              <a:gd name="connsiteX10" fmla="*/ 321429 w 739287"/>
              <a:gd name="connsiteY10" fmla="*/ 1448255 h 1601150"/>
              <a:gd name="connsiteX11" fmla="*/ 353572 w 739287"/>
              <a:gd name="connsiteY11" fmla="*/ 1271139 h 1601150"/>
              <a:gd name="connsiteX12" fmla="*/ 385715 w 739287"/>
              <a:gd name="connsiteY12" fmla="*/ 1047967 h 1601150"/>
              <a:gd name="connsiteX13" fmla="*/ 417858 w 739287"/>
              <a:gd name="connsiteY13" fmla="*/ 800575 h 1601150"/>
              <a:gd name="connsiteX14" fmla="*/ 450001 w 739287"/>
              <a:gd name="connsiteY14" fmla="*/ 553182 h 1601150"/>
              <a:gd name="connsiteX15" fmla="*/ 482144 w 739287"/>
              <a:gd name="connsiteY15" fmla="*/ 330011 h 1601150"/>
              <a:gd name="connsiteX16" fmla="*/ 514287 w 739287"/>
              <a:gd name="connsiteY16" fmla="*/ 152895 h 1601150"/>
              <a:gd name="connsiteX17" fmla="*/ 546430 w 739287"/>
              <a:gd name="connsiteY17" fmla="*/ 39183 h 1601150"/>
              <a:gd name="connsiteX18" fmla="*/ 578573 w 739287"/>
              <a:gd name="connsiteY18" fmla="*/ 0 h 1601150"/>
              <a:gd name="connsiteX19" fmla="*/ 610716 w 739287"/>
              <a:gd name="connsiteY19" fmla="*/ 39183 h 1601150"/>
              <a:gd name="connsiteX20" fmla="*/ 642859 w 739287"/>
              <a:gd name="connsiteY20" fmla="*/ 152895 h 1601150"/>
              <a:gd name="connsiteX21" fmla="*/ 675002 w 739287"/>
              <a:gd name="connsiteY21" fmla="*/ 330011 h 1601150"/>
              <a:gd name="connsiteX22" fmla="*/ 707145 w 739287"/>
              <a:gd name="connsiteY22" fmla="*/ 553182 h 1601150"/>
              <a:gd name="connsiteX23" fmla="*/ 739287 w 739287"/>
              <a:gd name="connsiteY23" fmla="*/ 800575 h 1601150"/>
              <a:gd name="connsiteX0" fmla="*/ 0 w 707144"/>
              <a:gd name="connsiteY0" fmla="*/ 330011 h 1601150"/>
              <a:gd name="connsiteX1" fmla="*/ 32143 w 707144"/>
              <a:gd name="connsiteY1" fmla="*/ 553182 h 1601150"/>
              <a:gd name="connsiteX2" fmla="*/ 64286 w 707144"/>
              <a:gd name="connsiteY2" fmla="*/ 800575 h 1601150"/>
              <a:gd name="connsiteX3" fmla="*/ 96429 w 707144"/>
              <a:gd name="connsiteY3" fmla="*/ 1047967 h 1601150"/>
              <a:gd name="connsiteX4" fmla="*/ 128572 w 707144"/>
              <a:gd name="connsiteY4" fmla="*/ 1271139 h 1601150"/>
              <a:gd name="connsiteX5" fmla="*/ 160715 w 707144"/>
              <a:gd name="connsiteY5" fmla="*/ 1448255 h 1601150"/>
              <a:gd name="connsiteX6" fmla="*/ 192858 w 707144"/>
              <a:gd name="connsiteY6" fmla="*/ 1561967 h 1601150"/>
              <a:gd name="connsiteX7" fmla="*/ 225000 w 707144"/>
              <a:gd name="connsiteY7" fmla="*/ 1601150 h 1601150"/>
              <a:gd name="connsiteX8" fmla="*/ 257144 w 707144"/>
              <a:gd name="connsiteY8" fmla="*/ 1561967 h 1601150"/>
              <a:gd name="connsiteX9" fmla="*/ 289286 w 707144"/>
              <a:gd name="connsiteY9" fmla="*/ 1448255 h 1601150"/>
              <a:gd name="connsiteX10" fmla="*/ 321429 w 707144"/>
              <a:gd name="connsiteY10" fmla="*/ 1271139 h 1601150"/>
              <a:gd name="connsiteX11" fmla="*/ 353572 w 707144"/>
              <a:gd name="connsiteY11" fmla="*/ 1047967 h 1601150"/>
              <a:gd name="connsiteX12" fmla="*/ 385715 w 707144"/>
              <a:gd name="connsiteY12" fmla="*/ 800575 h 1601150"/>
              <a:gd name="connsiteX13" fmla="*/ 417858 w 707144"/>
              <a:gd name="connsiteY13" fmla="*/ 553182 h 1601150"/>
              <a:gd name="connsiteX14" fmla="*/ 450001 w 707144"/>
              <a:gd name="connsiteY14" fmla="*/ 330011 h 1601150"/>
              <a:gd name="connsiteX15" fmla="*/ 482144 w 707144"/>
              <a:gd name="connsiteY15" fmla="*/ 152895 h 1601150"/>
              <a:gd name="connsiteX16" fmla="*/ 514287 w 707144"/>
              <a:gd name="connsiteY16" fmla="*/ 39183 h 1601150"/>
              <a:gd name="connsiteX17" fmla="*/ 546430 w 707144"/>
              <a:gd name="connsiteY17" fmla="*/ 0 h 1601150"/>
              <a:gd name="connsiteX18" fmla="*/ 578573 w 707144"/>
              <a:gd name="connsiteY18" fmla="*/ 39183 h 1601150"/>
              <a:gd name="connsiteX19" fmla="*/ 610716 w 707144"/>
              <a:gd name="connsiteY19" fmla="*/ 152895 h 1601150"/>
              <a:gd name="connsiteX20" fmla="*/ 642859 w 707144"/>
              <a:gd name="connsiteY20" fmla="*/ 330011 h 1601150"/>
              <a:gd name="connsiteX21" fmla="*/ 675002 w 707144"/>
              <a:gd name="connsiteY21" fmla="*/ 553182 h 1601150"/>
              <a:gd name="connsiteX22" fmla="*/ 707144 w 707144"/>
              <a:gd name="connsiteY22" fmla="*/ 800575 h 1601150"/>
              <a:gd name="connsiteX0" fmla="*/ 0 w 675001"/>
              <a:gd name="connsiteY0" fmla="*/ 553182 h 1601150"/>
              <a:gd name="connsiteX1" fmla="*/ 32143 w 675001"/>
              <a:gd name="connsiteY1" fmla="*/ 800575 h 1601150"/>
              <a:gd name="connsiteX2" fmla="*/ 64286 w 675001"/>
              <a:gd name="connsiteY2" fmla="*/ 1047967 h 1601150"/>
              <a:gd name="connsiteX3" fmla="*/ 96429 w 675001"/>
              <a:gd name="connsiteY3" fmla="*/ 1271139 h 1601150"/>
              <a:gd name="connsiteX4" fmla="*/ 128572 w 675001"/>
              <a:gd name="connsiteY4" fmla="*/ 1448255 h 1601150"/>
              <a:gd name="connsiteX5" fmla="*/ 160715 w 675001"/>
              <a:gd name="connsiteY5" fmla="*/ 1561967 h 1601150"/>
              <a:gd name="connsiteX6" fmla="*/ 192857 w 675001"/>
              <a:gd name="connsiteY6" fmla="*/ 1601150 h 1601150"/>
              <a:gd name="connsiteX7" fmla="*/ 225001 w 675001"/>
              <a:gd name="connsiteY7" fmla="*/ 1561967 h 1601150"/>
              <a:gd name="connsiteX8" fmla="*/ 257143 w 675001"/>
              <a:gd name="connsiteY8" fmla="*/ 1448255 h 1601150"/>
              <a:gd name="connsiteX9" fmla="*/ 289286 w 675001"/>
              <a:gd name="connsiteY9" fmla="*/ 1271139 h 1601150"/>
              <a:gd name="connsiteX10" fmla="*/ 321429 w 675001"/>
              <a:gd name="connsiteY10" fmla="*/ 1047967 h 1601150"/>
              <a:gd name="connsiteX11" fmla="*/ 353572 w 675001"/>
              <a:gd name="connsiteY11" fmla="*/ 800575 h 1601150"/>
              <a:gd name="connsiteX12" fmla="*/ 385715 w 675001"/>
              <a:gd name="connsiteY12" fmla="*/ 553182 h 1601150"/>
              <a:gd name="connsiteX13" fmla="*/ 417858 w 675001"/>
              <a:gd name="connsiteY13" fmla="*/ 330011 h 1601150"/>
              <a:gd name="connsiteX14" fmla="*/ 450001 w 675001"/>
              <a:gd name="connsiteY14" fmla="*/ 152895 h 1601150"/>
              <a:gd name="connsiteX15" fmla="*/ 482144 w 675001"/>
              <a:gd name="connsiteY15" fmla="*/ 39183 h 1601150"/>
              <a:gd name="connsiteX16" fmla="*/ 514287 w 675001"/>
              <a:gd name="connsiteY16" fmla="*/ 0 h 1601150"/>
              <a:gd name="connsiteX17" fmla="*/ 546430 w 675001"/>
              <a:gd name="connsiteY17" fmla="*/ 39183 h 1601150"/>
              <a:gd name="connsiteX18" fmla="*/ 578573 w 675001"/>
              <a:gd name="connsiteY18" fmla="*/ 152895 h 1601150"/>
              <a:gd name="connsiteX19" fmla="*/ 610716 w 675001"/>
              <a:gd name="connsiteY19" fmla="*/ 330011 h 1601150"/>
              <a:gd name="connsiteX20" fmla="*/ 642859 w 675001"/>
              <a:gd name="connsiteY20" fmla="*/ 553182 h 1601150"/>
              <a:gd name="connsiteX21" fmla="*/ 675001 w 675001"/>
              <a:gd name="connsiteY21" fmla="*/ 800575 h 1601150"/>
              <a:gd name="connsiteX0" fmla="*/ 0 w 642858"/>
              <a:gd name="connsiteY0" fmla="*/ 800575 h 1601150"/>
              <a:gd name="connsiteX1" fmla="*/ 32143 w 642858"/>
              <a:gd name="connsiteY1" fmla="*/ 1047967 h 1601150"/>
              <a:gd name="connsiteX2" fmla="*/ 64286 w 642858"/>
              <a:gd name="connsiteY2" fmla="*/ 1271139 h 1601150"/>
              <a:gd name="connsiteX3" fmla="*/ 96429 w 642858"/>
              <a:gd name="connsiteY3" fmla="*/ 1448255 h 1601150"/>
              <a:gd name="connsiteX4" fmla="*/ 128572 w 642858"/>
              <a:gd name="connsiteY4" fmla="*/ 1561967 h 1601150"/>
              <a:gd name="connsiteX5" fmla="*/ 160714 w 642858"/>
              <a:gd name="connsiteY5" fmla="*/ 1601150 h 1601150"/>
              <a:gd name="connsiteX6" fmla="*/ 192858 w 642858"/>
              <a:gd name="connsiteY6" fmla="*/ 1561967 h 1601150"/>
              <a:gd name="connsiteX7" fmla="*/ 225000 w 642858"/>
              <a:gd name="connsiteY7" fmla="*/ 1448255 h 1601150"/>
              <a:gd name="connsiteX8" fmla="*/ 257143 w 642858"/>
              <a:gd name="connsiteY8" fmla="*/ 1271139 h 1601150"/>
              <a:gd name="connsiteX9" fmla="*/ 289286 w 642858"/>
              <a:gd name="connsiteY9" fmla="*/ 1047967 h 1601150"/>
              <a:gd name="connsiteX10" fmla="*/ 321429 w 642858"/>
              <a:gd name="connsiteY10" fmla="*/ 800575 h 1601150"/>
              <a:gd name="connsiteX11" fmla="*/ 353572 w 642858"/>
              <a:gd name="connsiteY11" fmla="*/ 553182 h 1601150"/>
              <a:gd name="connsiteX12" fmla="*/ 385715 w 642858"/>
              <a:gd name="connsiteY12" fmla="*/ 330011 h 1601150"/>
              <a:gd name="connsiteX13" fmla="*/ 417858 w 642858"/>
              <a:gd name="connsiteY13" fmla="*/ 152895 h 1601150"/>
              <a:gd name="connsiteX14" fmla="*/ 450001 w 642858"/>
              <a:gd name="connsiteY14" fmla="*/ 39183 h 1601150"/>
              <a:gd name="connsiteX15" fmla="*/ 482144 w 642858"/>
              <a:gd name="connsiteY15" fmla="*/ 0 h 1601150"/>
              <a:gd name="connsiteX16" fmla="*/ 514287 w 642858"/>
              <a:gd name="connsiteY16" fmla="*/ 39183 h 1601150"/>
              <a:gd name="connsiteX17" fmla="*/ 546430 w 642858"/>
              <a:gd name="connsiteY17" fmla="*/ 152895 h 1601150"/>
              <a:gd name="connsiteX18" fmla="*/ 578573 w 642858"/>
              <a:gd name="connsiteY18" fmla="*/ 330011 h 1601150"/>
              <a:gd name="connsiteX19" fmla="*/ 610716 w 642858"/>
              <a:gd name="connsiteY19" fmla="*/ 553182 h 1601150"/>
              <a:gd name="connsiteX20" fmla="*/ 642858 w 642858"/>
              <a:gd name="connsiteY20" fmla="*/ 800575 h 160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2858" h="1601150">
                <a:moveTo>
                  <a:pt x="0" y="800575"/>
                </a:moveTo>
                <a:cubicBezTo>
                  <a:pt x="10716" y="883037"/>
                  <a:pt x="21427" y="969541"/>
                  <a:pt x="32143" y="1047967"/>
                </a:cubicBezTo>
                <a:cubicBezTo>
                  <a:pt x="42859" y="1126394"/>
                  <a:pt x="53569" y="1204424"/>
                  <a:pt x="64286" y="1271139"/>
                </a:cubicBezTo>
                <a:cubicBezTo>
                  <a:pt x="75002" y="1337854"/>
                  <a:pt x="85713" y="1399783"/>
                  <a:pt x="96429" y="1448255"/>
                </a:cubicBezTo>
                <a:cubicBezTo>
                  <a:pt x="107145" y="1496721"/>
                  <a:pt x="117855" y="1536486"/>
                  <a:pt x="128572" y="1561967"/>
                </a:cubicBezTo>
                <a:cubicBezTo>
                  <a:pt x="138394" y="1585324"/>
                  <a:pt x="150892" y="1601150"/>
                  <a:pt x="160714" y="1601150"/>
                </a:cubicBezTo>
                <a:cubicBezTo>
                  <a:pt x="170537" y="1601150"/>
                  <a:pt x="183035" y="1585324"/>
                  <a:pt x="192858" y="1561967"/>
                </a:cubicBezTo>
                <a:cubicBezTo>
                  <a:pt x="203574" y="1536486"/>
                  <a:pt x="214284" y="1496721"/>
                  <a:pt x="225000" y="1448255"/>
                </a:cubicBezTo>
                <a:cubicBezTo>
                  <a:pt x="235717" y="1399783"/>
                  <a:pt x="246427" y="1337854"/>
                  <a:pt x="257143" y="1271139"/>
                </a:cubicBezTo>
                <a:cubicBezTo>
                  <a:pt x="267860" y="1204424"/>
                  <a:pt x="278570" y="1126394"/>
                  <a:pt x="289286" y="1047967"/>
                </a:cubicBezTo>
                <a:cubicBezTo>
                  <a:pt x="300003" y="969541"/>
                  <a:pt x="310713" y="883037"/>
                  <a:pt x="321429" y="800575"/>
                </a:cubicBezTo>
                <a:cubicBezTo>
                  <a:pt x="332146" y="718113"/>
                  <a:pt x="342856" y="631609"/>
                  <a:pt x="353572" y="553182"/>
                </a:cubicBezTo>
                <a:cubicBezTo>
                  <a:pt x="364288" y="474756"/>
                  <a:pt x="374999" y="396725"/>
                  <a:pt x="385715" y="330011"/>
                </a:cubicBezTo>
                <a:cubicBezTo>
                  <a:pt x="396431" y="263296"/>
                  <a:pt x="407142" y="201367"/>
                  <a:pt x="417858" y="152895"/>
                </a:cubicBezTo>
                <a:cubicBezTo>
                  <a:pt x="428574" y="104423"/>
                  <a:pt x="439284" y="64664"/>
                  <a:pt x="450001" y="39183"/>
                </a:cubicBezTo>
                <a:cubicBezTo>
                  <a:pt x="459824" y="15826"/>
                  <a:pt x="472321" y="0"/>
                  <a:pt x="482144" y="0"/>
                </a:cubicBezTo>
                <a:cubicBezTo>
                  <a:pt x="491960" y="0"/>
                  <a:pt x="504464" y="15826"/>
                  <a:pt x="514287" y="39183"/>
                </a:cubicBezTo>
                <a:cubicBezTo>
                  <a:pt x="524997" y="64664"/>
                  <a:pt x="535713" y="104423"/>
                  <a:pt x="546430" y="152895"/>
                </a:cubicBezTo>
                <a:cubicBezTo>
                  <a:pt x="557146" y="201367"/>
                  <a:pt x="567856" y="263296"/>
                  <a:pt x="578573" y="330011"/>
                </a:cubicBezTo>
                <a:cubicBezTo>
                  <a:pt x="589289" y="396725"/>
                  <a:pt x="599999" y="474756"/>
                  <a:pt x="610716" y="553182"/>
                </a:cubicBezTo>
                <a:cubicBezTo>
                  <a:pt x="621432" y="631609"/>
                  <a:pt x="632142" y="718113"/>
                  <a:pt x="642858" y="800575"/>
                </a:cubicBezTo>
              </a:path>
            </a:pathLst>
          </a:cu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656989C-CFBF-CFF8-1A86-EBB71DB2E82A}"/>
              </a:ext>
            </a:extLst>
          </p:cNvPr>
          <p:cNvGrpSpPr/>
          <p:nvPr/>
        </p:nvGrpSpPr>
        <p:grpSpPr>
          <a:xfrm>
            <a:off x="1378003" y="1372075"/>
            <a:ext cx="6583069" cy="400110"/>
            <a:chOff x="1370297" y="3830566"/>
            <a:chExt cx="6583069" cy="400110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0B12C4B2-7C61-3649-B81A-EAD52F6B50F2}"/>
                </a:ext>
              </a:extLst>
            </p:cNvPr>
            <p:cNvCxnSpPr>
              <a:cxnSpLocks/>
            </p:cNvCxnSpPr>
            <p:nvPr/>
          </p:nvCxnSpPr>
          <p:spPr>
            <a:xfrm>
              <a:off x="1370297" y="4030621"/>
              <a:ext cx="6583069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3331268E-4999-A95F-F86C-7684B0D25BFE}"/>
                </a:ext>
              </a:extLst>
            </p:cNvPr>
            <p:cNvSpPr txBox="1"/>
            <p:nvPr/>
          </p:nvSpPr>
          <p:spPr>
            <a:xfrm>
              <a:off x="4222447" y="3830566"/>
              <a:ext cx="87876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/>
                <a:t>1 </a:t>
              </a:r>
              <a:r>
                <a:rPr kumimoji="1" lang="ja-JP" altLang="en-US" sz="2000" dirty="0"/>
                <a:t>周期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E463708-DCDA-C0CA-6E87-0296FBE62F1D}"/>
              </a:ext>
            </a:extLst>
          </p:cNvPr>
          <p:cNvGrpSpPr/>
          <p:nvPr/>
        </p:nvGrpSpPr>
        <p:grpSpPr>
          <a:xfrm>
            <a:off x="1039845" y="3828336"/>
            <a:ext cx="7826310" cy="400110"/>
            <a:chOff x="1085988" y="3830566"/>
            <a:chExt cx="7826310" cy="400110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B7B1AC66-5EEA-33B2-54AF-AB9FD838EA9A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1085988" y="4030621"/>
              <a:ext cx="7128683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35BE1DF-53A0-F721-8291-EA791AC4E156}"/>
                </a:ext>
              </a:extLst>
            </p:cNvPr>
            <p:cNvSpPr txBox="1"/>
            <p:nvPr/>
          </p:nvSpPr>
          <p:spPr>
            <a:xfrm>
              <a:off x="8214671" y="3830566"/>
              <a:ext cx="69762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時間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9121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D6FE35B8-83C6-130C-E480-7D17EE94CF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hlinkClick r:id="rId2"/>
              </a:rPr>
              <a:t>https://www.irasutoya.com</a:t>
            </a:r>
            <a:endParaRPr lang="ja-JP" altLang="en-US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0B75906-D834-6E7B-2D7A-43E11FCC8DB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35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011B77-DED5-ACF7-FF88-ADDA2BE1E9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ja-JP" altLang="en-US" dirty="0"/>
              <a:t>コンセントの穴は＋と－である．</a:t>
            </a:r>
            <a:endParaRPr kumimoji="1" lang="en-US" altLang="ja-JP" dirty="0"/>
          </a:p>
          <a:p>
            <a:r>
              <a:rPr lang="ja-JP" altLang="en-US" dirty="0"/>
              <a:t>電気は</a:t>
            </a:r>
            <a:r>
              <a:rPr lang="ja-JP" altLang="en-US" dirty="0">
                <a:solidFill>
                  <a:schemeClr val="accent6"/>
                </a:solidFill>
              </a:rPr>
              <a:t>＋から－に</a:t>
            </a:r>
            <a:r>
              <a:rPr lang="ja-JP" altLang="en-US" dirty="0"/>
              <a:t>流れる．</a:t>
            </a:r>
            <a:endParaRPr lang="en-US" altLang="ja-JP" dirty="0"/>
          </a:p>
          <a:p>
            <a:r>
              <a:rPr kumimoji="1" lang="ja-JP" altLang="en-US" dirty="0"/>
              <a:t>＋側に</a:t>
            </a:r>
            <a:r>
              <a:rPr kumimoji="1" lang="ja-JP" altLang="en-US" dirty="0">
                <a:solidFill>
                  <a:schemeClr val="accent6"/>
                </a:solidFill>
              </a:rPr>
              <a:t>ちり</a:t>
            </a:r>
            <a:r>
              <a:rPr kumimoji="1" lang="ja-JP" altLang="en-US" dirty="0"/>
              <a:t>や</a:t>
            </a:r>
            <a:r>
              <a:rPr kumimoji="1" lang="ja-JP" altLang="en-US" dirty="0">
                <a:solidFill>
                  <a:schemeClr val="accent6"/>
                </a:solidFill>
              </a:rPr>
              <a:t>ほこり</a:t>
            </a:r>
            <a:r>
              <a:rPr kumimoji="1" lang="ja-JP" altLang="en-US" dirty="0"/>
              <a:t>が入ると</a:t>
            </a:r>
            <a:r>
              <a:rPr kumimoji="1" lang="ja-JP" altLang="en-US" dirty="0">
                <a:solidFill>
                  <a:schemeClr val="accent6"/>
                </a:solidFill>
              </a:rPr>
              <a:t>危険</a:t>
            </a:r>
            <a:r>
              <a:rPr kumimoji="1" lang="ja-JP" altLang="en-US" dirty="0"/>
              <a:t>！</a:t>
            </a:r>
            <a:endParaRPr kumimoji="1" lang="en-US" altLang="ja-JP" dirty="0"/>
          </a:p>
          <a:p>
            <a:r>
              <a:rPr lang="ja-JP" altLang="en-US" dirty="0"/>
              <a:t>＋側だけ若干，短くなっている．</a:t>
            </a:r>
            <a:endParaRPr lang="en-US" altLang="ja-JP" dirty="0"/>
          </a:p>
          <a:p>
            <a:r>
              <a:rPr kumimoji="1" lang="ja-JP" altLang="en-US" dirty="0"/>
              <a:t>回路図とは逆．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D6C9AC5-3D3E-C944-4F51-55113CA2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コンセントにも＋と－がある</a:t>
            </a:r>
          </a:p>
        </p:txBody>
      </p:sp>
      <p:pic>
        <p:nvPicPr>
          <p:cNvPr id="1026" name="Picture 2" descr="コンセントのイラスト">
            <a:extLst>
              <a:ext uri="{FF2B5EF4-FFF2-40B4-BE49-F238E27FC236}">
                <a16:creationId xmlns:a16="http://schemas.microsoft.com/office/drawing/2014/main" id="{FE5091B7-4331-2228-DB7B-1C539631D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51" y="1545053"/>
            <a:ext cx="17335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コンセントからの出火のイラスト">
            <a:extLst>
              <a:ext uri="{FF2B5EF4-FFF2-40B4-BE49-F238E27FC236}">
                <a16:creationId xmlns:a16="http://schemas.microsoft.com/office/drawing/2014/main" id="{F261B23B-8683-ECF9-2B64-4872E40C5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648" y="3166601"/>
            <a:ext cx="2758383" cy="320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833DCD3-C93F-D9B1-B740-E22C6C16E839}"/>
              </a:ext>
            </a:extLst>
          </p:cNvPr>
          <p:cNvGrpSpPr/>
          <p:nvPr/>
        </p:nvGrpSpPr>
        <p:grpSpPr>
          <a:xfrm>
            <a:off x="1183408" y="1963573"/>
            <a:ext cx="855453" cy="461665"/>
            <a:chOff x="1138583" y="1963573"/>
            <a:chExt cx="855453" cy="461665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C03F641-7583-39F1-BA87-3C5C9046025B}"/>
                </a:ext>
              </a:extLst>
            </p:cNvPr>
            <p:cNvSpPr txBox="1"/>
            <p:nvPr/>
          </p:nvSpPr>
          <p:spPr>
            <a:xfrm>
              <a:off x="1138583" y="1963573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6"/>
                  </a:solidFill>
                </a:rPr>
                <a:t>＋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58547E9-049F-76B8-1F78-6DE93E7BA29B}"/>
                </a:ext>
              </a:extLst>
            </p:cNvPr>
            <p:cNvSpPr txBox="1"/>
            <p:nvPr/>
          </p:nvSpPr>
          <p:spPr>
            <a:xfrm>
              <a:off x="1501593" y="1963573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F0"/>
                  </a:solidFill>
                </a:rPr>
                <a:t>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550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4BD2F31-583B-5A91-9B54-AD232E8C41A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36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235B45-52BA-DA12-B239-318AFFF1C5D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ja-JP" altLang="en-US" dirty="0"/>
              <a:t>交流電源の周期を利用して，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lang="ja-JP" altLang="en-US" dirty="0">
                <a:solidFill>
                  <a:schemeClr val="accent6"/>
                </a:solidFill>
              </a:rPr>
              <a:t>一定間隔に印をつける</a:t>
            </a:r>
            <a:r>
              <a:rPr lang="ja-JP" altLang="en-US" dirty="0"/>
              <a:t>機械．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kumimoji="1" lang="en-US" altLang="ja-JP" dirty="0">
                <a:solidFill>
                  <a:schemeClr val="accent6"/>
                </a:solidFill>
              </a:rPr>
              <a:t>1</a:t>
            </a:r>
            <a:r>
              <a:rPr kumimoji="1" lang="ja-JP" altLang="en-US" dirty="0">
                <a:solidFill>
                  <a:schemeClr val="accent6"/>
                </a:solidFill>
              </a:rPr>
              <a:t>秒間に </a:t>
            </a:r>
            <a:r>
              <a:rPr kumimoji="1" lang="en-US" altLang="ja-JP" dirty="0">
                <a:solidFill>
                  <a:schemeClr val="accent6"/>
                </a:solidFill>
              </a:rPr>
              <a:t>x </a:t>
            </a:r>
            <a:r>
              <a:rPr kumimoji="1" lang="ja-JP" altLang="en-US" dirty="0">
                <a:solidFill>
                  <a:schemeClr val="accent6"/>
                </a:solidFill>
              </a:rPr>
              <a:t>周期</a:t>
            </a:r>
            <a:r>
              <a:rPr kumimoji="1" lang="ja-JP" altLang="en-US" dirty="0"/>
              <a:t>のとき，</a:t>
            </a:r>
            <a:r>
              <a:rPr kumimoji="1" lang="en-US" altLang="ja-JP" dirty="0">
                <a:solidFill>
                  <a:schemeClr val="accent6"/>
                </a:solidFill>
              </a:rPr>
              <a:t>x [Hz]</a:t>
            </a:r>
            <a:r>
              <a:rPr kumimoji="1" lang="ja-JP" altLang="en-US" dirty="0"/>
              <a:t>という．</a:t>
            </a:r>
            <a:endParaRPr kumimoji="1" lang="en-US" altLang="ja-JP" dirty="0"/>
          </a:p>
          <a:p>
            <a:pPr>
              <a:buClr>
                <a:schemeClr val="tx1"/>
              </a:buClr>
            </a:pPr>
            <a:r>
              <a:rPr lang="ja-JP" altLang="en-US" dirty="0"/>
              <a:t>東日本では </a:t>
            </a:r>
            <a:r>
              <a:rPr lang="en-US" altLang="ja-JP" dirty="0">
                <a:solidFill>
                  <a:schemeClr val="accent6"/>
                </a:solidFill>
              </a:rPr>
              <a:t>50 Hz</a:t>
            </a:r>
            <a:r>
              <a:rPr lang="ja-JP" altLang="en-US" dirty="0"/>
              <a:t>．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kumimoji="1" lang="ja-JP" altLang="en-US" dirty="0"/>
              <a:t>西日本では </a:t>
            </a:r>
            <a:r>
              <a:rPr kumimoji="1" lang="en-US" altLang="ja-JP" dirty="0">
                <a:solidFill>
                  <a:schemeClr val="accent6"/>
                </a:solidFill>
              </a:rPr>
              <a:t>60 Hz</a:t>
            </a:r>
            <a:r>
              <a:rPr kumimoji="1" lang="ja-JP" altLang="en-US" dirty="0"/>
              <a:t>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EF96D07-1A8A-E483-E3DB-A0B5F760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記録タイマ</a:t>
            </a:r>
            <a:r>
              <a:rPr kumimoji="1" lang="en-US" altLang="ja-JP" dirty="0"/>
              <a:t>―</a:t>
            </a:r>
            <a:r>
              <a:rPr kumimoji="1" lang="ja-JP" altLang="en-US" dirty="0"/>
              <a:t>とは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4BEE01-8F8E-5EA0-9E05-BD6F3F4F2F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https://sozai.manabihiroba.net/rika/185</a:t>
            </a:r>
            <a:endParaRPr kumimoji="1" lang="ja-JP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6C090AB-3080-1C61-9AE5-36B6BC002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39" y="2275314"/>
            <a:ext cx="4667624" cy="350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9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グループ化 3080">
            <a:extLst>
              <a:ext uri="{FF2B5EF4-FFF2-40B4-BE49-F238E27FC236}">
                <a16:creationId xmlns:a16="http://schemas.microsoft.com/office/drawing/2014/main" id="{BE68F8E7-C810-48E3-80C6-F31296A374D6}"/>
              </a:ext>
            </a:extLst>
          </p:cNvPr>
          <p:cNvGrpSpPr/>
          <p:nvPr/>
        </p:nvGrpSpPr>
        <p:grpSpPr>
          <a:xfrm>
            <a:off x="279862" y="2537460"/>
            <a:ext cx="9303409" cy="609600"/>
            <a:chOff x="279862" y="2537460"/>
            <a:chExt cx="9303409" cy="60960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AD6EC3A9-2560-159A-3D1C-E96D0214277C}"/>
                </a:ext>
              </a:extLst>
            </p:cNvPr>
            <p:cNvSpPr/>
            <p:nvPr/>
          </p:nvSpPr>
          <p:spPr>
            <a:xfrm>
              <a:off x="358588" y="2537460"/>
              <a:ext cx="9224683" cy="609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15B2FB8-749C-68A6-A411-0800FBF7C7A1}"/>
                </a:ext>
              </a:extLst>
            </p:cNvPr>
            <p:cNvSpPr txBox="1"/>
            <p:nvPr/>
          </p:nvSpPr>
          <p:spPr>
            <a:xfrm>
              <a:off x="365596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A4D1BFA-F11C-6410-4EEB-450E17D99831}"/>
                </a:ext>
              </a:extLst>
            </p:cNvPr>
            <p:cNvSpPr txBox="1"/>
            <p:nvPr/>
          </p:nvSpPr>
          <p:spPr>
            <a:xfrm>
              <a:off x="451330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00C1D57-D011-75CD-B7C4-A11BD17C00E1}"/>
                </a:ext>
              </a:extLst>
            </p:cNvPr>
            <p:cNvSpPr txBox="1"/>
            <p:nvPr/>
          </p:nvSpPr>
          <p:spPr>
            <a:xfrm>
              <a:off x="279862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43261B6-C746-524A-404C-451AF1C811CB}"/>
                </a:ext>
              </a:extLst>
            </p:cNvPr>
            <p:cNvSpPr txBox="1"/>
            <p:nvPr/>
          </p:nvSpPr>
          <p:spPr>
            <a:xfrm>
              <a:off x="580917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1456E56-5570-5628-51DA-9E165B59FA92}"/>
                </a:ext>
              </a:extLst>
            </p:cNvPr>
            <p:cNvSpPr txBox="1"/>
            <p:nvPr/>
          </p:nvSpPr>
          <p:spPr>
            <a:xfrm>
              <a:off x="826809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E9FACE28-9A93-45BC-EEA9-86F310C01C65}"/>
                </a:ext>
              </a:extLst>
            </p:cNvPr>
            <p:cNvSpPr txBox="1"/>
            <p:nvPr/>
          </p:nvSpPr>
          <p:spPr>
            <a:xfrm>
              <a:off x="1072701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7A55C0F-F442-CA83-6E64-568B7CC231F9}"/>
                </a:ext>
              </a:extLst>
            </p:cNvPr>
            <p:cNvSpPr txBox="1"/>
            <p:nvPr/>
          </p:nvSpPr>
          <p:spPr>
            <a:xfrm>
              <a:off x="1729952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48EF1622-2666-1F5E-4795-43B3CEF8A62E}"/>
                </a:ext>
              </a:extLst>
            </p:cNvPr>
            <p:cNvSpPr txBox="1"/>
            <p:nvPr/>
          </p:nvSpPr>
          <p:spPr>
            <a:xfrm>
              <a:off x="2171883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FB9A372C-98A0-47F9-AD84-CFBA6D848517}"/>
                </a:ext>
              </a:extLst>
            </p:cNvPr>
            <p:cNvSpPr txBox="1"/>
            <p:nvPr/>
          </p:nvSpPr>
          <p:spPr>
            <a:xfrm>
              <a:off x="2613814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E6DAD1D9-CEDA-51DA-F0A5-1F6D00D04342}"/>
                </a:ext>
              </a:extLst>
            </p:cNvPr>
            <p:cNvSpPr txBox="1"/>
            <p:nvPr/>
          </p:nvSpPr>
          <p:spPr>
            <a:xfrm>
              <a:off x="3055745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3A37450B-A61D-C4F0-06C6-58C2E735E1A7}"/>
                </a:ext>
              </a:extLst>
            </p:cNvPr>
            <p:cNvSpPr txBox="1"/>
            <p:nvPr/>
          </p:nvSpPr>
          <p:spPr>
            <a:xfrm>
              <a:off x="3939607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37AD0303-FC1D-FD53-07AE-5DF4D8390BBA}"/>
                </a:ext>
              </a:extLst>
            </p:cNvPr>
            <p:cNvSpPr txBox="1"/>
            <p:nvPr/>
          </p:nvSpPr>
          <p:spPr>
            <a:xfrm>
              <a:off x="4381538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861A6E1-D636-90FC-36C6-C198F82C106F}"/>
                </a:ext>
              </a:extLst>
            </p:cNvPr>
            <p:cNvSpPr txBox="1"/>
            <p:nvPr/>
          </p:nvSpPr>
          <p:spPr>
            <a:xfrm>
              <a:off x="4823469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A3239BB8-D629-2488-3DE6-46B81A257B9C}"/>
                </a:ext>
              </a:extLst>
            </p:cNvPr>
            <p:cNvSpPr txBox="1"/>
            <p:nvPr/>
          </p:nvSpPr>
          <p:spPr>
            <a:xfrm>
              <a:off x="5265400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C799F68-6E1E-92BC-8D14-434E65D04AAD}"/>
                </a:ext>
              </a:extLst>
            </p:cNvPr>
            <p:cNvSpPr txBox="1"/>
            <p:nvPr/>
          </p:nvSpPr>
          <p:spPr>
            <a:xfrm>
              <a:off x="6149262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F063672-51C9-B149-3FB4-9D3873AEF02F}"/>
                </a:ext>
              </a:extLst>
            </p:cNvPr>
            <p:cNvSpPr txBox="1"/>
            <p:nvPr/>
          </p:nvSpPr>
          <p:spPr>
            <a:xfrm>
              <a:off x="6591193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9E2D0387-600F-EB4B-5706-AC5ECF2EE696}"/>
                </a:ext>
              </a:extLst>
            </p:cNvPr>
            <p:cNvSpPr txBox="1"/>
            <p:nvPr/>
          </p:nvSpPr>
          <p:spPr>
            <a:xfrm>
              <a:off x="7033124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DA74DFB6-C9BE-7C17-0D9C-14443F88D41B}"/>
                </a:ext>
              </a:extLst>
            </p:cNvPr>
            <p:cNvSpPr txBox="1"/>
            <p:nvPr/>
          </p:nvSpPr>
          <p:spPr>
            <a:xfrm>
              <a:off x="7475055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3235D5B-6B5F-EADA-1A2B-0746383186D7}"/>
                </a:ext>
              </a:extLst>
            </p:cNvPr>
            <p:cNvSpPr txBox="1"/>
            <p:nvPr/>
          </p:nvSpPr>
          <p:spPr>
            <a:xfrm>
              <a:off x="8358917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BF696990-D9CF-AA6D-3342-74A741699EA6}"/>
                </a:ext>
              </a:extLst>
            </p:cNvPr>
            <p:cNvSpPr txBox="1"/>
            <p:nvPr/>
          </p:nvSpPr>
          <p:spPr>
            <a:xfrm>
              <a:off x="8800848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0AA26247-AF6F-7DE1-8337-A5BA7E570BD0}"/>
                </a:ext>
              </a:extLst>
            </p:cNvPr>
            <p:cNvSpPr txBox="1"/>
            <p:nvPr/>
          </p:nvSpPr>
          <p:spPr>
            <a:xfrm>
              <a:off x="9242779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958ED432-AD4B-FB91-0C58-EF4FD2E1217B}"/>
                </a:ext>
              </a:extLst>
            </p:cNvPr>
            <p:cNvSpPr txBox="1"/>
            <p:nvPr/>
          </p:nvSpPr>
          <p:spPr>
            <a:xfrm>
              <a:off x="1379044" y="2765052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CDD0E49C-3074-8B51-A5E1-DED228EAFBE4}"/>
                </a:ext>
              </a:extLst>
            </p:cNvPr>
            <p:cNvSpPr txBox="1"/>
            <p:nvPr/>
          </p:nvSpPr>
          <p:spPr>
            <a:xfrm>
              <a:off x="3497676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49E4FDA7-37C2-D010-0FDF-9E1021A300EA}"/>
                </a:ext>
              </a:extLst>
            </p:cNvPr>
            <p:cNvSpPr txBox="1"/>
            <p:nvPr/>
          </p:nvSpPr>
          <p:spPr>
            <a:xfrm>
              <a:off x="5707331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66F7FB2-8ABA-2D78-02A6-76DC52E8946B}"/>
                </a:ext>
              </a:extLst>
            </p:cNvPr>
            <p:cNvSpPr txBox="1"/>
            <p:nvPr/>
          </p:nvSpPr>
          <p:spPr>
            <a:xfrm>
              <a:off x="7916986" y="2761581"/>
              <a:ext cx="306343" cy="2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731" dirty="0">
                  <a:ln w="28575">
                    <a:noFill/>
                  </a:ln>
                  <a:solidFill>
                    <a:schemeClr val="accent6"/>
                  </a:solidFill>
                </a:rPr>
                <a:t>●</a:t>
              </a:r>
              <a:endParaRPr kumimoji="1" lang="ja-JP" altLang="en-US" sz="1463" dirty="0">
                <a:ln w="28575">
                  <a:noFill/>
                </a:ln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B98AF74-D6D2-9426-A687-17A62664A66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37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476C56-134E-0234-3EC0-670DD90F84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385887"/>
            <a:ext cx="9906000" cy="2472106"/>
          </a:xfrm>
        </p:spPr>
        <p:txBody>
          <a:bodyPr/>
          <a:lstStyle/>
          <a:p>
            <a:r>
              <a:rPr lang="en-US" altLang="ja-JP" dirty="0"/>
              <a:t>x </a:t>
            </a:r>
            <a:r>
              <a:rPr lang="ja-JP" altLang="en-US" dirty="0"/>
              <a:t>打点ごとに切れば，</a:t>
            </a:r>
            <a:r>
              <a:rPr lang="ja-JP" altLang="en-US" dirty="0">
                <a:solidFill>
                  <a:schemeClr val="accent6"/>
                </a:solidFill>
              </a:rPr>
              <a:t>各時間ごとに進んだ距離の情報をテープの長さで表現</a:t>
            </a:r>
            <a:r>
              <a:rPr lang="ja-JP" altLang="en-US" dirty="0"/>
              <a:t>できる．</a:t>
            </a:r>
            <a:endParaRPr lang="en-US" altLang="ja-JP" dirty="0"/>
          </a:p>
          <a:p>
            <a:r>
              <a:rPr lang="ja-JP" altLang="en-US" dirty="0"/>
              <a:t>東日本の場合，</a:t>
            </a:r>
            <a:r>
              <a:rPr lang="en-US" altLang="ja-JP" dirty="0"/>
              <a:t>5</a:t>
            </a:r>
            <a:r>
              <a:rPr lang="ja-JP" altLang="en-US" dirty="0"/>
              <a:t>打点ごとに切れば </a:t>
            </a:r>
            <a:r>
              <a:rPr lang="en-US" altLang="ja-JP" dirty="0">
                <a:solidFill>
                  <a:schemeClr val="accent6"/>
                </a:solidFill>
              </a:rPr>
              <a:t>0.1 </a:t>
            </a:r>
            <a:r>
              <a:rPr lang="ja-JP" altLang="en-US" dirty="0">
                <a:solidFill>
                  <a:schemeClr val="accent6"/>
                </a:solidFill>
              </a:rPr>
              <a:t>秒の長さ</a:t>
            </a:r>
            <a:r>
              <a:rPr lang="ja-JP" altLang="en-US" dirty="0"/>
              <a:t>になる．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0B4621E-8CD2-829D-6168-35F25CF0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記録テープの取り扱い</a:t>
            </a: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717BA96C-CCB2-3338-CE6A-C954E7F62C87}"/>
              </a:ext>
            </a:extLst>
          </p:cNvPr>
          <p:cNvSpPr/>
          <p:nvPr/>
        </p:nvSpPr>
        <p:spPr>
          <a:xfrm>
            <a:off x="224320" y="2399105"/>
            <a:ext cx="912172" cy="88630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吹き出し: 円形 45">
            <a:extLst>
              <a:ext uri="{FF2B5EF4-FFF2-40B4-BE49-F238E27FC236}">
                <a16:creationId xmlns:a16="http://schemas.microsoft.com/office/drawing/2014/main" id="{377FAF7A-DD89-9117-38A5-69C453D7B672}"/>
              </a:ext>
            </a:extLst>
          </p:cNvPr>
          <p:cNvSpPr/>
          <p:nvPr/>
        </p:nvSpPr>
        <p:spPr>
          <a:xfrm>
            <a:off x="887261" y="1451068"/>
            <a:ext cx="2032896" cy="759611"/>
          </a:xfrm>
          <a:prstGeom prst="wedgeEllipseCallout">
            <a:avLst>
              <a:gd name="adj1" fmla="val -45103"/>
              <a:gd name="adj2" fmla="val 6337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始めの部分は使わない．</a:t>
            </a:r>
          </a:p>
        </p:txBody>
      </p:sp>
      <p:grpSp>
        <p:nvGrpSpPr>
          <p:cNvPr id="3082" name="グループ化 3081">
            <a:extLst>
              <a:ext uri="{FF2B5EF4-FFF2-40B4-BE49-F238E27FC236}">
                <a16:creationId xmlns:a16="http://schemas.microsoft.com/office/drawing/2014/main" id="{1F3B8AAC-74BB-D625-CE04-402245623182}"/>
              </a:ext>
            </a:extLst>
          </p:cNvPr>
          <p:cNvGrpSpPr/>
          <p:nvPr/>
        </p:nvGrpSpPr>
        <p:grpSpPr>
          <a:xfrm>
            <a:off x="1361334" y="2310933"/>
            <a:ext cx="341757" cy="1805706"/>
            <a:chOff x="1361334" y="2310933"/>
            <a:chExt cx="341757" cy="1805706"/>
          </a:xfrm>
        </p:grpSpPr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8EC34E82-36C6-21D0-7999-DCDD5D11DA6F}"/>
                </a:ext>
              </a:extLst>
            </p:cNvPr>
            <p:cNvCxnSpPr>
              <a:cxnSpLocks/>
            </p:cNvCxnSpPr>
            <p:nvPr/>
          </p:nvCxnSpPr>
          <p:spPr>
            <a:xfrm>
              <a:off x="1532215" y="2310933"/>
              <a:ext cx="0" cy="1293327"/>
            </a:xfrm>
            <a:prstGeom prst="line">
              <a:avLst/>
            </a:prstGeom>
            <a:ln w="38100" cap="flat" cmpd="sng" algn="ctr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76" name="Picture 4" descr="ハサミのイラスト（文房具）">
              <a:extLst>
                <a:ext uri="{FF2B5EF4-FFF2-40B4-BE49-F238E27FC236}">
                  <a16:creationId xmlns:a16="http://schemas.microsoft.com/office/drawing/2014/main" id="{9AB90062-FE3E-0910-87B4-78A477093C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881422">
              <a:off x="1361334" y="3715751"/>
              <a:ext cx="341757" cy="40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83" name="グループ化 3082">
            <a:extLst>
              <a:ext uri="{FF2B5EF4-FFF2-40B4-BE49-F238E27FC236}">
                <a16:creationId xmlns:a16="http://schemas.microsoft.com/office/drawing/2014/main" id="{AF7BEBAF-202E-0AB6-52BF-C888CFDBC254}"/>
              </a:ext>
            </a:extLst>
          </p:cNvPr>
          <p:cNvGrpSpPr/>
          <p:nvPr/>
        </p:nvGrpSpPr>
        <p:grpSpPr>
          <a:xfrm>
            <a:off x="3479966" y="2310933"/>
            <a:ext cx="341757" cy="1805704"/>
            <a:chOff x="3479966" y="2310933"/>
            <a:chExt cx="341757" cy="1805704"/>
          </a:xfrm>
        </p:grpSpPr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6BB37D77-422B-E989-E363-A6175528A42D}"/>
                </a:ext>
              </a:extLst>
            </p:cNvPr>
            <p:cNvCxnSpPr>
              <a:cxnSpLocks/>
            </p:cNvCxnSpPr>
            <p:nvPr/>
          </p:nvCxnSpPr>
          <p:spPr>
            <a:xfrm>
              <a:off x="3650847" y="2310933"/>
              <a:ext cx="0" cy="1293327"/>
            </a:xfrm>
            <a:prstGeom prst="line">
              <a:avLst/>
            </a:prstGeom>
            <a:ln w="38100" cap="flat" cmpd="sng" algn="ctr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72" name="Picture 4" descr="ハサミのイラスト（文房具）">
              <a:extLst>
                <a:ext uri="{FF2B5EF4-FFF2-40B4-BE49-F238E27FC236}">
                  <a16:creationId xmlns:a16="http://schemas.microsoft.com/office/drawing/2014/main" id="{B5DB5EB9-901D-00F1-E7F9-37E976AA6D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881422">
              <a:off x="3479966" y="3715749"/>
              <a:ext cx="341757" cy="40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84" name="グループ化 3083">
            <a:extLst>
              <a:ext uri="{FF2B5EF4-FFF2-40B4-BE49-F238E27FC236}">
                <a16:creationId xmlns:a16="http://schemas.microsoft.com/office/drawing/2014/main" id="{F1341323-9CCC-360C-FA90-6EB40552A3F4}"/>
              </a:ext>
            </a:extLst>
          </p:cNvPr>
          <p:cNvGrpSpPr/>
          <p:nvPr/>
        </p:nvGrpSpPr>
        <p:grpSpPr>
          <a:xfrm>
            <a:off x="5689622" y="2310932"/>
            <a:ext cx="341757" cy="1805702"/>
            <a:chOff x="5689622" y="2310932"/>
            <a:chExt cx="341757" cy="1805702"/>
          </a:xfrm>
        </p:grpSpPr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1F7CD86-74CD-E0BD-7332-53890F6F7792}"/>
                </a:ext>
              </a:extLst>
            </p:cNvPr>
            <p:cNvCxnSpPr>
              <a:cxnSpLocks/>
            </p:cNvCxnSpPr>
            <p:nvPr/>
          </p:nvCxnSpPr>
          <p:spPr>
            <a:xfrm>
              <a:off x="5860502" y="2310932"/>
              <a:ext cx="0" cy="1293328"/>
            </a:xfrm>
            <a:prstGeom prst="line">
              <a:avLst/>
            </a:prstGeom>
            <a:ln w="38100" cap="flat" cmpd="sng" algn="ctr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73" name="Picture 4" descr="ハサミのイラスト（文房具）">
              <a:extLst>
                <a:ext uri="{FF2B5EF4-FFF2-40B4-BE49-F238E27FC236}">
                  <a16:creationId xmlns:a16="http://schemas.microsoft.com/office/drawing/2014/main" id="{D178F7A6-384B-FC9F-E50C-53C9E77EC2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881422">
              <a:off x="5689622" y="3715746"/>
              <a:ext cx="341757" cy="40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85" name="グループ化 3084">
            <a:extLst>
              <a:ext uri="{FF2B5EF4-FFF2-40B4-BE49-F238E27FC236}">
                <a16:creationId xmlns:a16="http://schemas.microsoft.com/office/drawing/2014/main" id="{AE6DE942-1E7B-5E5C-6804-670D100F735F}"/>
              </a:ext>
            </a:extLst>
          </p:cNvPr>
          <p:cNvGrpSpPr/>
          <p:nvPr/>
        </p:nvGrpSpPr>
        <p:grpSpPr>
          <a:xfrm>
            <a:off x="7899278" y="2310931"/>
            <a:ext cx="341757" cy="1805701"/>
            <a:chOff x="7899278" y="2310931"/>
            <a:chExt cx="341757" cy="1805701"/>
          </a:xfrm>
        </p:grpSpPr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E20A6EA8-A001-74F3-1A83-51B1C9EE63AA}"/>
                </a:ext>
              </a:extLst>
            </p:cNvPr>
            <p:cNvCxnSpPr>
              <a:cxnSpLocks/>
            </p:cNvCxnSpPr>
            <p:nvPr/>
          </p:nvCxnSpPr>
          <p:spPr>
            <a:xfrm>
              <a:off x="8070157" y="2310931"/>
              <a:ext cx="0" cy="1293329"/>
            </a:xfrm>
            <a:prstGeom prst="line">
              <a:avLst/>
            </a:prstGeom>
            <a:ln w="38100" cap="flat" cmpd="sng" algn="ctr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075" name="Picture 4" descr="ハサミのイラスト（文房具）">
              <a:extLst>
                <a:ext uri="{FF2B5EF4-FFF2-40B4-BE49-F238E27FC236}">
                  <a16:creationId xmlns:a16="http://schemas.microsoft.com/office/drawing/2014/main" id="{A747EBFF-F93E-1C7E-843D-3F11F95022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881422">
              <a:off x="7899278" y="3715744"/>
              <a:ext cx="341757" cy="400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77" name="テキスト ボックス 3076">
            <a:extLst>
              <a:ext uri="{FF2B5EF4-FFF2-40B4-BE49-F238E27FC236}">
                <a16:creationId xmlns:a16="http://schemas.microsoft.com/office/drawing/2014/main" id="{60ED096C-0499-D610-A358-C6999CF8C899}"/>
              </a:ext>
            </a:extLst>
          </p:cNvPr>
          <p:cNvSpPr txBox="1"/>
          <p:nvPr/>
        </p:nvSpPr>
        <p:spPr>
          <a:xfrm>
            <a:off x="3053139" y="1628743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：複数，同じところに打点が打たれているため．</a:t>
            </a:r>
          </a:p>
        </p:txBody>
      </p:sp>
      <p:grpSp>
        <p:nvGrpSpPr>
          <p:cNvPr id="3078" name="グループ化 3077">
            <a:extLst>
              <a:ext uri="{FF2B5EF4-FFF2-40B4-BE49-F238E27FC236}">
                <a16:creationId xmlns:a16="http://schemas.microsoft.com/office/drawing/2014/main" id="{B4DA6EE7-1E9D-EA18-5A6D-1116F67B2C60}"/>
              </a:ext>
            </a:extLst>
          </p:cNvPr>
          <p:cNvGrpSpPr/>
          <p:nvPr/>
        </p:nvGrpSpPr>
        <p:grpSpPr>
          <a:xfrm>
            <a:off x="3696358" y="3228945"/>
            <a:ext cx="2118634" cy="400110"/>
            <a:chOff x="1370297" y="3830566"/>
            <a:chExt cx="6583069" cy="400110"/>
          </a:xfrm>
        </p:grpSpPr>
        <p:cxnSp>
          <p:nvCxnSpPr>
            <p:cNvPr id="3079" name="直線矢印コネクタ 3078">
              <a:extLst>
                <a:ext uri="{FF2B5EF4-FFF2-40B4-BE49-F238E27FC236}">
                  <a16:creationId xmlns:a16="http://schemas.microsoft.com/office/drawing/2014/main" id="{B7464053-66EF-01AC-8474-6D426F84A34A}"/>
                </a:ext>
              </a:extLst>
            </p:cNvPr>
            <p:cNvCxnSpPr>
              <a:cxnSpLocks/>
            </p:cNvCxnSpPr>
            <p:nvPr/>
          </p:nvCxnSpPr>
          <p:spPr>
            <a:xfrm>
              <a:off x="1370297" y="4030621"/>
              <a:ext cx="6583069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80" name="テキスト ボックス 3079">
              <a:extLst>
                <a:ext uri="{FF2B5EF4-FFF2-40B4-BE49-F238E27FC236}">
                  <a16:creationId xmlns:a16="http://schemas.microsoft.com/office/drawing/2014/main" id="{92E95DC1-BCBD-C8A5-F4AA-EE107BF30EB5}"/>
                </a:ext>
              </a:extLst>
            </p:cNvPr>
            <p:cNvSpPr txBox="1"/>
            <p:nvPr/>
          </p:nvSpPr>
          <p:spPr>
            <a:xfrm>
              <a:off x="3269761" y="3830566"/>
              <a:ext cx="2784137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/>
                <a:t>0.1 </a:t>
              </a:r>
              <a:r>
                <a:rPr kumimoji="1" lang="ja-JP" altLang="en-US" sz="2000" dirty="0"/>
                <a:t>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02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5" grpId="0" animBg="1"/>
      <p:bldP spid="46" grpId="0" animBg="1"/>
      <p:bldP spid="307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419CBD6-01A0-67F4-4810-BC74CF61A4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38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23F3DC-0A45-27BB-A70F-8C1BBBA98D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1" y="1195131"/>
            <a:ext cx="9906001" cy="5336227"/>
          </a:xfrm>
        </p:spPr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単位時間あたりに</a:t>
            </a:r>
            <a:r>
              <a:rPr kumimoji="1" lang="ja-JP" altLang="en-US" dirty="0">
                <a:solidFill>
                  <a:schemeClr val="accent6"/>
                </a:solidFill>
              </a:rPr>
              <a:t>進んだ距離</a:t>
            </a:r>
            <a:endParaRPr kumimoji="1" lang="en-US" altLang="ja-JP" dirty="0"/>
          </a:p>
          <a:p>
            <a:r>
              <a:rPr lang="ja-JP" altLang="en-US" dirty="0"/>
              <a:t>単位時間：単位は </a:t>
            </a:r>
            <a:r>
              <a:rPr lang="en-US" altLang="ja-JP" dirty="0"/>
              <a:t>1 </a:t>
            </a:r>
            <a:r>
              <a:rPr lang="ja-JP" altLang="en-US" dirty="0"/>
              <a:t>という意．</a:t>
            </a:r>
            <a:endParaRPr lang="en-US" altLang="ja-JP" dirty="0"/>
          </a:p>
          <a:p>
            <a:pPr marL="0" indent="0" algn="ctr">
              <a:buNone/>
            </a:pPr>
            <a:r>
              <a:rPr lang="en-US" altLang="ja-JP" dirty="0">
                <a:solidFill>
                  <a:schemeClr val="accent6"/>
                </a:solidFill>
              </a:rPr>
              <a:t>1 </a:t>
            </a:r>
            <a:r>
              <a:rPr lang="ja-JP" altLang="en-US" dirty="0">
                <a:solidFill>
                  <a:schemeClr val="accent6"/>
                </a:solidFill>
              </a:rPr>
              <a:t>秒</a:t>
            </a:r>
            <a:r>
              <a:rPr lang="ja-JP" altLang="en-US" dirty="0"/>
              <a:t>のこと．</a:t>
            </a:r>
            <a:endParaRPr lang="en-US" altLang="ja-JP" dirty="0"/>
          </a:p>
          <a:p>
            <a:r>
              <a:rPr kumimoji="1" lang="ja-JP" altLang="en-US" dirty="0"/>
              <a:t>単位：</a:t>
            </a:r>
            <a:r>
              <a:rPr lang="ja-JP" altLang="en-US" dirty="0"/>
              <a:t>メートル毎秒 </a:t>
            </a:r>
            <a:r>
              <a:rPr lang="en-US" altLang="ja-JP" dirty="0"/>
              <a:t>[m/s]</a:t>
            </a:r>
            <a:endParaRPr kumimoji="1"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進んだ距離 </a:t>
            </a:r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6"/>
                </a:solidFill>
              </a:rPr>
              <a:t>m</a:t>
            </a:r>
            <a:r>
              <a:rPr kumimoji="1" lang="en-US" altLang="ja-JP" dirty="0"/>
              <a:t>] </a:t>
            </a:r>
            <a:r>
              <a:rPr kumimoji="1" lang="en-US" altLang="ja-JP" dirty="0">
                <a:solidFill>
                  <a:schemeClr val="accent6"/>
                </a:solidFill>
              </a:rPr>
              <a:t>/</a:t>
            </a:r>
            <a:r>
              <a:rPr kumimoji="1" lang="en-US" altLang="ja-JP" dirty="0"/>
              <a:t> </a:t>
            </a:r>
            <a:r>
              <a:rPr kumimoji="1" lang="ja-JP" altLang="en-US" dirty="0"/>
              <a:t>時間 </a:t>
            </a:r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6"/>
                </a:solidFill>
              </a:rPr>
              <a:t>s</a:t>
            </a:r>
            <a:r>
              <a:rPr kumimoji="1" lang="en-US" altLang="ja-JP" dirty="0"/>
              <a:t>]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A4D2CF5-43B4-B6DD-8839-0D4D704A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速さってなに？</a:t>
            </a:r>
          </a:p>
        </p:txBody>
      </p:sp>
    </p:spTree>
    <p:extLst>
      <p:ext uri="{BB962C8B-B14F-4D97-AF65-F5344CB8AC3E}">
        <p14:creationId xmlns:p14="http://schemas.microsoft.com/office/powerpoint/2010/main" val="307825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3696-4677-BDC9-7CE5-15203FCF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2D6A721-125A-1354-14DC-5D351CBC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水平面と垂直面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50EE82-F423-B494-A54C-5BFFF944F0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https://adwin-learning.com/MD/chapter1_3</a:t>
            </a:r>
            <a:endParaRPr kumimoji="1" lang="ja-JP" altLang="en-US" dirty="0"/>
          </a:p>
        </p:txBody>
      </p:sp>
      <p:pic>
        <p:nvPicPr>
          <p:cNvPr id="2050" name="Picture 2" descr="画像">
            <a:extLst>
              <a:ext uri="{FF2B5EF4-FFF2-40B4-BE49-F238E27FC236}">
                <a16:creationId xmlns:a16="http://schemas.microsoft.com/office/drawing/2014/main" id="{6956934B-676D-E74B-CE65-7A2A62047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t="2644" r="9030" b="5721"/>
          <a:stretch>
            <a:fillRect/>
          </a:stretch>
        </p:blipFill>
        <p:spPr bwMode="auto">
          <a:xfrm>
            <a:off x="2635143" y="1331673"/>
            <a:ext cx="4488817" cy="506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D7228C1-6DE7-1AFC-2DA0-3717EADD0CC7}"/>
              </a:ext>
            </a:extLst>
          </p:cNvPr>
          <p:cNvCxnSpPr>
            <a:cxnSpLocks/>
          </p:cNvCxnSpPr>
          <p:nvPr/>
        </p:nvCxnSpPr>
        <p:spPr>
          <a:xfrm flipH="1">
            <a:off x="2759399" y="5529597"/>
            <a:ext cx="1374831" cy="299097"/>
          </a:xfrm>
          <a:prstGeom prst="straightConnector1">
            <a:avLst/>
          </a:prstGeom>
          <a:ln w="57150">
            <a:solidFill>
              <a:schemeClr val="accent6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B9C8D43-94A1-1184-A677-2DAB7FE55DCF}"/>
              </a:ext>
            </a:extLst>
          </p:cNvPr>
          <p:cNvSpPr/>
          <p:nvPr/>
        </p:nvSpPr>
        <p:spPr>
          <a:xfrm>
            <a:off x="493699" y="5592810"/>
            <a:ext cx="2141444" cy="4717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水平面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C93DA9B-A74E-2F23-3FAB-C915AF9E55BF}"/>
              </a:ext>
            </a:extLst>
          </p:cNvPr>
          <p:cNvCxnSpPr>
            <a:cxnSpLocks/>
          </p:cNvCxnSpPr>
          <p:nvPr/>
        </p:nvCxnSpPr>
        <p:spPr>
          <a:xfrm>
            <a:off x="3736552" y="2422106"/>
            <a:ext cx="3506320" cy="874388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A644DA5-B6D4-DE63-CE1D-B7545D20D4F3}"/>
              </a:ext>
            </a:extLst>
          </p:cNvPr>
          <p:cNvCxnSpPr>
            <a:cxnSpLocks/>
          </p:cNvCxnSpPr>
          <p:nvPr/>
        </p:nvCxnSpPr>
        <p:spPr>
          <a:xfrm flipV="1">
            <a:off x="5882044" y="3296494"/>
            <a:ext cx="1360828" cy="147045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304D2E4-0706-A530-1B13-E285EC753AF8}"/>
              </a:ext>
            </a:extLst>
          </p:cNvPr>
          <p:cNvSpPr/>
          <p:nvPr/>
        </p:nvSpPr>
        <p:spPr>
          <a:xfrm>
            <a:off x="7369628" y="3060610"/>
            <a:ext cx="2141444" cy="4717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垂直面</a:t>
            </a: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C10FD701-F0B5-BE50-19E9-A9FA79B21962}"/>
              </a:ext>
            </a:extLst>
          </p:cNvPr>
          <p:cNvGrpSpPr/>
          <p:nvPr/>
        </p:nvGrpSpPr>
        <p:grpSpPr>
          <a:xfrm>
            <a:off x="413016" y="2400955"/>
            <a:ext cx="2527408" cy="2974262"/>
            <a:chOff x="413016" y="2400955"/>
            <a:chExt cx="2527408" cy="2974262"/>
          </a:xfrm>
        </p:grpSpPr>
        <p:pic>
          <p:nvPicPr>
            <p:cNvPr id="30" name="図 29" descr="アイコ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B40F98C-599B-EB55-E3EF-0376747D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98" y="2400955"/>
              <a:ext cx="1842815" cy="2666373"/>
            </a:xfrm>
            <a:prstGeom prst="rect">
              <a:avLst/>
            </a:prstGeom>
          </p:spPr>
        </p:pic>
        <p:sp>
          <p:nvSpPr>
            <p:cNvPr id="31" name="テキスト プレースホルダー 3">
              <a:extLst>
                <a:ext uri="{FF2B5EF4-FFF2-40B4-BE49-F238E27FC236}">
                  <a16:creationId xmlns:a16="http://schemas.microsoft.com/office/drawing/2014/main" id="{448F1EDB-6222-2A28-2DA4-C8477A3C9393}"/>
                </a:ext>
              </a:extLst>
            </p:cNvPr>
            <p:cNvSpPr txBox="1">
              <a:spLocks/>
            </p:cNvSpPr>
            <p:nvPr/>
          </p:nvSpPr>
          <p:spPr>
            <a:xfrm>
              <a:off x="413016" y="5068196"/>
              <a:ext cx="2527408" cy="307021"/>
            </a:xfrm>
            <a:prstGeom prst="rect">
              <a:avLst/>
            </a:prstGeom>
          </p:spPr>
          <p:txBody>
            <a:bodyPr anchor="b"/>
            <a:lstStyle>
              <a:lvl1pPr marL="0" indent="0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400" b="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402472" indent="-154797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51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dirty="0">
                  <a:hlinkClick r:id="rId5"/>
                </a:rPr>
                <a:t>https://soco-st.com/16180</a:t>
              </a:r>
              <a:endParaRPr lang="en-US" altLang="ja-JP" dirty="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5AD521A-E04E-E051-E78A-21B328DD044C}"/>
              </a:ext>
            </a:extLst>
          </p:cNvPr>
          <p:cNvGrpSpPr/>
          <p:nvPr/>
        </p:nvGrpSpPr>
        <p:grpSpPr>
          <a:xfrm>
            <a:off x="7225633" y="3903895"/>
            <a:ext cx="2656400" cy="2585986"/>
            <a:chOff x="7225633" y="3903895"/>
            <a:chExt cx="2656400" cy="2585986"/>
          </a:xfrm>
        </p:grpSpPr>
        <p:pic>
          <p:nvPicPr>
            <p:cNvPr id="2052" name="Picture 4" descr="中二階のある家の断面図">
              <a:extLst>
                <a:ext uri="{FF2B5EF4-FFF2-40B4-BE49-F238E27FC236}">
                  <a16:creationId xmlns:a16="http://schemas.microsoft.com/office/drawing/2014/main" id="{95AEA963-4CB6-C9F1-DBD5-9D26CF4AC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5633" y="3903895"/>
              <a:ext cx="2429434" cy="2362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テキスト プレースホルダー 6">
              <a:extLst>
                <a:ext uri="{FF2B5EF4-FFF2-40B4-BE49-F238E27FC236}">
                  <a16:creationId xmlns:a16="http://schemas.microsoft.com/office/drawing/2014/main" id="{22F9E601-20A9-4C29-CCA8-3280CC95E212}"/>
                </a:ext>
              </a:extLst>
            </p:cNvPr>
            <p:cNvSpPr txBox="1">
              <a:spLocks/>
            </p:cNvSpPr>
            <p:nvPr/>
          </p:nvSpPr>
          <p:spPr>
            <a:xfrm>
              <a:off x="7244971" y="6123895"/>
              <a:ext cx="2637062" cy="365986"/>
            </a:xfrm>
            <a:prstGeom prst="rect">
              <a:avLst/>
            </a:prstGeom>
          </p:spPr>
          <p:txBody>
            <a:bodyPr anchor="b"/>
            <a:lstStyle>
              <a:lvl1pPr marL="0" indent="0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400" b="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402472" indent="-154797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51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dirty="0">
                  <a:hlinkClick r:id="rId7"/>
                </a:rPr>
                <a:t>https://www.irasutoya.com</a:t>
              </a:r>
              <a:endParaRPr lang="ja-JP" altLang="en-US" dirty="0"/>
            </a:p>
          </p:txBody>
        </p:sp>
      </p:grp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70BE72F3-A559-5B03-CE78-64DD1EEC8EF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8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5A0336-8626-1EA4-571A-2B2F5E5A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99D2DC6-049C-DEDF-0329-A63B5A89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水平面と垂直面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1D3D91-CC87-D5A0-68BA-A4F3288450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https://adwin-learning.com/MD/chapter1_3</a:t>
            </a:r>
            <a:endParaRPr kumimoji="1" lang="ja-JP" altLang="en-US" dirty="0"/>
          </a:p>
        </p:txBody>
      </p:sp>
      <p:pic>
        <p:nvPicPr>
          <p:cNvPr id="2050" name="Picture 2" descr="画像">
            <a:extLst>
              <a:ext uri="{FF2B5EF4-FFF2-40B4-BE49-F238E27FC236}">
                <a16:creationId xmlns:a16="http://schemas.microsoft.com/office/drawing/2014/main" id="{D384C1D3-91ED-2EAC-B5B1-F3F686407B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t="2644" r="9030" b="5721"/>
          <a:stretch>
            <a:fillRect/>
          </a:stretch>
        </p:blipFill>
        <p:spPr bwMode="auto">
          <a:xfrm>
            <a:off x="2635143" y="1331673"/>
            <a:ext cx="4488817" cy="506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8ED048B7-9B76-469E-1FD9-F3F37E6E8F38}"/>
              </a:ext>
            </a:extLst>
          </p:cNvPr>
          <p:cNvCxnSpPr>
            <a:cxnSpLocks/>
          </p:cNvCxnSpPr>
          <p:nvPr/>
        </p:nvCxnSpPr>
        <p:spPr>
          <a:xfrm flipH="1">
            <a:off x="2759399" y="5529597"/>
            <a:ext cx="1374831" cy="299097"/>
          </a:xfrm>
          <a:prstGeom prst="straightConnector1">
            <a:avLst/>
          </a:prstGeom>
          <a:ln w="57150">
            <a:solidFill>
              <a:schemeClr val="accent6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5A0148B-40B0-8261-9F60-6E5368F302AC}"/>
              </a:ext>
            </a:extLst>
          </p:cNvPr>
          <p:cNvSpPr/>
          <p:nvPr/>
        </p:nvSpPr>
        <p:spPr>
          <a:xfrm>
            <a:off x="493699" y="5592810"/>
            <a:ext cx="2141444" cy="4717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水平面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457372D-D533-7DA2-9EEA-50B2179CA6FF}"/>
              </a:ext>
            </a:extLst>
          </p:cNvPr>
          <p:cNvCxnSpPr>
            <a:cxnSpLocks/>
          </p:cNvCxnSpPr>
          <p:nvPr/>
        </p:nvCxnSpPr>
        <p:spPr>
          <a:xfrm>
            <a:off x="3736552" y="2422106"/>
            <a:ext cx="3506320" cy="874388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FFC0B6D-16B7-9C4F-C519-EC4B1E93830B}"/>
              </a:ext>
            </a:extLst>
          </p:cNvPr>
          <p:cNvCxnSpPr>
            <a:cxnSpLocks/>
          </p:cNvCxnSpPr>
          <p:nvPr/>
        </p:nvCxnSpPr>
        <p:spPr>
          <a:xfrm flipV="1">
            <a:off x="5882044" y="3296494"/>
            <a:ext cx="1360828" cy="147045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380B4BA-4BA9-F182-9FC2-11BBD31A2C7B}"/>
              </a:ext>
            </a:extLst>
          </p:cNvPr>
          <p:cNvSpPr/>
          <p:nvPr/>
        </p:nvSpPr>
        <p:spPr>
          <a:xfrm>
            <a:off x="7369628" y="3060610"/>
            <a:ext cx="2141444" cy="471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垂直面</a:t>
            </a: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8B32E73A-4ACF-135D-102A-D8D7042BD286}"/>
              </a:ext>
            </a:extLst>
          </p:cNvPr>
          <p:cNvGrpSpPr/>
          <p:nvPr/>
        </p:nvGrpSpPr>
        <p:grpSpPr>
          <a:xfrm>
            <a:off x="413016" y="2400955"/>
            <a:ext cx="2527408" cy="2974262"/>
            <a:chOff x="413016" y="2400955"/>
            <a:chExt cx="2527408" cy="2974262"/>
          </a:xfrm>
        </p:grpSpPr>
        <p:pic>
          <p:nvPicPr>
            <p:cNvPr id="30" name="図 29" descr="アイコ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49E98A91-4FCA-8CFC-695B-58092694D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98" y="2400955"/>
              <a:ext cx="1842815" cy="2666373"/>
            </a:xfrm>
            <a:prstGeom prst="rect">
              <a:avLst/>
            </a:prstGeom>
          </p:spPr>
        </p:pic>
        <p:sp>
          <p:nvSpPr>
            <p:cNvPr id="31" name="テキスト プレースホルダー 3">
              <a:extLst>
                <a:ext uri="{FF2B5EF4-FFF2-40B4-BE49-F238E27FC236}">
                  <a16:creationId xmlns:a16="http://schemas.microsoft.com/office/drawing/2014/main" id="{0325CC00-99CB-A6A2-C638-64CE20A85518}"/>
                </a:ext>
              </a:extLst>
            </p:cNvPr>
            <p:cNvSpPr txBox="1">
              <a:spLocks/>
            </p:cNvSpPr>
            <p:nvPr/>
          </p:nvSpPr>
          <p:spPr>
            <a:xfrm>
              <a:off x="413016" y="5068196"/>
              <a:ext cx="2527408" cy="307021"/>
            </a:xfrm>
            <a:prstGeom prst="rect">
              <a:avLst/>
            </a:prstGeom>
          </p:spPr>
          <p:txBody>
            <a:bodyPr anchor="b"/>
            <a:lstStyle>
              <a:lvl1pPr marL="0" indent="0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400" b="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402472" indent="-154797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51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dirty="0">
                  <a:hlinkClick r:id="rId5"/>
                </a:rPr>
                <a:t>https://soco-st.com/16180</a:t>
              </a:r>
              <a:endParaRPr lang="en-US" altLang="ja-JP" dirty="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A9EC81D-A9E1-00CC-5C8C-F57653FFDEB4}"/>
              </a:ext>
            </a:extLst>
          </p:cNvPr>
          <p:cNvGrpSpPr/>
          <p:nvPr/>
        </p:nvGrpSpPr>
        <p:grpSpPr>
          <a:xfrm>
            <a:off x="7225633" y="3903895"/>
            <a:ext cx="2656400" cy="2585986"/>
            <a:chOff x="7225633" y="3903895"/>
            <a:chExt cx="2656400" cy="2585986"/>
          </a:xfrm>
        </p:grpSpPr>
        <p:pic>
          <p:nvPicPr>
            <p:cNvPr id="2052" name="Picture 4" descr="中二階のある家の断面図">
              <a:extLst>
                <a:ext uri="{FF2B5EF4-FFF2-40B4-BE49-F238E27FC236}">
                  <a16:creationId xmlns:a16="http://schemas.microsoft.com/office/drawing/2014/main" id="{37CA2494-E710-EE6A-1624-90445EC9D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5633" y="3903895"/>
              <a:ext cx="2429434" cy="2362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テキスト プレースホルダー 6">
              <a:extLst>
                <a:ext uri="{FF2B5EF4-FFF2-40B4-BE49-F238E27FC236}">
                  <a16:creationId xmlns:a16="http://schemas.microsoft.com/office/drawing/2014/main" id="{941F550E-78DD-A629-E9A3-DC28BD636F4D}"/>
                </a:ext>
              </a:extLst>
            </p:cNvPr>
            <p:cNvSpPr txBox="1">
              <a:spLocks/>
            </p:cNvSpPr>
            <p:nvPr/>
          </p:nvSpPr>
          <p:spPr>
            <a:xfrm>
              <a:off x="7244971" y="6123895"/>
              <a:ext cx="2637062" cy="365986"/>
            </a:xfrm>
            <a:prstGeom prst="rect">
              <a:avLst/>
            </a:prstGeom>
          </p:spPr>
          <p:txBody>
            <a:bodyPr anchor="b"/>
            <a:lstStyle>
              <a:lvl1pPr marL="0" indent="0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400" b="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402472" indent="-154797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51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dirty="0">
                  <a:hlinkClick r:id="rId7"/>
                </a:rPr>
                <a:t>https://www.irasutoya.com</a:t>
              </a:r>
              <a:endParaRPr lang="ja-JP" altLang="en-US" dirty="0"/>
            </a:p>
          </p:txBody>
        </p:sp>
      </p:grp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C631A5E1-AEC6-2284-236B-33A744F08A9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55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2BF7FC-240D-1208-BD74-4C25052E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0584273-C41B-8661-6B23-E6362C33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水平面と垂直面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924728-F7ED-C7F5-E983-A49B1D19AD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https://adwin-learning.com/MD/chapter1_3</a:t>
            </a:r>
            <a:endParaRPr kumimoji="1" lang="ja-JP" altLang="en-US" dirty="0"/>
          </a:p>
        </p:txBody>
      </p:sp>
      <p:pic>
        <p:nvPicPr>
          <p:cNvPr id="2050" name="Picture 2" descr="画像">
            <a:extLst>
              <a:ext uri="{FF2B5EF4-FFF2-40B4-BE49-F238E27FC236}">
                <a16:creationId xmlns:a16="http://schemas.microsoft.com/office/drawing/2014/main" id="{05C5D4E0-4CF8-DAAB-9F53-ADDE891E2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t="2644" r="9030" b="5721"/>
          <a:stretch>
            <a:fillRect/>
          </a:stretch>
        </p:blipFill>
        <p:spPr bwMode="auto">
          <a:xfrm>
            <a:off x="2635143" y="1331673"/>
            <a:ext cx="4488817" cy="506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9EC7D76-2A0F-3D48-C725-BD844265DD40}"/>
              </a:ext>
            </a:extLst>
          </p:cNvPr>
          <p:cNvCxnSpPr>
            <a:cxnSpLocks/>
          </p:cNvCxnSpPr>
          <p:nvPr/>
        </p:nvCxnSpPr>
        <p:spPr>
          <a:xfrm flipH="1">
            <a:off x="2759399" y="5529597"/>
            <a:ext cx="1374831" cy="299097"/>
          </a:xfrm>
          <a:prstGeom prst="straightConnector1">
            <a:avLst/>
          </a:prstGeom>
          <a:ln w="57150">
            <a:solidFill>
              <a:schemeClr val="accent6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8363511-77E9-96BF-38F1-6F9A86263E6A}"/>
              </a:ext>
            </a:extLst>
          </p:cNvPr>
          <p:cNvSpPr/>
          <p:nvPr/>
        </p:nvSpPr>
        <p:spPr>
          <a:xfrm>
            <a:off x="493699" y="5491839"/>
            <a:ext cx="2141444" cy="6737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80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9ADAF5E1-FBAF-36CA-518F-FD196CBDBAC2}"/>
              </a:ext>
            </a:extLst>
          </p:cNvPr>
          <p:cNvCxnSpPr>
            <a:cxnSpLocks/>
          </p:cNvCxnSpPr>
          <p:nvPr/>
        </p:nvCxnSpPr>
        <p:spPr>
          <a:xfrm>
            <a:off x="3736552" y="2422106"/>
            <a:ext cx="3506320" cy="874388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7C7C170F-D685-88F0-8FC6-21E510FC7AA1}"/>
              </a:ext>
            </a:extLst>
          </p:cNvPr>
          <p:cNvCxnSpPr>
            <a:cxnSpLocks/>
          </p:cNvCxnSpPr>
          <p:nvPr/>
        </p:nvCxnSpPr>
        <p:spPr>
          <a:xfrm flipV="1">
            <a:off x="5882044" y="3296494"/>
            <a:ext cx="1360828" cy="147045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D219E31-F7FA-5E86-075B-C80D98ABF5B7}"/>
              </a:ext>
            </a:extLst>
          </p:cNvPr>
          <p:cNvSpPr/>
          <p:nvPr/>
        </p:nvSpPr>
        <p:spPr>
          <a:xfrm>
            <a:off x="7422590" y="2936620"/>
            <a:ext cx="2141444" cy="7078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800" dirty="0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477811E-39F3-62E9-69A5-A43ECA1FC5DB}"/>
              </a:ext>
            </a:extLst>
          </p:cNvPr>
          <p:cNvGrpSpPr/>
          <p:nvPr/>
        </p:nvGrpSpPr>
        <p:grpSpPr>
          <a:xfrm>
            <a:off x="413016" y="2400955"/>
            <a:ext cx="2527408" cy="2974262"/>
            <a:chOff x="413016" y="2400955"/>
            <a:chExt cx="2527408" cy="2974262"/>
          </a:xfrm>
        </p:grpSpPr>
        <p:pic>
          <p:nvPicPr>
            <p:cNvPr id="30" name="図 29" descr="アイコ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B41520E0-BB72-DE0C-3542-F6D548A8F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98" y="2400955"/>
              <a:ext cx="1842815" cy="2666373"/>
            </a:xfrm>
            <a:prstGeom prst="rect">
              <a:avLst/>
            </a:prstGeom>
          </p:spPr>
        </p:pic>
        <p:sp>
          <p:nvSpPr>
            <p:cNvPr id="31" name="テキスト プレースホルダー 3">
              <a:extLst>
                <a:ext uri="{FF2B5EF4-FFF2-40B4-BE49-F238E27FC236}">
                  <a16:creationId xmlns:a16="http://schemas.microsoft.com/office/drawing/2014/main" id="{2631A4BD-33DD-9DC5-AFDC-FF45FE2276B4}"/>
                </a:ext>
              </a:extLst>
            </p:cNvPr>
            <p:cNvSpPr txBox="1">
              <a:spLocks/>
            </p:cNvSpPr>
            <p:nvPr/>
          </p:nvSpPr>
          <p:spPr>
            <a:xfrm>
              <a:off x="413016" y="5068196"/>
              <a:ext cx="2527408" cy="307021"/>
            </a:xfrm>
            <a:prstGeom prst="rect">
              <a:avLst/>
            </a:prstGeom>
          </p:spPr>
          <p:txBody>
            <a:bodyPr anchor="b"/>
            <a:lstStyle>
              <a:lvl1pPr marL="0" indent="0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400" b="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402472" indent="-154797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51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dirty="0">
                  <a:hlinkClick r:id="rId5"/>
                </a:rPr>
                <a:t>https://soco-st.com/16180</a:t>
              </a:r>
              <a:endParaRPr lang="en-US" altLang="ja-JP" dirty="0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BE88082-180E-A3EF-B629-180962EF775E}"/>
              </a:ext>
            </a:extLst>
          </p:cNvPr>
          <p:cNvGrpSpPr/>
          <p:nvPr/>
        </p:nvGrpSpPr>
        <p:grpSpPr>
          <a:xfrm>
            <a:off x="7225633" y="3903895"/>
            <a:ext cx="2656400" cy="2585986"/>
            <a:chOff x="7225633" y="3903895"/>
            <a:chExt cx="2656400" cy="2585986"/>
          </a:xfrm>
        </p:grpSpPr>
        <p:pic>
          <p:nvPicPr>
            <p:cNvPr id="2052" name="Picture 4" descr="中二階のある家の断面図">
              <a:extLst>
                <a:ext uri="{FF2B5EF4-FFF2-40B4-BE49-F238E27FC236}">
                  <a16:creationId xmlns:a16="http://schemas.microsoft.com/office/drawing/2014/main" id="{2A71310E-6F51-99D0-EFDA-D0C1019E68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5633" y="3903895"/>
              <a:ext cx="2429434" cy="2362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テキスト プレースホルダー 6">
              <a:extLst>
                <a:ext uri="{FF2B5EF4-FFF2-40B4-BE49-F238E27FC236}">
                  <a16:creationId xmlns:a16="http://schemas.microsoft.com/office/drawing/2014/main" id="{8BA27F47-F95F-CDC7-D0F3-084E21BFD28A}"/>
                </a:ext>
              </a:extLst>
            </p:cNvPr>
            <p:cNvSpPr txBox="1">
              <a:spLocks/>
            </p:cNvSpPr>
            <p:nvPr/>
          </p:nvSpPr>
          <p:spPr>
            <a:xfrm>
              <a:off x="7244971" y="6123895"/>
              <a:ext cx="2637062" cy="365986"/>
            </a:xfrm>
            <a:prstGeom prst="rect">
              <a:avLst/>
            </a:prstGeom>
          </p:spPr>
          <p:txBody>
            <a:bodyPr anchor="b"/>
            <a:lstStyle>
              <a:lvl1pPr marL="0" indent="0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400" b="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402472" indent="-154797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51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dirty="0">
                  <a:hlinkClick r:id="rId7"/>
                </a:rPr>
                <a:t>https://www.irasutoya.com</a:t>
              </a:r>
              <a:endParaRPr lang="ja-JP" altLang="en-US" dirty="0"/>
            </a:p>
          </p:txBody>
        </p:sp>
      </p:grp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C22C3F6E-4592-BFC4-DB9A-BF2A553E085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40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CB628E4F-F8FD-A5D5-FDC2-5268BF40B74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水平面で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傾きがない</a:t>
            </a: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ところで成り立つ．</a:t>
            </a:r>
            <a:endParaRPr lang="en-US" altLang="ja-JP" sz="3600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指で台車を押すと，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等速で</a:t>
            </a: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運動をし始める．</a:t>
            </a:r>
            <a:endParaRPr lang="en-US" altLang="ja-JP" sz="3600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96F3D08-F761-A375-DF95-97BEBE7F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等速直線運動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9DCB9AC-4447-B3C7-EE7C-553001802A10}"/>
              </a:ext>
            </a:extLst>
          </p:cNvPr>
          <p:cNvSpPr/>
          <p:nvPr/>
        </p:nvSpPr>
        <p:spPr>
          <a:xfrm>
            <a:off x="2735612" y="3456450"/>
            <a:ext cx="6632506" cy="524261"/>
          </a:xfrm>
          <a:prstGeom prst="rect">
            <a:avLst/>
          </a:prstGeom>
          <a:gradFill flip="none" rotWithShape="1">
            <a:gsLst>
              <a:gs pos="0">
                <a:srgbClr val="996633">
                  <a:tint val="66000"/>
                  <a:satMod val="160000"/>
                </a:srgbClr>
              </a:gs>
              <a:gs pos="50000">
                <a:srgbClr val="996633">
                  <a:tint val="44500"/>
                  <a:satMod val="160000"/>
                </a:srgbClr>
              </a:gs>
              <a:gs pos="100000">
                <a:srgbClr val="996633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99663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>
                <a:solidFill>
                  <a:srgbClr val="996633"/>
                </a:solidFill>
              </a:rPr>
              <a:t>地面</a:t>
            </a:r>
            <a:endParaRPr kumimoji="1" lang="ja-JP" altLang="en-US" sz="2400" dirty="0">
              <a:solidFill>
                <a:srgbClr val="996633"/>
              </a:solidFill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680855F-110F-3541-BD02-669EEFDA66A3}"/>
              </a:ext>
            </a:extLst>
          </p:cNvPr>
          <p:cNvGrpSpPr/>
          <p:nvPr/>
        </p:nvGrpSpPr>
        <p:grpSpPr>
          <a:xfrm>
            <a:off x="2735612" y="2654108"/>
            <a:ext cx="1138517" cy="802342"/>
            <a:chOff x="1075765" y="3890682"/>
            <a:chExt cx="1138517" cy="802342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3B75E7DD-C34B-4B7A-0DC3-314FB25C634F}"/>
                </a:ext>
              </a:extLst>
            </p:cNvPr>
            <p:cNvSpPr/>
            <p:nvPr/>
          </p:nvSpPr>
          <p:spPr>
            <a:xfrm>
              <a:off x="1075765" y="3890682"/>
              <a:ext cx="1138517" cy="69028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705B1CD-80DC-EE51-A24A-B0650307C324}"/>
                </a:ext>
              </a:extLst>
            </p:cNvPr>
            <p:cNvSpPr/>
            <p:nvPr/>
          </p:nvSpPr>
          <p:spPr>
            <a:xfrm>
              <a:off x="1265984" y="4468906"/>
              <a:ext cx="224118" cy="22411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002B4E1-4F00-B61C-24AC-B1BA537FBD9D}"/>
                </a:ext>
              </a:extLst>
            </p:cNvPr>
            <p:cNvSpPr/>
            <p:nvPr/>
          </p:nvSpPr>
          <p:spPr>
            <a:xfrm>
              <a:off x="1799384" y="4468906"/>
              <a:ext cx="224118" cy="22411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8" name="Picture 2" descr="人差し指を立てた手のイラスト（甲）">
            <a:extLst>
              <a:ext uri="{FF2B5EF4-FFF2-40B4-BE49-F238E27FC236}">
                <a16:creationId xmlns:a16="http://schemas.microsoft.com/office/drawing/2014/main" id="{612ED24D-56DA-77E9-CBD0-4EF6FE7E0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87298" flipH="1">
            <a:off x="426944" y="1694107"/>
            <a:ext cx="1572442" cy="203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67E8CA8-2880-6EE8-E1F1-532B87E44025}"/>
              </a:ext>
            </a:extLst>
          </p:cNvPr>
          <p:cNvSpPr txBox="1"/>
          <p:nvPr/>
        </p:nvSpPr>
        <p:spPr>
          <a:xfrm>
            <a:off x="2687973" y="2231908"/>
            <a:ext cx="123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力学台車</a:t>
            </a:r>
          </a:p>
        </p:txBody>
      </p: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A8C6E051-1417-E6B1-3A5C-30F50768F43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12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0256E-6 -1.85185E-6 L 0.05993 -1.85185E-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63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8974E-6 -3.7037E-7 L 0.72901 -3.7037E-7 " pathEditMode="relative" rAng="0" ptsTypes="AA">
                                      <p:cBhvr>
                                        <p:cTn id="3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6" grpId="0" animBg="1"/>
      <p:bldP spid="30" grpId="0"/>
      <p:bldP spid="30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C9326E-F5FC-4DEF-FF40-E526BAE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8EDABF0B-4559-66E8-30DB-5E7FDAB2D2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水平面で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傾きがない</a:t>
            </a: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ところで成り立つ．</a:t>
            </a:r>
            <a:endParaRPr lang="en-US" altLang="ja-JP" sz="3600" dirty="0">
              <a:latin typeface="+mn-ea"/>
              <a:cs typeface="CMU Serif" panose="02000603000000000000" pitchFamily="2" charset="0"/>
            </a:endParaRPr>
          </a:p>
          <a:p>
            <a:pPr marL="583038" indent="-583038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指で台車を押すと，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等速で</a:t>
            </a:r>
            <a:r>
              <a:rPr lang="ja-JP" altLang="en-US" sz="3600" dirty="0">
                <a:latin typeface="+mn-ea"/>
                <a:cs typeface="CMU Serif" panose="02000603000000000000" pitchFamily="2" charset="0"/>
              </a:rPr>
              <a:t>運動をし始める．</a:t>
            </a:r>
            <a:endParaRPr lang="en-US" altLang="ja-JP" sz="3600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33AD0B1-49B3-F69B-0447-C63C0132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等速直線運動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BF3309D-6A83-58C9-7683-2FCD1E883622}"/>
              </a:ext>
            </a:extLst>
          </p:cNvPr>
          <p:cNvSpPr/>
          <p:nvPr/>
        </p:nvSpPr>
        <p:spPr>
          <a:xfrm>
            <a:off x="2735612" y="3456450"/>
            <a:ext cx="6632506" cy="524261"/>
          </a:xfrm>
          <a:prstGeom prst="rect">
            <a:avLst/>
          </a:prstGeom>
          <a:gradFill flip="none" rotWithShape="1">
            <a:gsLst>
              <a:gs pos="0">
                <a:srgbClr val="996633">
                  <a:tint val="66000"/>
                  <a:satMod val="160000"/>
                </a:srgbClr>
              </a:gs>
              <a:gs pos="50000">
                <a:srgbClr val="996633">
                  <a:tint val="44500"/>
                  <a:satMod val="160000"/>
                </a:srgbClr>
              </a:gs>
              <a:gs pos="100000">
                <a:srgbClr val="996633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99663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>
                <a:solidFill>
                  <a:srgbClr val="996633"/>
                </a:solidFill>
              </a:rPr>
              <a:t>地面</a:t>
            </a:r>
            <a:endParaRPr kumimoji="1" lang="ja-JP" altLang="en-US" sz="2400" dirty="0">
              <a:solidFill>
                <a:srgbClr val="996633"/>
              </a:solidFill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FCF49EF-146F-3DBA-C663-25AADB25F636}"/>
              </a:ext>
            </a:extLst>
          </p:cNvPr>
          <p:cNvGrpSpPr/>
          <p:nvPr/>
        </p:nvGrpSpPr>
        <p:grpSpPr>
          <a:xfrm>
            <a:off x="2735612" y="2654108"/>
            <a:ext cx="1138517" cy="802342"/>
            <a:chOff x="1075765" y="3890682"/>
            <a:chExt cx="1138517" cy="802342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58A67866-5363-9198-3E91-DC3DA9EAF5CC}"/>
                </a:ext>
              </a:extLst>
            </p:cNvPr>
            <p:cNvSpPr/>
            <p:nvPr/>
          </p:nvSpPr>
          <p:spPr>
            <a:xfrm>
              <a:off x="1075765" y="3890682"/>
              <a:ext cx="1138517" cy="69028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4B0E3A88-6431-00BE-4915-8CC77917B53F}"/>
                </a:ext>
              </a:extLst>
            </p:cNvPr>
            <p:cNvSpPr/>
            <p:nvPr/>
          </p:nvSpPr>
          <p:spPr>
            <a:xfrm>
              <a:off x="1265984" y="4468906"/>
              <a:ext cx="224118" cy="22411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36A052F1-62E5-2787-46A0-642C1344EAA1}"/>
                </a:ext>
              </a:extLst>
            </p:cNvPr>
            <p:cNvSpPr/>
            <p:nvPr/>
          </p:nvSpPr>
          <p:spPr>
            <a:xfrm>
              <a:off x="1799384" y="4468906"/>
              <a:ext cx="224118" cy="22411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8" name="Picture 2" descr="人差し指を立てた手のイラスト（甲）">
            <a:extLst>
              <a:ext uri="{FF2B5EF4-FFF2-40B4-BE49-F238E27FC236}">
                <a16:creationId xmlns:a16="http://schemas.microsoft.com/office/drawing/2014/main" id="{620649B7-E6B1-1211-8A57-16A5B3563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87298" flipH="1">
            <a:off x="426944" y="1694107"/>
            <a:ext cx="1572442" cy="203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F299ECF-DD21-099F-0F39-BD5DA8D45F6E}"/>
              </a:ext>
            </a:extLst>
          </p:cNvPr>
          <p:cNvSpPr txBox="1"/>
          <p:nvPr/>
        </p:nvSpPr>
        <p:spPr>
          <a:xfrm>
            <a:off x="2687973" y="2231908"/>
            <a:ext cx="123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力学台車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CF6A69-C2FC-CD3B-2480-DDCD04DB090D}"/>
              </a:ext>
            </a:extLst>
          </p:cNvPr>
          <p:cNvSpPr/>
          <p:nvPr/>
        </p:nvSpPr>
        <p:spPr>
          <a:xfrm>
            <a:off x="2504273" y="4725197"/>
            <a:ext cx="2319188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EDFB4CC-1338-EDFD-68B4-739D0AC6E8BC}"/>
              </a:ext>
            </a:extLst>
          </p:cNvPr>
          <p:cNvSpPr/>
          <p:nvPr/>
        </p:nvSpPr>
        <p:spPr>
          <a:xfrm>
            <a:off x="4569293" y="5628277"/>
            <a:ext cx="1572427" cy="733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DB863439-73EE-05A0-C705-CD8EEAD2CB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46870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V1">
      <a:majorFont>
        <a:latin typeface="Pretendard JP Medium"/>
        <a:ea typeface="ヒカリ角ゴ Normal Medium"/>
        <a:cs typeface=""/>
      </a:majorFont>
      <a:minorFont>
        <a:latin typeface="Pretendard JP Black"/>
        <a:ea typeface="ヒカリ角ゴ Normal Heavy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0280F33B-D706-4565-98F8-51DFD03F8C13}" vid="{D7991047-7DB5-4FC6-B505-CACDAF3623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245C1308-2604-4AA3-B0EC-F7AB28321689}">
  <we:reference id="wa104381526" version="1.0.0.2" store="ja-JP" storeType="OMEX"/>
  <we:alternateReferences>
    <we:reference id="WA104381526" version="1.0.0.2" store="WA104381526" storeType="OMEX"/>
  </we:alternateReferences>
  <we:properties>
    <we:property name="FormID" value="&quot;nRkAosEjxEmgSwxl_i0fIOjLR-mPRGJFqaFmWKzSWiFUMUExR0hBM1dVSlZHUUNHWDdEVkpFNFgxQy4u&quot;"/>
    <we:property name="FormMode" value="&quot;DesignTim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45AB746-2F89-4D20-9D92-3BB9398E935E}">
  <we:reference id="wa104381526" version="1.0.0.2" store="ja-JP" storeType="OMEX"/>
  <we:alternateReferences>
    <we:reference id="WA104381526" version="1.0.0.2" store="WA104381526" storeType="OMEX"/>
  </we:alternateReferences>
  <we:properties>
    <we:property name="FormID" value="&quot;nRkAosEjxEmgSwxl_i0fIOjLR-mPRGJFqaFmWKzSWiFUQ05NRURNUjNJR1EwUEtORkFDMzZQNVNQWC4u&quot;"/>
    <we:property name="FormMode" value="&quot;DesignTim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CF84E-3EFE-4EC9-AB6C-7D53083CF2F0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4952ab04-0ae3-4d00-bda6-702fdc5fffab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a9997899-e6ea-448c-9370-6665c1cb1ca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556F4D6-31A5-4692-BD03-E6D6534FF5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12A431-86F1-4D8E-AC27-86C6F4A4DCAA}">
  <ds:schemaRefs>
    <ds:schemaRef ds:uri="4952ab04-0ae3-4d00-bda6-702fdc5fffab"/>
    <ds:schemaRef ds:uri="a9997899-e6ea-448c-9370-6665c1cb1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1891</TotalTime>
  <Words>1365</Words>
  <Application>Microsoft Office PowerPoint</Application>
  <PresentationFormat>A4 210 x 297 mm</PresentationFormat>
  <Paragraphs>252</Paragraphs>
  <Slides>43</Slides>
  <Notes>0</Notes>
  <HiddenSlides>17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43</vt:i4>
      </vt:variant>
    </vt:vector>
  </HeadingPairs>
  <TitlesOfParts>
    <vt:vector size="47" baseType="lpstr">
      <vt:lpstr>游ゴシック</vt:lpstr>
      <vt:lpstr>Arial</vt:lpstr>
      <vt:lpstr>Wingdings</vt:lpstr>
      <vt:lpstr>Template</vt:lpstr>
      <vt:lpstr>思考実験1</vt:lpstr>
      <vt:lpstr>思考実験1</vt:lpstr>
      <vt:lpstr>思考実験1</vt:lpstr>
      <vt:lpstr>力を加えると？</vt:lpstr>
      <vt:lpstr>力を加えると？</vt:lpstr>
      <vt:lpstr>力を加えると？</vt:lpstr>
      <vt:lpstr>力を加えると？</vt:lpstr>
      <vt:lpstr>力を加えると？</vt:lpstr>
      <vt:lpstr>手を離すと？</vt:lpstr>
      <vt:lpstr>手を離すと？</vt:lpstr>
      <vt:lpstr>力の性質 No. 1</vt:lpstr>
      <vt:lpstr>力の性質 No. 1</vt:lpstr>
      <vt:lpstr>ロバート・フック （A.Ｄ. 1635-1703年）</vt:lpstr>
      <vt:lpstr>ロバート・フック （A.Ｄ. 1635-1703年）</vt:lpstr>
      <vt:lpstr>バネが伸縮する</vt:lpstr>
      <vt:lpstr>バネが伸縮する</vt:lpstr>
      <vt:lpstr>思考実験2</vt:lpstr>
      <vt:lpstr>思考実験2</vt:lpstr>
      <vt:lpstr>思考実験2</vt:lpstr>
      <vt:lpstr>思考実験2</vt:lpstr>
      <vt:lpstr>力の性質 No. 2</vt:lpstr>
      <vt:lpstr>力の性質 No. 2</vt:lpstr>
      <vt:lpstr>物体はナマケモノ？</vt:lpstr>
      <vt:lpstr>物体はナマケモノ？</vt:lpstr>
      <vt:lpstr>だるま落とし</vt:lpstr>
      <vt:lpstr>テーブルクロス引き</vt:lpstr>
      <vt:lpstr>法則とは？</vt:lpstr>
      <vt:lpstr>法則とは？</vt:lpstr>
      <vt:lpstr>等速直線運動</vt:lpstr>
      <vt:lpstr>等速直線運動</vt:lpstr>
      <vt:lpstr>直流電源は一定である</vt:lpstr>
      <vt:lpstr>直流電源は一定である</vt:lpstr>
      <vt:lpstr>交流電源は波である</vt:lpstr>
      <vt:lpstr>交流電源は波である</vt:lpstr>
      <vt:lpstr>コンセントにも＋と－がある</vt:lpstr>
      <vt:lpstr>記録タイマ―とは</vt:lpstr>
      <vt:lpstr>記録テープの取り扱い</vt:lpstr>
      <vt:lpstr>速さってなに？</vt:lpstr>
      <vt:lpstr>水平面と垂直面</vt:lpstr>
      <vt:lpstr>水平面と垂直面</vt:lpstr>
      <vt:lpstr>水平面と垂直面</vt:lpstr>
      <vt:lpstr>等速直線運動</vt:lpstr>
      <vt:lpstr>等速直線運動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Hojicya</cp:lastModifiedBy>
  <cp:revision>155</cp:revision>
  <cp:lastPrinted>2025-07-26T19:55:07Z</cp:lastPrinted>
  <dcterms:created xsi:type="dcterms:W3CDTF">2025-07-12T17:38:21Z</dcterms:created>
  <dcterms:modified xsi:type="dcterms:W3CDTF">2025-08-10T10:13:09Z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