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7" r:id="rId5"/>
    <p:sldId id="283" r:id="rId6"/>
    <p:sldId id="266" r:id="rId7"/>
    <p:sldId id="268" r:id="rId8"/>
    <p:sldId id="269" r:id="rId9"/>
    <p:sldId id="272" r:id="rId10"/>
    <p:sldId id="270" r:id="rId11"/>
    <p:sldId id="273" r:id="rId12"/>
    <p:sldId id="274" r:id="rId13"/>
    <p:sldId id="277" r:id="rId14"/>
    <p:sldId id="295" r:id="rId15"/>
    <p:sldId id="296" r:id="rId16"/>
    <p:sldId id="278" r:id="rId17"/>
    <p:sldId id="275" r:id="rId18"/>
    <p:sldId id="289" r:id="rId19"/>
    <p:sldId id="288" r:id="rId20"/>
    <p:sldId id="290" r:id="rId21"/>
    <p:sldId id="284" r:id="rId22"/>
    <p:sldId id="276" r:id="rId23"/>
    <p:sldId id="286" r:id="rId24"/>
  </p:sldIdLst>
  <p:sldSz cx="12192000" cy="6858000"/>
  <p:notesSz cx="6858000" cy="9144000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2596" autoAdjust="0"/>
    <p:restoredTop sz="94660"/>
  </p:normalViewPr>
  <p:slideViewPr>
    <p:cSldViewPr snapToGrid="0">
      <p:cViewPr varScale="1">
        <p:scale>
          <a:sx n="49" d="100"/>
          <a:sy n="49" d="100"/>
        </p:scale>
        <p:origin x="30" y="513"/>
      </p:cViewPr>
      <p:guideLst>
        <p:guide orient="horz" pos="1440"/>
        <p:guide pos="19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handoutMaster" Target="handoutMasters/handoutMaster1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notesMaster" Target="notesMasters/notesMaster1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viewProps" Target="viewProp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microsoft.com/office/2016/11/relationships/changesInfo" Target="changesInfos/changesInfo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テラヤユウキ" userId="e947cbe8-448f-4562-a9a1-6658acd25a21" providerId="ADAL" clId="{1370505A-9331-DC40-A070-AF25C21C3F41}"/>
    <pc:docChg chg="custSel addSld modSld">
      <pc:chgData name="テラヤユウキ" userId="e947cbe8-448f-4562-a9a1-6658acd25a21" providerId="ADAL" clId="{1370505A-9331-DC40-A070-AF25C21C3F41}" dt="2025-01-04T10:14:49.288" v="38" actId="478"/>
      <pc:docMkLst>
        <pc:docMk/>
      </pc:docMkLst>
      <pc:sldChg chg="addSp delSp modSp add delAnim">
        <pc:chgData name="テラヤユウキ" userId="e947cbe8-448f-4562-a9a1-6658acd25a21" providerId="ADAL" clId="{1370505A-9331-DC40-A070-AF25C21C3F41}" dt="2025-01-04T10:14:49.288" v="38" actId="478"/>
        <pc:sldMkLst>
          <pc:docMk/>
          <pc:sldMk cId="1636931944" sldId="274"/>
        </pc:sldMkLst>
      </pc:sldChg>
    </pc:docChg>
  </pc:docChgLst>
  <pc:docChgLst>
    <pc:chgData name="テラヤユウキ" userId="S::bryu23236@g.nihon-u.ac.jp::e947cbe8-448f-4562-a9a1-6658acd25a21" providerId="AD" clId="Web-{64003703-1535-C1E0-8AA5-46D6DC603E23}"/>
    <pc:docChg chg="modSld">
      <pc:chgData name="テラヤユウキ" userId="S::bryu23236@g.nihon-u.ac.jp::e947cbe8-448f-4562-a9a1-6658acd25a21" providerId="AD" clId="Web-{64003703-1535-C1E0-8AA5-46D6DC603E23}" dt="2025-01-10T09:25:32.967" v="4"/>
      <pc:docMkLst>
        <pc:docMk/>
      </pc:docMkLst>
      <pc:sldChg chg="modAnim">
        <pc:chgData name="テラヤユウキ" userId="S::bryu23236@g.nihon-u.ac.jp::e947cbe8-448f-4562-a9a1-6658acd25a21" providerId="AD" clId="Web-{64003703-1535-C1E0-8AA5-46D6DC603E23}" dt="2025-01-10T09:24:33.463" v="3"/>
        <pc:sldMkLst>
          <pc:docMk/>
          <pc:sldMk cId="2684073810" sldId="293"/>
        </pc:sldMkLst>
      </pc:sldChg>
      <pc:sldChg chg="modAnim">
        <pc:chgData name="テラヤユウキ" userId="S::bryu23236@g.nihon-u.ac.jp::e947cbe8-448f-4562-a9a1-6658acd25a21" providerId="AD" clId="Web-{64003703-1535-C1E0-8AA5-46D6DC603E23}" dt="2025-01-10T09:25:32.967" v="4"/>
        <pc:sldMkLst>
          <pc:docMk/>
          <pc:sldMk cId="2154399126" sldId="294"/>
        </pc:sldMkLst>
      </pc:sldChg>
      <pc:sldChg chg="modAnim">
        <pc:chgData name="テラヤユウキ" userId="S::bryu23236@g.nihon-u.ac.jp::e947cbe8-448f-4562-a9a1-6658acd25a21" providerId="AD" clId="Web-{64003703-1535-C1E0-8AA5-46D6DC603E23}" dt="2025-01-10T09:23:39.662" v="2"/>
        <pc:sldMkLst>
          <pc:docMk/>
          <pc:sldMk cId="1750979433" sldId="298"/>
        </pc:sldMkLst>
      </pc:sldChg>
    </pc:docChg>
  </pc:docChgLst>
  <pc:docChgLst>
    <pc:chgData name="テラヤユウキ" userId="e947cbe8-448f-4562-a9a1-6658acd25a21" providerId="ADAL" clId="{71DEF4A9-66D9-3F45-AD89-40E35C222568}"/>
    <pc:docChg chg="modSld">
      <pc:chgData name="テラヤユウキ" userId="e947cbe8-448f-4562-a9a1-6658acd25a21" providerId="ADAL" clId="{71DEF4A9-66D9-3F45-AD89-40E35C222568}" dt="2025-01-07T18:06:29.084" v="2" actId="27696"/>
      <pc:docMkLst>
        <pc:docMk/>
      </pc:docMkLst>
      <pc:sldChg chg="modAnim">
        <pc:chgData name="テラヤユウキ" userId="e947cbe8-448f-4562-a9a1-6658acd25a21" providerId="ADAL" clId="{71DEF4A9-66D9-3F45-AD89-40E35C222568}" dt="2025-01-07T18:06:29.084" v="2" actId="27696"/>
        <pc:sldMkLst>
          <pc:docMk/>
          <pc:sldMk cId="4213643943" sldId="270"/>
        </pc:sldMkLst>
      </pc:sldChg>
    </pc:docChg>
  </pc:docChgLst>
  <pc:docChgLst>
    <pc:chgData name="テラヤユウキ" userId="S::bryu23236@g.nihon-u.ac.jp::e947cbe8-448f-4562-a9a1-6658acd25a21" providerId="AD" clId="Web-{024A2FA8-3D1E-38A9-9648-2A17A4B99CFB}"/>
    <pc:docChg chg="modSld">
      <pc:chgData name="テラヤユウキ" userId="S::bryu23236@g.nihon-u.ac.jp::e947cbe8-448f-4562-a9a1-6658acd25a21" providerId="AD" clId="Web-{024A2FA8-3D1E-38A9-9648-2A17A4B99CFB}" dt="2025-01-10T14:13:29.362" v="0"/>
      <pc:docMkLst>
        <pc:docMk/>
      </pc:docMkLst>
      <pc:sldChg chg="modAnim">
        <pc:chgData name="テラヤユウキ" userId="S::bryu23236@g.nihon-u.ac.jp::e947cbe8-448f-4562-a9a1-6658acd25a21" providerId="AD" clId="Web-{024A2FA8-3D1E-38A9-9648-2A17A4B99CFB}" dt="2025-01-10T14:13:29.362" v="0"/>
        <pc:sldMkLst>
          <pc:docMk/>
          <pc:sldMk cId="683975408" sldId="302"/>
        </pc:sldMkLst>
      </pc:sldChg>
    </pc:docChg>
  </pc:docChgLst>
  <pc:docChgLst>
    <pc:chgData name="テラヤユウキ" userId="e947cbe8-448f-4562-a9a1-6658acd25a21" providerId="ADAL" clId="{4FECAB95-B6F0-9D43-BD6C-7653BFA6DEBE}"/>
    <pc:docChg chg="undo custSel addSld delSld modSld">
      <pc:chgData name="テラヤユウキ" userId="e947cbe8-448f-4562-a9a1-6658acd25a21" providerId="ADAL" clId="{4FECAB95-B6F0-9D43-BD6C-7653BFA6DEBE}" dt="2025-01-13T15:21:03.781" v="629" actId="1076"/>
      <pc:docMkLst>
        <pc:docMk/>
      </pc:docMkLst>
      <pc:sldChg chg="addSp delSp modSp addAnim delAnim">
        <pc:chgData name="テラヤユウキ" userId="e947cbe8-448f-4562-a9a1-6658acd25a21" providerId="ADAL" clId="{4FECAB95-B6F0-9D43-BD6C-7653BFA6DEBE}" dt="2025-01-12T10:53:29.886" v="163" actId="478"/>
        <pc:sldMkLst>
          <pc:docMk/>
          <pc:sldMk cId="3484294162" sldId="291"/>
        </pc:sldMkLst>
      </pc:sldChg>
      <pc:sldChg chg="addSp delSp modSp">
        <pc:chgData name="テラヤユウキ" userId="e947cbe8-448f-4562-a9a1-6658acd25a21" providerId="ADAL" clId="{4FECAB95-B6F0-9D43-BD6C-7653BFA6DEBE}" dt="2025-01-12T10:39:16.645" v="109" actId="207"/>
        <pc:sldMkLst>
          <pc:docMk/>
          <pc:sldMk cId="3270744845" sldId="306"/>
        </pc:sldMkLst>
      </pc:sldChg>
      <pc:sldChg chg="modSp">
        <pc:chgData name="テラヤユウキ" userId="e947cbe8-448f-4562-a9a1-6658acd25a21" providerId="ADAL" clId="{4FECAB95-B6F0-9D43-BD6C-7653BFA6DEBE}" dt="2025-01-12T11:09:03.196" v="289" actId="207"/>
        <pc:sldMkLst>
          <pc:docMk/>
          <pc:sldMk cId="2589716625" sldId="309"/>
        </pc:sldMkLst>
      </pc:sldChg>
      <pc:sldChg chg="addSp delSp modSp modTransition">
        <pc:chgData name="テラヤユウキ" userId="e947cbe8-448f-4562-a9a1-6658acd25a21" providerId="ADAL" clId="{4FECAB95-B6F0-9D43-BD6C-7653BFA6DEBE}" dt="2025-01-13T13:52:46.446" v="322" actId="21"/>
        <pc:sldMkLst>
          <pc:docMk/>
          <pc:sldMk cId="4069459457" sldId="311"/>
        </pc:sldMkLst>
      </pc:sldChg>
      <pc:sldChg chg="addSp delSp modSp modTransition addAnim">
        <pc:chgData name="テラヤユウキ" userId="e947cbe8-448f-4562-a9a1-6658acd25a21" providerId="ADAL" clId="{4FECAB95-B6F0-9D43-BD6C-7653BFA6DEBE}" dt="2025-01-12T11:00:28.080" v="173" actId="12563"/>
        <pc:sldMkLst>
          <pc:docMk/>
          <pc:sldMk cId="934028079" sldId="312"/>
        </pc:sldMkLst>
      </pc:sldChg>
      <pc:sldChg chg="del">
        <pc:chgData name="テラヤユウキ" userId="e947cbe8-448f-4562-a9a1-6658acd25a21" providerId="ADAL" clId="{4FECAB95-B6F0-9D43-BD6C-7653BFA6DEBE}" dt="2025-01-12T11:09:42.592" v="290" actId="2696"/>
        <pc:sldMkLst>
          <pc:docMk/>
          <pc:sldMk cId="1413324607" sldId="313"/>
        </pc:sldMkLst>
      </pc:sldChg>
      <pc:sldChg chg="addAnim delAnim">
        <pc:chgData name="テラヤユウキ" userId="e947cbe8-448f-4562-a9a1-6658acd25a21" providerId="ADAL" clId="{4FECAB95-B6F0-9D43-BD6C-7653BFA6DEBE}" dt="2025-01-12T13:29:36.794" v="292" actId="27704"/>
        <pc:sldMkLst>
          <pc:docMk/>
          <pc:sldMk cId="2843614987" sldId="314"/>
        </pc:sldMkLst>
      </pc:sldChg>
      <pc:sldChg chg="addSp delSp modSp new modTransition addAnim">
        <pc:chgData name="テラヤユウキ" userId="e947cbe8-448f-4562-a9a1-6658acd25a21" providerId="ADAL" clId="{4FECAB95-B6F0-9D43-BD6C-7653BFA6DEBE}" dt="2025-01-12T11:00:35.486" v="175" actId="12563"/>
        <pc:sldMkLst>
          <pc:docMk/>
          <pc:sldMk cId="4229215115" sldId="315"/>
        </pc:sldMkLst>
      </pc:sldChg>
      <pc:sldChg chg="modSp">
        <pc:chgData name="テラヤユウキ" userId="e947cbe8-448f-4562-a9a1-6658acd25a21" providerId="ADAL" clId="{4FECAB95-B6F0-9D43-BD6C-7653BFA6DEBE}" dt="2025-01-13T14:19:33.158" v="572" actId="20577"/>
        <pc:sldMkLst>
          <pc:docMk/>
          <pc:sldMk cId="3959896509" sldId="321"/>
        </pc:sldMkLst>
      </pc:sldChg>
      <pc:sldChg chg="addSp delSp modSp addAnim delAnim modAnim">
        <pc:chgData name="テラヤユウキ" userId="e947cbe8-448f-4562-a9a1-6658acd25a21" providerId="ADAL" clId="{4FECAB95-B6F0-9D43-BD6C-7653BFA6DEBE}" dt="2025-01-13T15:21:03.781" v="629" actId="1076"/>
        <pc:sldMkLst>
          <pc:docMk/>
          <pc:sldMk cId="4264573747" sldId="326"/>
        </pc:sldMkLst>
      </pc:sldChg>
      <pc:sldChg chg="addSp delSp modSp new addAnim">
        <pc:chgData name="テラヤユウキ" userId="e947cbe8-448f-4562-a9a1-6658acd25a21" providerId="ADAL" clId="{4FECAB95-B6F0-9D43-BD6C-7653BFA6DEBE}" dt="2025-01-13T14:17:45.526" v="554" actId="20577"/>
        <pc:sldMkLst>
          <pc:docMk/>
          <pc:sldMk cId="4082989662" sldId="328"/>
        </pc:sldMkLst>
      </pc:sldChg>
    </pc:docChg>
  </pc:docChgLst>
  <pc:docChgLst>
    <pc:chgData name="テラヤユウキ" userId="e947cbe8-448f-4562-a9a1-6658acd25a21" providerId="ADAL" clId="{B4F9AE0B-047A-0A44-86DF-45E87D1F11B1}"/>
    <pc:docChg chg="custSel addSld delSld modSld sldOrd">
      <pc:chgData name="テラヤユウキ" userId="e947cbe8-448f-4562-a9a1-6658acd25a21" providerId="ADAL" clId="{B4F9AE0B-047A-0A44-86DF-45E87D1F11B1}" dt="2025-01-10T03:42:48.740" v="56" actId="14100"/>
      <pc:docMkLst>
        <pc:docMk/>
      </pc:docMkLst>
      <pc:sldChg chg="addSp delSp modSp">
        <pc:chgData name="テラヤユウキ" userId="e947cbe8-448f-4562-a9a1-6658acd25a21" providerId="ADAL" clId="{B4F9AE0B-047A-0A44-86DF-45E87D1F11B1}" dt="2025-01-10T03:38:07.716" v="27" actId="21"/>
        <pc:sldMkLst>
          <pc:docMk/>
          <pc:sldMk cId="4258908283" sldId="275"/>
        </pc:sldMkLst>
      </pc:sldChg>
      <pc:sldChg chg="modTransition">
        <pc:chgData name="テラヤユウキ" userId="e947cbe8-448f-4562-a9a1-6658acd25a21" providerId="ADAL" clId="{B4F9AE0B-047A-0A44-86DF-45E87D1F11B1}" dt="2025-01-09T23:46:46.820" v="0" actId="12563"/>
        <pc:sldMkLst>
          <pc:docMk/>
          <pc:sldMk cId="2154399126" sldId="294"/>
        </pc:sldMkLst>
      </pc:sldChg>
      <pc:sldChg chg="modSp">
        <pc:chgData name="テラヤユウキ" userId="e947cbe8-448f-4562-a9a1-6658acd25a21" providerId="ADAL" clId="{B4F9AE0B-047A-0A44-86DF-45E87D1F11B1}" dt="2025-01-10T03:42:48.740" v="56" actId="14100"/>
        <pc:sldMkLst>
          <pc:docMk/>
          <pc:sldMk cId="3137580264" sldId="300"/>
        </pc:sldMkLst>
      </pc:sldChg>
      <pc:sldChg chg="addSp delSp modSp new ord">
        <pc:chgData name="テラヤユウキ" userId="e947cbe8-448f-4562-a9a1-6658acd25a21" providerId="ADAL" clId="{B4F9AE0B-047A-0A44-86DF-45E87D1F11B1}" dt="2025-01-10T03:42:10.166" v="54" actId="20577"/>
        <pc:sldMkLst>
          <pc:docMk/>
          <pc:sldMk cId="1367902796" sldId="303"/>
        </pc:sldMkLst>
      </pc:sldChg>
      <pc:sldChg chg="new del">
        <pc:chgData name="テラヤユウキ" userId="e947cbe8-448f-4562-a9a1-6658acd25a21" providerId="ADAL" clId="{B4F9AE0B-047A-0A44-86DF-45E87D1F11B1}" dt="2025-01-10T03:35:39.438" v="2" actId="2696"/>
        <pc:sldMkLst>
          <pc:docMk/>
          <pc:sldMk cId="4151015113" sldId="303"/>
        </pc:sldMkLst>
      </pc:sldChg>
    </pc:docChg>
  </pc:docChgLst>
  <pc:docChgLst>
    <pc:chgData name="テラヤユウキ" userId="e947cbe8-448f-4562-a9a1-6658acd25a21" providerId="ADAL" clId="{D1822684-21B9-A74F-91EB-7C176D6BCE9F}"/>
    <pc:docChg chg="custSel modSld">
      <pc:chgData name="テラヤユウキ" userId="e947cbe8-448f-4562-a9a1-6658acd25a21" providerId="ADAL" clId="{D1822684-21B9-A74F-91EB-7C176D6BCE9F}" dt="2025-01-10T13:58:22.456" v="2" actId="22"/>
      <pc:docMkLst>
        <pc:docMk/>
      </pc:docMkLst>
      <pc:sldChg chg="addSp delSp delAnim">
        <pc:chgData name="テラヤユウキ" userId="e947cbe8-448f-4562-a9a1-6658acd25a21" providerId="ADAL" clId="{D1822684-21B9-A74F-91EB-7C176D6BCE9F}" dt="2025-01-10T13:58:22.456" v="2" actId="22"/>
        <pc:sldMkLst>
          <pc:docMk/>
          <pc:sldMk cId="2154399126" sldId="294"/>
        </pc:sldMkLst>
      </pc:sldChg>
    </pc:docChg>
  </pc:docChgLst>
  <pc:docChgLst>
    <pc:chgData name="テラヤユウキ" userId="e947cbe8-448f-4562-a9a1-6658acd25a21" providerId="ADAL" clId="{ABDA681A-A012-C746-9721-3D72DC6BA93B}"/>
    <pc:docChg chg="undo custSel modSld">
      <pc:chgData name="テラヤユウキ" userId="e947cbe8-448f-4562-a9a1-6658acd25a21" providerId="ADAL" clId="{ABDA681A-A012-C746-9721-3D72DC6BA93B}" dt="2025-01-10T09:10:10.411" v="76" actId="27696"/>
      <pc:docMkLst>
        <pc:docMk/>
      </pc:docMkLst>
      <pc:sldChg chg="addSp delSp modSp addAnim delAnim">
        <pc:chgData name="テラヤユウキ" userId="e947cbe8-448f-4562-a9a1-6658acd25a21" providerId="ADAL" clId="{ABDA681A-A012-C746-9721-3D72DC6BA93B}" dt="2025-01-10T09:07:47.161" v="70" actId="1076"/>
        <pc:sldMkLst>
          <pc:docMk/>
          <pc:sldMk cId="2154399126" sldId="294"/>
        </pc:sldMkLst>
      </pc:sldChg>
      <pc:sldChg chg="addSp delSp modSp addAnim delAnim">
        <pc:chgData name="テラヤユウキ" userId="e947cbe8-448f-4562-a9a1-6658acd25a21" providerId="ADAL" clId="{ABDA681A-A012-C746-9721-3D72DC6BA93B}" dt="2025-01-10T09:10:10.411" v="76" actId="27696"/>
        <pc:sldMkLst>
          <pc:docMk/>
          <pc:sldMk cId="1750979433" sldId="298"/>
        </pc:sldMkLst>
      </pc:sldChg>
    </pc:docChg>
  </pc:docChgLst>
  <pc:docChgLst>
    <pc:chgData name="テラヤユウキ" userId="S::bryu23236@g.nihon-u.ac.jp::e947cbe8-448f-4562-a9a1-6658acd25a21" providerId="AD" clId="Web-{91228798-2677-CE7C-25AE-FD10BA3B91C0}"/>
    <pc:docChg chg="modSld">
      <pc:chgData name="テラヤユウキ" userId="S::bryu23236@g.nihon-u.ac.jp::e947cbe8-448f-4562-a9a1-6658acd25a21" providerId="AD" clId="Web-{91228798-2677-CE7C-25AE-FD10BA3B91C0}" dt="2025-01-10T09:19:40.378" v="0"/>
      <pc:docMkLst>
        <pc:docMk/>
      </pc:docMkLst>
      <pc:sldChg chg="modAnim">
        <pc:chgData name="テラヤユウキ" userId="S::bryu23236@g.nihon-u.ac.jp::e947cbe8-448f-4562-a9a1-6658acd25a21" providerId="AD" clId="Web-{91228798-2677-CE7C-25AE-FD10BA3B91C0}" dt="2025-01-10T09:19:40.378" v="0"/>
        <pc:sldMkLst>
          <pc:docMk/>
          <pc:sldMk cId="1750979433" sldId="298"/>
        </pc:sldMkLst>
      </pc:sldChg>
    </pc:docChg>
  </pc:docChgLst>
  <pc:docChgLst>
    <pc:chgData name="テラヤユウキ" userId="e947cbe8-448f-4562-a9a1-6658acd25a21" providerId="ADAL" clId="{505B18AD-A144-A14C-B37E-C36889515A04}"/>
    <pc:docChg chg="undo custSel addSld modSld sldOrd">
      <pc:chgData name="テラヤユウキ" userId="e947cbe8-448f-4562-a9a1-6658acd25a21" providerId="ADAL" clId="{505B18AD-A144-A14C-B37E-C36889515A04}" dt="2025-01-11T07:30:55.475" v="219" actId="27704"/>
      <pc:docMkLst>
        <pc:docMk/>
      </pc:docMkLst>
      <pc:sldChg chg="addSp delSp modSp addAnim delAnim">
        <pc:chgData name="テラヤユウキ" userId="e947cbe8-448f-4562-a9a1-6658acd25a21" providerId="ADAL" clId="{505B18AD-A144-A14C-B37E-C36889515A04}" dt="2025-01-11T07:30:55.475" v="219" actId="27704"/>
        <pc:sldMkLst>
          <pc:docMk/>
          <pc:sldMk cId="1367902796" sldId="303"/>
        </pc:sldMkLst>
      </pc:sldChg>
      <pc:sldChg chg="addSp delSp modSp new ord addAnim">
        <pc:chgData name="テラヤユウキ" userId="e947cbe8-448f-4562-a9a1-6658acd25a21" providerId="ADAL" clId="{505B18AD-A144-A14C-B37E-C36889515A04}" dt="2025-01-11T07:27:22.929" v="214" actId="20577"/>
        <pc:sldMkLst>
          <pc:docMk/>
          <pc:sldMk cId="2589716625" sldId="309"/>
        </pc:sldMkLst>
      </pc:sldChg>
    </pc:docChg>
  </pc:docChgLst>
  <pc:docChgLst>
    <pc:chgData name="テラヤユウキ" userId="e947cbe8-448f-4562-a9a1-6658acd25a21" providerId="ADAL" clId="{743F06BB-4768-9044-BC3B-9D9313A5F2B2}"/>
    <pc:docChg chg="modSld">
      <pc:chgData name="テラヤユウキ" userId="e947cbe8-448f-4562-a9a1-6658acd25a21" providerId="ADAL" clId="{743F06BB-4768-9044-BC3B-9D9313A5F2B2}" dt="2025-01-04T08:33:50.893" v="9" actId="20577"/>
      <pc:docMkLst>
        <pc:docMk/>
      </pc:docMkLst>
      <pc:sldChg chg="modSp">
        <pc:chgData name="テラヤユウキ" userId="e947cbe8-448f-4562-a9a1-6658acd25a21" providerId="ADAL" clId="{743F06BB-4768-9044-BC3B-9D9313A5F2B2}" dt="2025-01-04T08:33:50.893" v="9" actId="20577"/>
        <pc:sldMkLst>
          <pc:docMk/>
          <pc:sldMk cId="2943566339" sldId="257"/>
        </pc:sldMkLst>
      </pc:sldChg>
    </pc:docChg>
  </pc:docChgLst>
  <pc:docChgLst>
    <pc:chgData name="テラヤユウキ" userId="S::bryu23236@g.nihon-u.ac.jp::e947cbe8-448f-4562-a9a1-6658acd25a21" providerId="AD" clId="Web-{34E27D71-F064-B6AB-D08C-D24EA5F81781}"/>
    <pc:docChg chg="modSld">
      <pc:chgData name="テラヤユウキ" userId="S::bryu23236@g.nihon-u.ac.jp::e947cbe8-448f-4562-a9a1-6658acd25a21" providerId="AD" clId="Web-{34E27D71-F064-B6AB-D08C-D24EA5F81781}" dt="2025-01-10T14:09:22.282" v="4"/>
      <pc:docMkLst>
        <pc:docMk/>
      </pc:docMkLst>
      <pc:sldChg chg="modAnim">
        <pc:chgData name="テラヤユウキ" userId="S::bryu23236@g.nihon-u.ac.jp::e947cbe8-448f-4562-a9a1-6658acd25a21" providerId="AD" clId="Web-{34E27D71-F064-B6AB-D08C-D24EA5F81781}" dt="2025-01-10T14:05:27.101" v="1"/>
        <pc:sldMkLst>
          <pc:docMk/>
          <pc:sldMk cId="2154399126" sldId="294"/>
        </pc:sldMkLst>
      </pc:sldChg>
      <pc:sldChg chg="modAnim">
        <pc:chgData name="テラヤユウキ" userId="S::bryu23236@g.nihon-u.ac.jp::e947cbe8-448f-4562-a9a1-6658acd25a21" providerId="AD" clId="Web-{34E27D71-F064-B6AB-D08C-D24EA5F81781}" dt="2025-01-10T14:07:31.450" v="2"/>
        <pc:sldMkLst>
          <pc:docMk/>
          <pc:sldMk cId="1750979433" sldId="298"/>
        </pc:sldMkLst>
      </pc:sldChg>
      <pc:sldChg chg="modAnim">
        <pc:chgData name="テラヤユウキ" userId="S::bryu23236@g.nihon-u.ac.jp::e947cbe8-448f-4562-a9a1-6658acd25a21" providerId="AD" clId="Web-{34E27D71-F064-B6AB-D08C-D24EA5F81781}" dt="2025-01-10T14:08:06.889" v="3"/>
        <pc:sldMkLst>
          <pc:docMk/>
          <pc:sldMk cId="3137580264" sldId="300"/>
        </pc:sldMkLst>
      </pc:sldChg>
      <pc:sldChg chg="modAnim">
        <pc:chgData name="テラヤユウキ" userId="S::bryu23236@g.nihon-u.ac.jp::e947cbe8-448f-4562-a9a1-6658acd25a21" providerId="AD" clId="Web-{34E27D71-F064-B6AB-D08C-D24EA5F81781}" dt="2025-01-10T14:09:22.282" v="4"/>
        <pc:sldMkLst>
          <pc:docMk/>
          <pc:sldMk cId="683975408" sldId="302"/>
        </pc:sldMkLst>
      </pc:sldChg>
    </pc:docChg>
  </pc:docChgLst>
  <pc:docChgLst>
    <pc:chgData name="テラヤユウキ" userId="e947cbe8-448f-4562-a9a1-6658acd25a21" providerId="ADAL" clId="{FDB054C2-649E-104E-B6D8-41D0F50F6915}"/>
    <pc:docChg chg="custSel modSld">
      <pc:chgData name="テラヤユウキ" userId="e947cbe8-448f-4562-a9a1-6658acd25a21" providerId="ADAL" clId="{FDB054C2-649E-104E-B6D8-41D0F50F6915}" dt="2025-01-12T09:35:44.956" v="60" actId="14100"/>
      <pc:docMkLst>
        <pc:docMk/>
      </pc:docMkLst>
      <pc:sldChg chg="modSp">
        <pc:chgData name="テラヤユウキ" userId="e947cbe8-448f-4562-a9a1-6658acd25a21" providerId="ADAL" clId="{FDB054C2-649E-104E-B6D8-41D0F50F6915}" dt="2025-01-10T15:06:19.188" v="9" actId="20577"/>
        <pc:sldMkLst>
          <pc:docMk/>
          <pc:sldMk cId="2684073810" sldId="293"/>
        </pc:sldMkLst>
      </pc:sldChg>
      <pc:sldChg chg="modSp">
        <pc:chgData name="テラヤユウキ" userId="e947cbe8-448f-4562-a9a1-6658acd25a21" providerId="ADAL" clId="{FDB054C2-649E-104E-B6D8-41D0F50F6915}" dt="2025-01-10T15:06:28.008" v="15" actId="20577"/>
        <pc:sldMkLst>
          <pc:docMk/>
          <pc:sldMk cId="2154399126" sldId="294"/>
        </pc:sldMkLst>
      </pc:sldChg>
      <pc:sldChg chg="modSp">
        <pc:chgData name="テラヤユウキ" userId="e947cbe8-448f-4562-a9a1-6658acd25a21" providerId="ADAL" clId="{FDB054C2-649E-104E-B6D8-41D0F50F6915}" dt="2025-01-10T15:06:36.890" v="27" actId="20577"/>
        <pc:sldMkLst>
          <pc:docMk/>
          <pc:sldMk cId="1750979433" sldId="298"/>
        </pc:sldMkLst>
      </pc:sldChg>
      <pc:sldChg chg="modSp">
        <pc:chgData name="テラヤユウキ" userId="e947cbe8-448f-4562-a9a1-6658acd25a21" providerId="ADAL" clId="{FDB054C2-649E-104E-B6D8-41D0F50F6915}" dt="2025-01-10T15:06:50.253" v="39" actId="20577"/>
        <pc:sldMkLst>
          <pc:docMk/>
          <pc:sldMk cId="2304706444" sldId="299"/>
        </pc:sldMkLst>
      </pc:sldChg>
      <pc:sldChg chg="modSp">
        <pc:chgData name="テラヤユウキ" userId="e947cbe8-448f-4562-a9a1-6658acd25a21" providerId="ADAL" clId="{FDB054C2-649E-104E-B6D8-41D0F50F6915}" dt="2025-01-10T15:06:43.735" v="33" actId="20577"/>
        <pc:sldMkLst>
          <pc:docMk/>
          <pc:sldMk cId="3137580264" sldId="300"/>
        </pc:sldMkLst>
      </pc:sldChg>
      <pc:sldChg chg="modSp">
        <pc:chgData name="テラヤユウキ" userId="e947cbe8-448f-4562-a9a1-6658acd25a21" providerId="ADAL" clId="{FDB054C2-649E-104E-B6D8-41D0F50F6915}" dt="2025-01-10T15:06:57.341" v="45" actId="20577"/>
        <pc:sldMkLst>
          <pc:docMk/>
          <pc:sldMk cId="555979333" sldId="301"/>
        </pc:sldMkLst>
      </pc:sldChg>
      <pc:sldChg chg="modSp">
        <pc:chgData name="テラヤユウキ" userId="e947cbe8-448f-4562-a9a1-6658acd25a21" providerId="ADAL" clId="{FDB054C2-649E-104E-B6D8-41D0F50F6915}" dt="2025-01-10T15:07:04.483" v="53" actId="20577"/>
        <pc:sldMkLst>
          <pc:docMk/>
          <pc:sldMk cId="683975408" sldId="302"/>
        </pc:sldMkLst>
      </pc:sldChg>
      <pc:sldChg chg="addSp delSp modSp">
        <pc:chgData name="テラヤユウキ" userId="e947cbe8-448f-4562-a9a1-6658acd25a21" providerId="ADAL" clId="{FDB054C2-649E-104E-B6D8-41D0F50F6915}" dt="2025-01-12T09:35:44.956" v="60" actId="14100"/>
        <pc:sldMkLst>
          <pc:docMk/>
          <pc:sldMk cId="934028079" sldId="312"/>
        </pc:sldMkLst>
      </pc:sldChg>
    </pc:docChg>
  </pc:docChgLst>
  <pc:docChgLst>
    <pc:chgData name="テラヤユウキ" userId="e947cbe8-448f-4562-a9a1-6658acd25a21" providerId="ADAL" clId="{00E7D83E-F033-DA41-9CE2-EFE4B1C7DF7B}"/>
    <pc:docChg chg="undo custSel addSld delSld modSld">
      <pc:chgData name="テラヤユウキ" userId="e947cbe8-448f-4562-a9a1-6658acd25a21" providerId="ADAL" clId="{00E7D83E-F033-DA41-9CE2-EFE4B1C7DF7B}" dt="2025-01-03T19:30:14.229" v="120" actId="2696"/>
      <pc:docMkLst>
        <pc:docMk/>
      </pc:docMkLst>
      <pc:sldChg chg="addSp delSp modSp mod modClrScheme chgLayout">
        <pc:chgData name="テラヤユウキ" userId="e947cbe8-448f-4562-a9a1-6658acd25a21" providerId="ADAL" clId="{00E7D83E-F033-DA41-9CE2-EFE4B1C7DF7B}" dt="2025-01-03T09:11:42.667" v="4" actId="700"/>
        <pc:sldMkLst>
          <pc:docMk/>
          <pc:sldMk cId="2943566339" sldId="257"/>
        </pc:sldMkLst>
      </pc:sldChg>
      <pc:sldChg chg="modSp">
        <pc:chgData name="テラヤユウキ" userId="e947cbe8-448f-4562-a9a1-6658acd25a21" providerId="ADAL" clId="{00E7D83E-F033-DA41-9CE2-EFE4B1C7DF7B}" dt="2025-01-03T08:58:24.975" v="2" actId="207"/>
        <pc:sldMkLst>
          <pc:docMk/>
          <pc:sldMk cId="3151611293" sldId="263"/>
        </pc:sldMkLst>
      </pc:sldChg>
      <pc:sldChg chg="addSp delSp modSp new mod modClrScheme addAnim chgLayout">
        <pc:chgData name="テラヤユウキ" userId="e947cbe8-448f-4562-a9a1-6658acd25a21" providerId="ADAL" clId="{00E7D83E-F033-DA41-9CE2-EFE4B1C7DF7B}" dt="2025-01-03T09:18:55.150" v="118" actId="27696"/>
        <pc:sldMkLst>
          <pc:docMk/>
          <pc:sldMk cId="731149295" sldId="265"/>
        </pc:sldMkLst>
      </pc:sldChg>
      <pc:sldChg chg="addSp modSp new del mod modClrScheme chgLayout">
        <pc:chgData name="テラヤユウキ" userId="e947cbe8-448f-4562-a9a1-6658acd25a21" providerId="ADAL" clId="{00E7D83E-F033-DA41-9CE2-EFE4B1C7DF7B}" dt="2025-01-03T09:14:46.027" v="41" actId="2696"/>
        <pc:sldMkLst>
          <pc:docMk/>
          <pc:sldMk cId="2376340360" sldId="265"/>
        </pc:sldMkLst>
      </pc:sldChg>
      <pc:sldChg chg="new del">
        <pc:chgData name="テラヤユウキ" userId="e947cbe8-448f-4562-a9a1-6658acd25a21" providerId="ADAL" clId="{00E7D83E-F033-DA41-9CE2-EFE4B1C7DF7B}" dt="2025-01-03T09:14:26.459" v="39" actId="2696"/>
        <pc:sldMkLst>
          <pc:docMk/>
          <pc:sldMk cId="2118002192" sldId="266"/>
        </pc:sldMkLst>
      </pc:sldChg>
      <pc:sldChg chg="new del">
        <pc:chgData name="テラヤユウキ" userId="e947cbe8-448f-4562-a9a1-6658acd25a21" providerId="ADAL" clId="{00E7D83E-F033-DA41-9CE2-EFE4B1C7DF7B}" dt="2025-01-03T19:30:14.229" v="120" actId="2696"/>
        <pc:sldMkLst>
          <pc:docMk/>
          <pc:sldMk cId="1674870286" sldId="275"/>
        </pc:sldMkLst>
      </pc:sldChg>
    </pc:docChg>
  </pc:docChgLst>
  <pc:docChgLst>
    <pc:chgData name="テラヤユウキ" userId="e947cbe8-448f-4562-a9a1-6658acd25a21" providerId="ADAL" clId="{9C82CC2C-5461-4689-8A98-0039C83A4819}"/>
    <pc:docChg chg="undo redo custSel addSld delSld modSld sldOrd">
      <pc:chgData name="テラヤユウキ" userId="e947cbe8-448f-4562-a9a1-6658acd25a21" providerId="ADAL" clId="{9C82CC2C-5461-4689-8A98-0039C83A4819}" dt="2025-01-03T19:17:06.645" v="2998"/>
      <pc:docMkLst>
        <pc:docMk/>
      </pc:docMkLst>
      <pc:sldChg chg="modSp mod">
        <pc:chgData name="テラヤユウキ" userId="e947cbe8-448f-4562-a9a1-6658acd25a21" providerId="ADAL" clId="{9C82CC2C-5461-4689-8A98-0039C83A4819}" dt="2025-01-03T15:54:27.445" v="1266" actId="20577"/>
        <pc:sldMkLst>
          <pc:docMk/>
          <pc:sldMk cId="2943566339" sldId="257"/>
        </pc:sldMkLst>
      </pc:sldChg>
      <pc:sldChg chg="modTransition">
        <pc:chgData name="テラヤユウキ" userId="e947cbe8-448f-4562-a9a1-6658acd25a21" providerId="ADAL" clId="{9C82CC2C-5461-4689-8A98-0039C83A4819}" dt="2025-01-03T18:38:08.775" v="2860"/>
        <pc:sldMkLst>
          <pc:docMk/>
          <pc:sldMk cId="3151611293" sldId="263"/>
        </pc:sldMkLst>
      </pc:sldChg>
      <pc:sldChg chg="modTransition">
        <pc:chgData name="テラヤユウキ" userId="e947cbe8-448f-4562-a9a1-6658acd25a21" providerId="ADAL" clId="{9C82CC2C-5461-4689-8A98-0039C83A4819}" dt="2025-01-03T18:38:08.775" v="2860"/>
        <pc:sldMkLst>
          <pc:docMk/>
          <pc:sldMk cId="2935026027" sldId="264"/>
        </pc:sldMkLst>
      </pc:sldChg>
      <pc:sldChg chg="addSp delSp modSp del mod delAnim">
        <pc:chgData name="テラヤユウキ" userId="e947cbe8-448f-4562-a9a1-6658acd25a21" providerId="ADAL" clId="{9C82CC2C-5461-4689-8A98-0039C83A4819}" dt="2025-01-03T14:07:31.511" v="29" actId="47"/>
        <pc:sldMkLst>
          <pc:docMk/>
          <pc:sldMk cId="731149295" sldId="265"/>
        </pc:sldMkLst>
      </pc:sldChg>
      <pc:sldChg chg="addSp delSp modSp new mod modTransition modAnim">
        <pc:chgData name="テラヤユウキ" userId="e947cbe8-448f-4562-a9a1-6658acd25a21" providerId="ADAL" clId="{9C82CC2C-5461-4689-8A98-0039C83A4819}" dt="2025-01-03T18:38:08.775" v="2860"/>
        <pc:sldMkLst>
          <pc:docMk/>
          <pc:sldMk cId="2111881497" sldId="266"/>
        </pc:sldMkLst>
      </pc:sldChg>
      <pc:sldChg chg="addSp delSp modSp new del mod ord">
        <pc:chgData name="テラヤユウキ" userId="e947cbe8-448f-4562-a9a1-6658acd25a21" providerId="ADAL" clId="{9C82CC2C-5461-4689-8A98-0039C83A4819}" dt="2025-01-03T15:22:46.902" v="630" actId="47"/>
        <pc:sldMkLst>
          <pc:docMk/>
          <pc:sldMk cId="116382910" sldId="267"/>
        </pc:sldMkLst>
      </pc:sldChg>
      <pc:sldChg chg="addSp delSp modSp new mod modTransition modAnim">
        <pc:chgData name="テラヤユウキ" userId="e947cbe8-448f-4562-a9a1-6658acd25a21" providerId="ADAL" clId="{9C82CC2C-5461-4689-8A98-0039C83A4819}" dt="2025-01-03T18:38:08.775" v="2860"/>
        <pc:sldMkLst>
          <pc:docMk/>
          <pc:sldMk cId="2544884949" sldId="268"/>
        </pc:sldMkLst>
      </pc:sldChg>
      <pc:sldChg chg="delSp modSp new del mod">
        <pc:chgData name="テラヤユウキ" userId="e947cbe8-448f-4562-a9a1-6658acd25a21" providerId="ADAL" clId="{9C82CC2C-5461-4689-8A98-0039C83A4819}" dt="2025-01-03T15:21:22.024" v="629" actId="47"/>
        <pc:sldMkLst>
          <pc:docMk/>
          <pc:sldMk cId="545031645" sldId="269"/>
        </pc:sldMkLst>
      </pc:sldChg>
      <pc:sldChg chg="addSp delSp modSp new mod modTransition addAnim delAnim modAnim">
        <pc:chgData name="テラヤユウキ" userId="e947cbe8-448f-4562-a9a1-6658acd25a21" providerId="ADAL" clId="{9C82CC2C-5461-4689-8A98-0039C83A4819}" dt="2025-01-03T18:38:08.775" v="2860"/>
        <pc:sldMkLst>
          <pc:docMk/>
          <pc:sldMk cId="2722565896" sldId="269"/>
        </pc:sldMkLst>
      </pc:sldChg>
      <pc:sldChg chg="addSp delSp modSp add del mod">
        <pc:chgData name="テラヤユウキ" userId="e947cbe8-448f-4562-a9a1-6658acd25a21" providerId="ADAL" clId="{9C82CC2C-5461-4689-8A98-0039C83A4819}" dt="2025-01-03T15:24:56.999" v="645" actId="47"/>
        <pc:sldMkLst>
          <pc:docMk/>
          <pc:sldMk cId="46585835" sldId="270"/>
        </pc:sldMkLst>
      </pc:sldChg>
      <pc:sldChg chg="delSp modSp new mod modTransition modAnim">
        <pc:chgData name="テラヤユウキ" userId="e947cbe8-448f-4562-a9a1-6658acd25a21" providerId="ADAL" clId="{9C82CC2C-5461-4689-8A98-0039C83A4819}" dt="2025-01-03T18:52:33.824" v="2924"/>
        <pc:sldMkLst>
          <pc:docMk/>
          <pc:sldMk cId="4213643943" sldId="270"/>
        </pc:sldMkLst>
      </pc:sldChg>
      <pc:sldChg chg="addSp delSp modSp new mod modTransition chgLayout">
        <pc:chgData name="テラヤユウキ" userId="e947cbe8-448f-4562-a9a1-6658acd25a21" providerId="ADAL" clId="{9C82CC2C-5461-4689-8A98-0039C83A4819}" dt="2025-01-03T18:38:08.775" v="2860"/>
        <pc:sldMkLst>
          <pc:docMk/>
          <pc:sldMk cId="3575167222" sldId="271"/>
        </pc:sldMkLst>
      </pc:sldChg>
      <pc:sldChg chg="addSp delSp modSp new mod modTransition modAnim">
        <pc:chgData name="テラヤユウキ" userId="e947cbe8-448f-4562-a9a1-6658acd25a21" providerId="ADAL" clId="{9C82CC2C-5461-4689-8A98-0039C83A4819}" dt="2025-01-03T19:17:06.645" v="2998"/>
        <pc:sldMkLst>
          <pc:docMk/>
          <pc:sldMk cId="1472929300" sldId="272"/>
        </pc:sldMkLst>
      </pc:sldChg>
      <pc:sldChg chg="addSp delSp modSp new mod modTransition modAnim">
        <pc:chgData name="テラヤユウキ" userId="e947cbe8-448f-4562-a9a1-6658acd25a21" providerId="ADAL" clId="{9C82CC2C-5461-4689-8A98-0039C83A4819}" dt="2025-01-03T18:38:08.775" v="2860"/>
        <pc:sldMkLst>
          <pc:docMk/>
          <pc:sldMk cId="2570836392" sldId="273"/>
        </pc:sldMkLst>
      </pc:sldChg>
      <pc:sldChg chg="new">
        <pc:chgData name="テラヤユウキ" userId="e947cbe8-448f-4562-a9a1-6658acd25a21" providerId="ADAL" clId="{9C82CC2C-5461-4689-8A98-0039C83A4819}" dt="2025-01-03T18:56:36.787" v="2925" actId="680"/>
        <pc:sldMkLst>
          <pc:docMk/>
          <pc:sldMk cId="19273521" sldId="274"/>
        </pc:sldMkLst>
      </pc:sldChg>
    </pc:docChg>
  </pc:docChgLst>
  <pc:docChgLst>
    <pc:chgData name="テラヤユウキ" userId="e947cbe8-448f-4562-a9a1-6658acd25a21" providerId="ADAL" clId="{8ECA07A6-1C2A-BC40-A535-E74C660156DE}"/>
    <pc:docChg chg="modSld">
      <pc:chgData name="テラヤユウキ" userId="e947cbe8-448f-4562-a9a1-6658acd25a21" providerId="ADAL" clId="{8ECA07A6-1C2A-BC40-A535-E74C660156DE}" dt="2025-01-03T12:27:24.898" v="48" actId="207"/>
      <pc:docMkLst>
        <pc:docMk/>
      </pc:docMkLst>
      <pc:sldChg chg="modSp">
        <pc:chgData name="テラヤユウキ" userId="e947cbe8-448f-4562-a9a1-6658acd25a21" providerId="ADAL" clId="{8ECA07A6-1C2A-BC40-A535-E74C660156DE}" dt="2025-01-03T12:27:24.898" v="48" actId="207"/>
        <pc:sldMkLst>
          <pc:docMk/>
          <pc:sldMk cId="2943566339" sldId="257"/>
        </pc:sldMkLst>
      </pc:sldChg>
    </pc:docChg>
  </pc:docChgLst>
  <pc:docChgLst>
    <pc:chgData name="テラヤユウキ" userId="e947cbe8-448f-4562-a9a1-6658acd25a21" providerId="ADAL" clId="{1953BE4D-EE3F-4A8C-891E-0F3EDC778488}"/>
    <pc:docChg chg="undo redo custSel addSld delSld modSld sldOrd modMainMaster">
      <pc:chgData name="テラヤユウキ" userId="e947cbe8-448f-4562-a9a1-6658acd25a21" providerId="ADAL" clId="{1953BE4D-EE3F-4A8C-891E-0F3EDC778488}" dt="2025-01-22T09:09:45.464" v="7939" actId="207"/>
      <pc:docMkLst>
        <pc:docMk/>
      </pc:docMkLst>
      <pc:sldChg chg="addSp delSp modSp add del mod chgLayout">
        <pc:chgData name="テラヤユウキ" userId="e947cbe8-448f-4562-a9a1-6658acd25a21" providerId="ADAL" clId="{1953BE4D-EE3F-4A8C-891E-0F3EDC778488}" dt="2025-01-13T17:16:10.286" v="7910" actId="20577"/>
        <pc:sldMkLst>
          <pc:docMk/>
          <pc:sldMk cId="2943566339" sldId="257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2111881497" sldId="266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2544884949" sldId="268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2722565896" sldId="269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4213643943" sldId="270"/>
        </pc:sldMkLst>
      </pc:sldChg>
      <pc:sldChg chg="add del">
        <pc:chgData name="テラヤユウキ" userId="e947cbe8-448f-4562-a9a1-6658acd25a21" providerId="ADAL" clId="{1953BE4D-EE3F-4A8C-891E-0F3EDC778488}" dt="2025-01-14T04:27:10.220" v="7911" actId="47"/>
        <pc:sldMkLst>
          <pc:docMk/>
          <pc:sldMk cId="3575167222" sldId="271"/>
        </pc:sldMkLst>
      </pc:sldChg>
      <pc:sldChg chg="modSp add del">
        <pc:chgData name="テラヤユウキ" userId="e947cbe8-448f-4562-a9a1-6658acd25a21" providerId="ADAL" clId="{1953BE4D-EE3F-4A8C-891E-0F3EDC778488}" dt="2025-01-22T09:09:21.168" v="7938" actId="207"/>
        <pc:sldMkLst>
          <pc:docMk/>
          <pc:sldMk cId="1472929300" sldId="272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2570836392" sldId="273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1636931944" sldId="274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4258908283" sldId="275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3735375965" sldId="276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866537618" sldId="277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2731167145" sldId="278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3784218306" sldId="283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3787376473" sldId="284"/>
        </pc:sldMkLst>
      </pc:sldChg>
      <pc:sldChg chg="addSp delSp modSp add del ord">
        <pc:chgData name="テラヤユウキ" userId="e947cbe8-448f-4562-a9a1-6658acd25a21" providerId="ADAL" clId="{1953BE4D-EE3F-4A8C-891E-0F3EDC778488}" dt="2025-01-13T17:15:27.647" v="7881" actId="47"/>
        <pc:sldMkLst>
          <pc:docMk/>
          <pc:sldMk cId="4193977061" sldId="285"/>
        </pc:sldMkLst>
      </pc:sldChg>
      <pc:sldChg chg="modSp add del">
        <pc:chgData name="テラヤユウキ" userId="e947cbe8-448f-4562-a9a1-6658acd25a21" providerId="ADAL" clId="{1953BE4D-EE3F-4A8C-891E-0F3EDC778488}" dt="2025-01-22T09:09:45.464" v="7939" actId="207"/>
        <pc:sldMkLst>
          <pc:docMk/>
          <pc:sldMk cId="3022451105" sldId="286"/>
        </pc:sldMkLst>
      </pc:sldChg>
      <pc:sldChg chg="add del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382502174" sldId="287"/>
        </pc:sldMkLst>
      </pc:sldChg>
      <pc:sldChg chg="modSp add del mod">
        <pc:chgData name="テラヤユウキ" userId="e947cbe8-448f-4562-a9a1-6658acd25a21" providerId="ADAL" clId="{1953BE4D-EE3F-4A8C-891E-0F3EDC778488}" dt="2025-01-22T09:06:56.642" v="7937" actId="207"/>
        <pc:sldMkLst>
          <pc:docMk/>
          <pc:sldMk cId="3524526130" sldId="288"/>
        </pc:sldMkLst>
      </pc:sldChg>
      <pc:sldChg chg="modSp add del mod">
        <pc:chgData name="テラヤユウキ" userId="e947cbe8-448f-4562-a9a1-6658acd25a21" providerId="ADAL" clId="{1953BE4D-EE3F-4A8C-891E-0F3EDC778488}" dt="2025-01-14T04:28:28.946" v="7924" actId="113"/>
        <pc:sldMkLst>
          <pc:docMk/>
          <pc:sldMk cId="129232952" sldId="289"/>
        </pc:sldMkLst>
      </pc:sldChg>
      <pc:sldChg chg="modSp add del">
        <pc:chgData name="テラヤユウキ" userId="e947cbe8-448f-4562-a9a1-6658acd25a21" providerId="ADAL" clId="{1953BE4D-EE3F-4A8C-891E-0F3EDC778488}" dt="2025-01-14T04:29:15.347" v="7935" actId="20577"/>
        <pc:sldMkLst>
          <pc:docMk/>
          <pc:sldMk cId="1345430149" sldId="290"/>
        </pc:sldMkLst>
      </pc:sldChg>
      <pc:sldChg chg="delSp modSp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484294162" sldId="291"/>
        </pc:sldMkLst>
      </pc:sldChg>
      <pc:sldChg chg="modSp add del mod modAnim">
        <pc:chgData name="テラヤユウキ" userId="e947cbe8-448f-4562-a9a1-6658acd25a21" providerId="ADAL" clId="{1953BE4D-EE3F-4A8C-891E-0F3EDC778488}" dt="2025-01-13T16:55:42.216" v="7877" actId="47"/>
        <pc:sldMkLst>
          <pc:docMk/>
          <pc:sldMk cId="1526167159" sldId="292"/>
        </pc:sldMkLst>
      </pc:sldChg>
      <pc:sldChg chg="delSp modSp add del mod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684073810" sldId="293"/>
        </pc:sldMkLst>
      </pc:sldChg>
      <pc:sldChg chg="addSp delSp modSp add del mod modTransition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154399126" sldId="294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3610467192" sldId="295"/>
        </pc:sldMkLst>
      </pc:sldChg>
      <pc:sldChg chg="add del">
        <pc:chgData name="テラヤユウキ" userId="e947cbe8-448f-4562-a9a1-6658acd25a21" providerId="ADAL" clId="{1953BE4D-EE3F-4A8C-891E-0F3EDC778488}" dt="2025-01-12T07:16:59.829" v="2644"/>
        <pc:sldMkLst>
          <pc:docMk/>
          <pc:sldMk cId="3584774186" sldId="296"/>
        </pc:sldMkLst>
      </pc:sldChg>
      <pc:sldChg chg="addSp modSp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268788910" sldId="297"/>
        </pc:sldMkLst>
      </pc:sldChg>
      <pc:sldChg chg="addSp delSp modSp add del mod modTransition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750979433" sldId="298"/>
        </pc:sldMkLst>
      </pc:sldChg>
      <pc:sldChg chg="addSp modSp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304706444" sldId="299"/>
        </pc:sldMkLst>
      </pc:sldChg>
      <pc:sldChg chg="modSp add del mod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137580264" sldId="300"/>
        </pc:sldMkLst>
      </pc:sldChg>
      <pc:sldChg chg="addSp delSp modSp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555979333" sldId="301"/>
        </pc:sldMkLst>
      </pc:sldChg>
      <pc:sldChg chg="addSp delSp modSp add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683975408" sldId="302"/>
        </pc:sldMkLst>
      </pc:sldChg>
      <pc:sldChg chg="delSp add del mod delAnim">
        <pc:chgData name="テラヤユウキ" userId="e947cbe8-448f-4562-a9a1-6658acd25a21" providerId="ADAL" clId="{1953BE4D-EE3F-4A8C-891E-0F3EDC778488}" dt="2025-01-10T03:17:01.212" v="57" actId="47"/>
        <pc:sldMkLst>
          <pc:docMk/>
          <pc:sldMk cId="243335417" sldId="303"/>
        </pc:sldMkLst>
      </pc:sldChg>
      <pc:sldChg chg="addSp modSp add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367902796" sldId="303"/>
        </pc:sldMkLst>
      </pc:sldChg>
      <pc:sldChg chg="add del">
        <pc:chgData name="テラヤユウキ" userId="e947cbe8-448f-4562-a9a1-6658acd25a21" providerId="ADAL" clId="{1953BE4D-EE3F-4A8C-891E-0F3EDC778488}" dt="2025-01-10T03:21:21.912" v="139" actId="47"/>
        <pc:sldMkLst>
          <pc:docMk/>
          <pc:sldMk cId="2169408114" sldId="304"/>
        </pc:sldMkLst>
      </pc:sldChg>
      <pc:sldChg chg="addSp delSp modSp new add del mod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4133419504" sldId="304"/>
        </pc:sldMkLst>
      </pc:sldChg>
      <pc:sldChg chg="addSp delSp modSp new add del mod or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531580880" sldId="305"/>
        </pc:sldMkLst>
      </pc:sldChg>
      <pc:sldChg chg="add del">
        <pc:chgData name="テラヤユウキ" userId="e947cbe8-448f-4562-a9a1-6658acd25a21" providerId="ADAL" clId="{1953BE4D-EE3F-4A8C-891E-0F3EDC778488}" dt="2025-01-10T03:13:40.423" v="5"/>
        <pc:sldMkLst>
          <pc:docMk/>
          <pc:sldMk cId="3992541031" sldId="305"/>
        </pc:sldMkLst>
      </pc:sldChg>
      <pc:sldChg chg="addSp delSp modSp new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270744845" sldId="306"/>
        </pc:sldMkLst>
      </pc:sldChg>
      <pc:sldChg chg="addSp delSp modSp new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270290169" sldId="307"/>
        </pc:sldMkLst>
      </pc:sldChg>
      <pc:sldChg chg="delSp modSp add del mod delAnim">
        <pc:chgData name="テラヤユウキ" userId="e947cbe8-448f-4562-a9a1-6658acd25a21" providerId="ADAL" clId="{1953BE4D-EE3F-4A8C-891E-0F3EDC778488}" dt="2025-01-11T04:51:03.183" v="1811" actId="47"/>
        <pc:sldMkLst>
          <pc:docMk/>
          <pc:sldMk cId="1741160817" sldId="307"/>
        </pc:sldMkLst>
      </pc:sldChg>
      <pc:sldChg chg="delSp new del mod">
        <pc:chgData name="テラヤユウキ" userId="e947cbe8-448f-4562-a9a1-6658acd25a21" providerId="ADAL" clId="{1953BE4D-EE3F-4A8C-891E-0F3EDC778488}" dt="2025-01-11T04:52:00.317" v="1816" actId="47"/>
        <pc:sldMkLst>
          <pc:docMk/>
          <pc:sldMk cId="2760423151" sldId="307"/>
        </pc:sldMkLst>
      </pc:sldChg>
      <pc:sldChg chg="addSp delSp modSp new add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984568921" sldId="308"/>
        </pc:sldMkLst>
      </pc:sldChg>
      <pc:sldChg chg="del or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589716625" sldId="309"/>
        </pc:sldMkLst>
      </pc:sldChg>
      <pc:sldChg chg="addSp delSp modSp new del mod">
        <pc:chgData name="テラヤユウキ" userId="e947cbe8-448f-4562-a9a1-6658acd25a21" providerId="ADAL" clId="{1953BE4D-EE3F-4A8C-891E-0F3EDC778488}" dt="2025-01-12T07:38:39.004" v="3001" actId="47"/>
        <pc:sldMkLst>
          <pc:docMk/>
          <pc:sldMk cId="2350848530" sldId="310"/>
        </pc:sldMkLst>
      </pc:sldChg>
      <pc:sldChg chg="addSp delSp modSp new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4069459457" sldId="311"/>
        </pc:sldMkLst>
      </pc:sldChg>
      <pc:sldChg chg="modSp new del ord modTransition">
        <pc:chgData name="テラヤユウキ" userId="e947cbe8-448f-4562-a9a1-6658acd25a21" providerId="ADAL" clId="{1953BE4D-EE3F-4A8C-891E-0F3EDC778488}" dt="2025-01-12T16:46:05.301" v="4647" actId="47"/>
        <pc:sldMkLst>
          <pc:docMk/>
          <pc:sldMk cId="934028079" sldId="312"/>
        </pc:sldMkLst>
      </pc:sldChg>
      <pc:sldChg chg="delSp add del mod ord delAnim">
        <pc:chgData name="テラヤユウキ" userId="e947cbe8-448f-4562-a9a1-6658acd25a21" providerId="ADAL" clId="{1953BE4D-EE3F-4A8C-891E-0F3EDC778488}" dt="2025-01-12T07:54:31.910" v="3019" actId="47"/>
        <pc:sldMkLst>
          <pc:docMk/>
          <pc:sldMk cId="490680176" sldId="313"/>
        </pc:sldMkLst>
      </pc:sldChg>
      <pc:sldChg chg="modSp add ord modAnim">
        <pc:chgData name="テラヤユウキ" userId="e947cbe8-448f-4562-a9a1-6658acd25a21" providerId="ADAL" clId="{1953BE4D-EE3F-4A8C-891E-0F3EDC778488}" dt="2025-01-12T08:12:57.429" v="3139" actId="20577"/>
        <pc:sldMkLst>
          <pc:docMk/>
          <pc:sldMk cId="1413324607" sldId="313"/>
        </pc:sldMkLst>
      </pc:sldChg>
      <pc:sldChg chg="modSp add del ord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843614987" sldId="314"/>
        </pc:sldMkLst>
      </pc:sldChg>
      <pc:sldChg chg="addSp delSp modSp add del mod addAnim delAnim modAnim">
        <pc:chgData name="テラヤユウキ" userId="e947cbe8-448f-4562-a9a1-6658acd25a21" providerId="ADAL" clId="{1953BE4D-EE3F-4A8C-891E-0F3EDC778488}" dt="2025-01-12T15:51:37.377" v="3791" actId="47"/>
        <pc:sldMkLst>
          <pc:docMk/>
          <pc:sldMk cId="4229215115" sldId="315"/>
        </pc:sldMkLst>
      </pc:sldChg>
      <pc:sldChg chg="addSp delSp modSp del mod modAnim">
        <pc:chgData name="テラヤユウキ" userId="e947cbe8-448f-4562-a9a1-6658acd25a21" providerId="ADAL" clId="{1953BE4D-EE3F-4A8C-891E-0F3EDC778488}" dt="2025-01-12T16:46:14.123" v="4648" actId="47"/>
        <pc:sldMkLst>
          <pc:docMk/>
          <pc:sldMk cId="684705042" sldId="316"/>
        </pc:sldMkLst>
      </pc:sldChg>
      <pc:sldChg chg="addSp delSp modSp add del mod modAnim">
        <pc:chgData name="テラヤユウキ" userId="e947cbe8-448f-4562-a9a1-6658acd25a21" providerId="ADAL" clId="{1953BE4D-EE3F-4A8C-891E-0F3EDC778488}" dt="2025-01-12T15:51:38.213" v="3792" actId="47"/>
        <pc:sldMkLst>
          <pc:docMk/>
          <pc:sldMk cId="399648774" sldId="317"/>
        </pc:sldMkLst>
      </pc:sldChg>
      <pc:sldChg chg="addSp modSp add del mod modAnim">
        <pc:chgData name="テラヤユウキ" userId="e947cbe8-448f-4562-a9a1-6658acd25a21" providerId="ADAL" clId="{1953BE4D-EE3F-4A8C-891E-0F3EDC778488}" dt="2025-01-12T15:24:28.882" v="3523" actId="47"/>
        <pc:sldMkLst>
          <pc:docMk/>
          <pc:sldMk cId="509566959" sldId="317"/>
        </pc:sldMkLst>
      </pc:sldChg>
      <pc:sldChg chg="modSp add del mod modTransition">
        <pc:chgData name="テラヤユウキ" userId="e947cbe8-448f-4562-a9a1-6658acd25a21" providerId="ADAL" clId="{1953BE4D-EE3F-4A8C-891E-0F3EDC778488}" dt="2025-01-12T16:23:41.602" v="4293"/>
        <pc:sldMkLst>
          <pc:docMk/>
          <pc:sldMk cId="1646713652" sldId="317"/>
        </pc:sldMkLst>
      </pc:sldChg>
      <pc:sldChg chg="modSp add del mod modTransition">
        <pc:chgData name="テラヤユウキ" userId="e947cbe8-448f-4562-a9a1-6658acd25a21" providerId="ADAL" clId="{1953BE4D-EE3F-4A8C-891E-0F3EDC778488}" dt="2025-01-12T16:46:03.730" v="4646" actId="47"/>
        <pc:sldMkLst>
          <pc:docMk/>
          <pc:sldMk cId="2004655567" sldId="317"/>
        </pc:sldMkLst>
      </pc:sldChg>
      <pc:sldChg chg="addSp delSp modSp add del mod modTransition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339341978" sldId="318"/>
        </pc:sldMkLst>
      </pc:sldChg>
      <pc:sldChg chg="addSp delSp modSp add del mod modTransition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91066417" sldId="319"/>
        </pc:sldMkLst>
      </pc:sldChg>
      <pc:sldChg chg="add del">
        <pc:chgData name="テラヤユウキ" userId="e947cbe8-448f-4562-a9a1-6658acd25a21" providerId="ADAL" clId="{1953BE4D-EE3F-4A8C-891E-0F3EDC778488}" dt="2025-01-12T16:28:52.179" v="4325" actId="47"/>
        <pc:sldMkLst>
          <pc:docMk/>
          <pc:sldMk cId="382828229" sldId="319"/>
        </pc:sldMkLst>
      </pc:sldChg>
      <pc:sldChg chg="addSp delSp modSp add del mod">
        <pc:chgData name="テラヤユウキ" userId="e947cbe8-448f-4562-a9a1-6658acd25a21" providerId="ADAL" clId="{1953BE4D-EE3F-4A8C-891E-0F3EDC778488}" dt="2025-01-12T16:32:37.821" v="4363" actId="47"/>
        <pc:sldMkLst>
          <pc:docMk/>
          <pc:sldMk cId="1083974452" sldId="319"/>
        </pc:sldMkLst>
      </pc:sldChg>
      <pc:sldChg chg="new del">
        <pc:chgData name="テラヤユウキ" userId="e947cbe8-448f-4562-a9a1-6658acd25a21" providerId="ADAL" clId="{1953BE4D-EE3F-4A8C-891E-0F3EDC778488}" dt="2025-01-12T16:32:59.205" v="4367" actId="680"/>
        <pc:sldMkLst>
          <pc:docMk/>
          <pc:sldMk cId="2746287286" sldId="319"/>
        </pc:sldMkLst>
      </pc:sldChg>
      <pc:sldChg chg="modSp add del mod">
        <pc:chgData name="テラヤユウキ" userId="e947cbe8-448f-4562-a9a1-6658acd25a21" providerId="ADAL" clId="{1953BE4D-EE3F-4A8C-891E-0F3EDC778488}" dt="2025-01-12T16:32:43.713" v="4365" actId="47"/>
        <pc:sldMkLst>
          <pc:docMk/>
          <pc:sldMk cId="2506446777" sldId="320"/>
        </pc:sldMkLst>
      </pc:sldChg>
      <pc:sldChg chg="addSp delSp modSp new del mod ord modTransition delAnim modAnim">
        <pc:chgData name="テラヤユウキ" userId="e947cbe8-448f-4562-a9a1-6658acd25a21" providerId="ADAL" clId="{1953BE4D-EE3F-4A8C-891E-0F3EDC778488}" dt="2025-01-13T15:45:59.659" v="6794" actId="47"/>
        <pc:sldMkLst>
          <pc:docMk/>
          <pc:sldMk cId="2555448965" sldId="320"/>
        </pc:sldMkLst>
      </pc:sldChg>
      <pc:sldChg chg="addSp delSp modSp add del mod ord modTransition addAnim delAnim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959896509" sldId="321"/>
        </pc:sldMkLst>
      </pc:sldChg>
      <pc:sldChg chg="addSp delSp modSp add del mod modTransition modAnim">
        <pc:chgData name="テラヤユウキ" userId="e947cbe8-448f-4562-a9a1-6658acd25a21" providerId="ADAL" clId="{1953BE4D-EE3F-4A8C-891E-0F3EDC778488}" dt="2025-01-13T15:45:59.659" v="6794" actId="47"/>
        <pc:sldMkLst>
          <pc:docMk/>
          <pc:sldMk cId="3722250574" sldId="322"/>
        </pc:sldMkLst>
      </pc:sldChg>
      <pc:sldChg chg="addSp delSp modSp add del mod modTransition modAnim">
        <pc:chgData name="テラヤユウキ" userId="e947cbe8-448f-4562-a9a1-6658acd25a21" providerId="ADAL" clId="{1953BE4D-EE3F-4A8C-891E-0F3EDC778488}" dt="2025-01-13T15:45:59.659" v="6794" actId="47"/>
        <pc:sldMkLst>
          <pc:docMk/>
          <pc:sldMk cId="2824451972" sldId="323"/>
        </pc:sldMkLst>
      </pc:sldChg>
      <pc:sldChg chg="addSp delSp modSp add del mod modTransition modAnim">
        <pc:chgData name="テラヤユウキ" userId="e947cbe8-448f-4562-a9a1-6658acd25a21" providerId="ADAL" clId="{1953BE4D-EE3F-4A8C-891E-0F3EDC778488}" dt="2025-01-13T15:45:59.659" v="6794" actId="47"/>
        <pc:sldMkLst>
          <pc:docMk/>
          <pc:sldMk cId="2866413305" sldId="324"/>
        </pc:sldMkLst>
      </pc:sldChg>
      <pc:sldChg chg="addSp delSp modSp add del mod modTransition modAnim">
        <pc:chgData name="テラヤユウキ" userId="e947cbe8-448f-4562-a9a1-6658acd25a21" providerId="ADAL" clId="{1953BE4D-EE3F-4A8C-891E-0F3EDC778488}" dt="2025-01-13T15:45:59.659" v="6794" actId="47"/>
        <pc:sldMkLst>
          <pc:docMk/>
          <pc:sldMk cId="336462322" sldId="325"/>
        </pc:sldMkLst>
      </pc:sldChg>
      <pc:sldChg chg="modSp add del mod">
        <pc:chgData name="テラヤユウキ" userId="e947cbe8-448f-4562-a9a1-6658acd25a21" providerId="ADAL" clId="{1953BE4D-EE3F-4A8C-891E-0F3EDC778488}" dt="2025-01-12T17:54:19.776" v="5431" actId="47"/>
        <pc:sldMkLst>
          <pc:docMk/>
          <pc:sldMk cId="2925943867" sldId="325"/>
        </pc:sldMkLst>
      </pc:sldChg>
      <pc:sldChg chg="new del">
        <pc:chgData name="テラヤユウキ" userId="e947cbe8-448f-4562-a9a1-6658acd25a21" providerId="ADAL" clId="{1953BE4D-EE3F-4A8C-891E-0F3EDC778488}" dt="2025-01-12T18:18:52.261" v="5645" actId="47"/>
        <pc:sldMkLst>
          <pc:docMk/>
          <pc:sldMk cId="1370383425" sldId="326"/>
        </pc:sldMkLst>
      </pc:sldChg>
      <pc:sldChg chg="addSp delSp modSp new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4264573747" sldId="326"/>
        </pc:sldMkLst>
      </pc:sldChg>
      <pc:sldChg chg="addSp delSp modSp new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254530392" sldId="327"/>
        </pc:sldMkLst>
      </pc:sldChg>
      <pc:sldChg chg="modSp del modTransition">
        <pc:chgData name="テラヤユウキ" userId="e947cbe8-448f-4562-a9a1-6658acd25a21" providerId="ADAL" clId="{1953BE4D-EE3F-4A8C-891E-0F3EDC778488}" dt="2025-01-13T17:15:27.647" v="7881" actId="47"/>
        <pc:sldMkLst>
          <pc:docMk/>
          <pc:sldMk cId="4082989662" sldId="328"/>
        </pc:sldMkLst>
      </pc:sldChg>
      <pc:sldChg chg="modSp new del mod modTransition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903985896" sldId="329"/>
        </pc:sldMkLst>
      </pc:sldChg>
      <pc:sldChg chg="addSp delSp modSp new del mod modTransition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1798227602" sldId="330"/>
        </pc:sldMkLst>
      </pc:sldChg>
      <pc:sldChg chg="addSp delSp modSp new del mod modAnim">
        <pc:chgData name="テラヤユウキ" userId="e947cbe8-448f-4562-a9a1-6658acd25a21" providerId="ADAL" clId="{1953BE4D-EE3F-4A8C-891E-0F3EDC778488}" dt="2025-01-13T17:15:27.647" v="7881" actId="47"/>
        <pc:sldMkLst>
          <pc:docMk/>
          <pc:sldMk cId="388801428" sldId="331"/>
        </pc:sldMkLst>
      </pc:sldChg>
      <pc:sldChg chg="modSp new del mod">
        <pc:chgData name="テラヤユウキ" userId="e947cbe8-448f-4562-a9a1-6658acd25a21" providerId="ADAL" clId="{1953BE4D-EE3F-4A8C-891E-0F3EDC778488}" dt="2025-01-13T16:53:13.183" v="7834" actId="47"/>
        <pc:sldMkLst>
          <pc:docMk/>
          <pc:sldMk cId="1874933201" sldId="331"/>
        </pc:sldMkLst>
      </pc:sldChg>
      <pc:sldMasterChg chg="modSldLayout">
        <pc:chgData name="テラヤユウキ" userId="e947cbe8-448f-4562-a9a1-6658acd25a21" providerId="ADAL" clId="{1953BE4D-EE3F-4A8C-891E-0F3EDC778488}" dt="2025-01-13T16:51:49.627" v="7831"/>
        <pc:sldMasterMkLst>
          <pc:docMk/>
          <pc:sldMasterMk cId="0" sldId="2147483648"/>
        </pc:sldMasterMkLst>
        <pc:sldLayoutChg chg="addSp delSp modSp mod">
          <pc:chgData name="テラヤユウキ" userId="e947cbe8-448f-4562-a9a1-6658acd25a21" providerId="ADAL" clId="{1953BE4D-EE3F-4A8C-891E-0F3EDC778488}" dt="2025-01-10T05:45:51.589" v="288" actId="478"/>
          <pc:sldLayoutMkLst>
            <pc:docMk/>
            <pc:sldMasterMk cId="0" sldId="2147483648"/>
            <pc:sldLayoutMk cId="3803697210" sldId="2147483656"/>
          </pc:sldLayoutMkLst>
        </pc:sldLayoutChg>
        <pc:sldLayoutChg chg="addSp delSp modSp mod">
          <pc:chgData name="テラヤユウキ" userId="e947cbe8-448f-4562-a9a1-6658acd25a21" providerId="ADAL" clId="{1953BE4D-EE3F-4A8C-891E-0F3EDC778488}" dt="2025-01-13T16:51:49.627" v="7831"/>
          <pc:sldLayoutMkLst>
            <pc:docMk/>
            <pc:sldMasterMk cId="0" sldId="2147483648"/>
            <pc:sldLayoutMk cId="1136062383" sldId="2147483669"/>
          </pc:sldLayoutMkLst>
        </pc:sldLayoutChg>
      </pc:sldMasterChg>
    </pc:docChg>
  </pc:docChgLst>
  <pc:docChgLst>
    <pc:chgData name="テラヤユウキ" userId="e947cbe8-448f-4562-a9a1-6658acd25a21" providerId="ADAL" clId="{0AE3EC24-F24C-FC40-BF44-5842271FC0A0}"/>
    <pc:docChg chg="undo custSel modSld">
      <pc:chgData name="テラヤユウキ" userId="e947cbe8-448f-4562-a9a1-6658acd25a21" providerId="ADAL" clId="{0AE3EC24-F24C-FC40-BF44-5842271FC0A0}" dt="2025-01-04T19:58:19.423" v="55" actId="20577"/>
      <pc:docMkLst>
        <pc:docMk/>
      </pc:docMkLst>
      <pc:sldChg chg="modSp">
        <pc:chgData name="テラヤユウキ" userId="e947cbe8-448f-4562-a9a1-6658acd25a21" providerId="ADAL" clId="{0AE3EC24-F24C-FC40-BF44-5842271FC0A0}" dt="2025-01-04T19:58:19.423" v="55" actId="20577"/>
        <pc:sldMkLst>
          <pc:docMk/>
          <pc:sldMk cId="2943566339" sldId="257"/>
        </pc:sldMkLst>
      </pc:sldChg>
    </pc:docChg>
  </pc:docChgLst>
  <pc:docChgLst>
    <pc:chgData name="テラヤユウキ" userId="e947cbe8-448f-4562-a9a1-6658acd25a21" providerId="ADAL" clId="{48D5DE97-E5DA-D649-B297-B2D3F2738754}"/>
    <pc:docChg chg="undo custSel addSld delSld modSld sldOrd">
      <pc:chgData name="テラヤユウキ" userId="e947cbe8-448f-4562-a9a1-6658acd25a21" providerId="ADAL" clId="{48D5DE97-E5DA-D649-B297-B2D3F2738754}" dt="2025-01-12T19:23:58.544" v="415" actId="22"/>
      <pc:docMkLst>
        <pc:docMk/>
      </pc:docMkLst>
      <pc:sldChg chg="add del">
        <pc:chgData name="テラヤユウキ" userId="e947cbe8-448f-4562-a9a1-6658acd25a21" providerId="ADAL" clId="{48D5DE97-E5DA-D649-B297-B2D3F2738754}" dt="2025-01-09T16:34:22.872" v="139" actId="21"/>
        <pc:sldMkLst>
          <pc:docMk/>
          <pc:sldMk cId="2943566339" sldId="257"/>
        </pc:sldMkLst>
      </pc:sldChg>
      <pc:sldChg chg="modSp modTransition">
        <pc:chgData name="テラヤユウキ" userId="e947cbe8-448f-4562-a9a1-6658acd25a21" providerId="ADAL" clId="{48D5DE97-E5DA-D649-B297-B2D3F2738754}" dt="2025-01-07T07:42:54.364" v="80" actId="1076"/>
        <pc:sldMkLst>
          <pc:docMk/>
          <pc:sldMk cId="4258908283" sldId="275"/>
        </pc:sldMkLst>
      </pc:sldChg>
      <pc:sldChg chg="modTransition">
        <pc:chgData name="テラヤユウキ" userId="e947cbe8-448f-4562-a9a1-6658acd25a21" providerId="ADAL" clId="{48D5DE97-E5DA-D649-B297-B2D3F2738754}" dt="2025-01-04T16:55:05.053" v="1" actId="12563"/>
        <pc:sldMkLst>
          <pc:docMk/>
          <pc:sldMk cId="3735375965" sldId="276"/>
        </pc:sldMkLst>
      </pc:sldChg>
      <pc:sldChg chg="modSp">
        <pc:chgData name="テラヤユウキ" userId="e947cbe8-448f-4562-a9a1-6658acd25a21" providerId="ADAL" clId="{48D5DE97-E5DA-D649-B297-B2D3F2738754}" dt="2025-01-07T07:43:21.817" v="82" actId="1076"/>
        <pc:sldMkLst>
          <pc:docMk/>
          <pc:sldMk cId="866537618" sldId="277"/>
        </pc:sldMkLst>
      </pc:sldChg>
      <pc:sldChg chg="modSp">
        <pc:chgData name="テラヤユウキ" userId="e947cbe8-448f-4562-a9a1-6658acd25a21" providerId="ADAL" clId="{48D5DE97-E5DA-D649-B297-B2D3F2738754}" dt="2025-01-07T07:44:44.043" v="124" actId="20577"/>
        <pc:sldMkLst>
          <pc:docMk/>
          <pc:sldMk cId="3022451105" sldId="286"/>
        </pc:sldMkLst>
      </pc:sldChg>
      <pc:sldChg chg="addSp delSp modSp add del modTransition">
        <pc:chgData name="テラヤユウキ" userId="e947cbe8-448f-4562-a9a1-6658acd25a21" providerId="ADAL" clId="{48D5DE97-E5DA-D649-B297-B2D3F2738754}" dt="2025-01-08T04:07:39.648" v="137" actId="20577"/>
        <pc:sldMkLst>
          <pc:docMk/>
          <pc:sldMk cId="3524526130" sldId="288"/>
        </pc:sldMkLst>
      </pc:sldChg>
      <pc:sldChg chg="addSp delSp modSp modTransition">
        <pc:chgData name="テラヤユウキ" userId="e947cbe8-448f-4562-a9a1-6658acd25a21" providerId="ADAL" clId="{48D5DE97-E5DA-D649-B297-B2D3F2738754}" dt="2025-01-07T07:41:20.853" v="72" actId="14100"/>
        <pc:sldMkLst>
          <pc:docMk/>
          <pc:sldMk cId="129232952" sldId="289"/>
        </pc:sldMkLst>
      </pc:sldChg>
      <pc:sldChg chg="delSp modSp modTransition addAnim delAnim">
        <pc:chgData name="テラヤユウキ" userId="e947cbe8-448f-4562-a9a1-6658acd25a21" providerId="ADAL" clId="{48D5DE97-E5DA-D649-B297-B2D3F2738754}" dt="2025-01-09T16:39:47.955" v="145" actId="114"/>
        <pc:sldMkLst>
          <pc:docMk/>
          <pc:sldMk cId="1345430149" sldId="290"/>
        </pc:sldMkLst>
      </pc:sldChg>
      <pc:sldChg chg="modSp">
        <pc:chgData name="テラヤユウキ" userId="e947cbe8-448f-4562-a9a1-6658acd25a21" providerId="ADAL" clId="{48D5DE97-E5DA-D649-B297-B2D3F2738754}" dt="2025-01-10T05:06:04.766" v="204" actId="114"/>
        <pc:sldMkLst>
          <pc:docMk/>
          <pc:sldMk cId="1526167159" sldId="292"/>
        </pc:sldMkLst>
      </pc:sldChg>
      <pc:sldChg chg="addAnim modAnim">
        <pc:chgData name="テラヤユウキ" userId="e947cbe8-448f-4562-a9a1-6658acd25a21" providerId="ADAL" clId="{48D5DE97-E5DA-D649-B297-B2D3F2738754}" dt="2025-01-09T16:50:55.667" v="202" actId="27700"/>
        <pc:sldMkLst>
          <pc:docMk/>
          <pc:sldMk cId="2684073810" sldId="293"/>
        </pc:sldMkLst>
      </pc:sldChg>
      <pc:sldChg chg="modSp">
        <pc:chgData name="テラヤユウキ" userId="e947cbe8-448f-4562-a9a1-6658acd25a21" providerId="ADAL" clId="{48D5DE97-E5DA-D649-B297-B2D3F2738754}" dt="2025-01-09T16:38:19.843" v="143" actId="20577"/>
        <pc:sldMkLst>
          <pc:docMk/>
          <pc:sldMk cId="3610467192" sldId="295"/>
        </pc:sldMkLst>
      </pc:sldChg>
      <pc:sldChg chg="modSp add del addAnim delAnim modAnim">
        <pc:chgData name="テラヤユウキ" userId="e947cbe8-448f-4562-a9a1-6658acd25a21" providerId="ADAL" clId="{48D5DE97-E5DA-D649-B297-B2D3F2738754}" dt="2025-01-09T16:49:26.721" v="198" actId="27704"/>
        <pc:sldMkLst>
          <pc:docMk/>
          <pc:sldMk cId="1268788910" sldId="297"/>
        </pc:sldMkLst>
      </pc:sldChg>
      <pc:sldChg chg="modAnim">
        <pc:chgData name="テラヤユウキ" userId="e947cbe8-448f-4562-a9a1-6658acd25a21" providerId="ADAL" clId="{48D5DE97-E5DA-D649-B297-B2D3F2738754}" dt="2025-01-10T09:18:00.239" v="205"/>
        <pc:sldMkLst>
          <pc:docMk/>
          <pc:sldMk cId="1750979433" sldId="298"/>
        </pc:sldMkLst>
      </pc:sldChg>
      <pc:sldChg chg="addSp delSp add del addAnim delAnim">
        <pc:chgData name="テラヤユウキ" userId="e947cbe8-448f-4562-a9a1-6658acd25a21" providerId="ADAL" clId="{48D5DE97-E5DA-D649-B297-B2D3F2738754}" dt="2025-01-09T16:44:05.954" v="149" actId="2696"/>
        <pc:sldMkLst>
          <pc:docMk/>
          <pc:sldMk cId="3979483204" sldId="298"/>
        </pc:sldMkLst>
      </pc:sldChg>
      <pc:sldChg chg="addSp delSp modSp add del delAnim">
        <pc:chgData name="テラヤユウキ" userId="e947cbe8-448f-4562-a9a1-6658acd25a21" providerId="ADAL" clId="{48D5DE97-E5DA-D649-B297-B2D3F2738754}" dt="2025-01-09T16:47:22.399" v="185" actId="2696"/>
        <pc:sldMkLst>
          <pc:docMk/>
          <pc:sldMk cId="4205515374" sldId="298"/>
        </pc:sldMkLst>
      </pc:sldChg>
      <pc:sldChg chg="addAnim modAnim">
        <pc:chgData name="テラヤユウキ" userId="e947cbe8-448f-4562-a9a1-6658acd25a21" providerId="ADAL" clId="{48D5DE97-E5DA-D649-B297-B2D3F2738754}" dt="2025-01-10T14:15:15.335" v="218" actId="27696"/>
        <pc:sldMkLst>
          <pc:docMk/>
          <pc:sldMk cId="683975408" sldId="302"/>
        </pc:sldMkLst>
      </pc:sldChg>
      <pc:sldChg chg="addSp delSp modSp addAnim delAnim">
        <pc:chgData name="テラヤユウキ" userId="e947cbe8-448f-4562-a9a1-6658acd25a21" providerId="ADAL" clId="{48D5DE97-E5DA-D649-B297-B2D3F2738754}" dt="2025-01-12T14:26:55.162" v="323" actId="1076"/>
        <pc:sldMkLst>
          <pc:docMk/>
          <pc:sldMk cId="4229215115" sldId="315"/>
        </pc:sldMkLst>
      </pc:sldChg>
      <pc:sldChg chg="delSp add ord delAnim">
        <pc:chgData name="テラヤユウキ" userId="e947cbe8-448f-4562-a9a1-6658acd25a21" providerId="ADAL" clId="{48D5DE97-E5DA-D649-B297-B2D3F2738754}" dt="2025-01-12T14:15:53.618" v="231" actId="1076"/>
        <pc:sldMkLst>
          <pc:docMk/>
          <pc:sldMk cId="684705042" sldId="316"/>
        </pc:sldMkLst>
      </pc:sldChg>
      <pc:sldChg chg="add del">
        <pc:chgData name="テラヤユウキ" userId="e947cbe8-448f-4562-a9a1-6658acd25a21" providerId="ADAL" clId="{48D5DE97-E5DA-D649-B297-B2D3F2738754}" dt="2025-01-12T14:16:14.864" v="235" actId="22"/>
        <pc:sldMkLst>
          <pc:docMk/>
          <pc:sldMk cId="872353977" sldId="317"/>
        </pc:sldMkLst>
      </pc:sldChg>
      <pc:sldChg chg="modSp">
        <pc:chgData name="テラヤユウキ" userId="e947cbe8-448f-4562-a9a1-6658acd25a21" providerId="ADAL" clId="{48D5DE97-E5DA-D649-B297-B2D3F2738754}" dt="2025-01-12T19:23:31.349" v="361" actId="22"/>
        <pc:sldMkLst>
          <pc:docMk/>
          <pc:sldMk cId="2555448965" sldId="320"/>
        </pc:sldMkLst>
      </pc:sldChg>
      <pc:sldChg chg="modSp">
        <pc:chgData name="テラヤユウキ" userId="e947cbe8-448f-4562-a9a1-6658acd25a21" providerId="ADAL" clId="{48D5DE97-E5DA-D649-B297-B2D3F2738754}" dt="2025-01-12T19:23:20.331" v="341" actId="22"/>
        <pc:sldMkLst>
          <pc:docMk/>
          <pc:sldMk cId="3959896509" sldId="321"/>
        </pc:sldMkLst>
      </pc:sldChg>
      <pc:sldChg chg="modSp">
        <pc:chgData name="テラヤユウキ" userId="e947cbe8-448f-4562-a9a1-6658acd25a21" providerId="ADAL" clId="{48D5DE97-E5DA-D649-B297-B2D3F2738754}" dt="2025-01-12T19:23:39.541" v="379" actId="22"/>
        <pc:sldMkLst>
          <pc:docMk/>
          <pc:sldMk cId="3722250574" sldId="322"/>
        </pc:sldMkLst>
      </pc:sldChg>
      <pc:sldChg chg="modSp">
        <pc:chgData name="テラヤユウキ" userId="e947cbe8-448f-4562-a9a1-6658acd25a21" providerId="ADAL" clId="{48D5DE97-E5DA-D649-B297-B2D3F2738754}" dt="2025-01-12T19:23:48.188" v="397" actId="22"/>
        <pc:sldMkLst>
          <pc:docMk/>
          <pc:sldMk cId="2824451972" sldId="323"/>
        </pc:sldMkLst>
      </pc:sldChg>
      <pc:sldChg chg="modSp">
        <pc:chgData name="テラヤユウキ" userId="e947cbe8-448f-4562-a9a1-6658acd25a21" providerId="ADAL" clId="{48D5DE97-E5DA-D649-B297-B2D3F2738754}" dt="2025-01-12T19:23:58.544" v="415" actId="22"/>
        <pc:sldMkLst>
          <pc:docMk/>
          <pc:sldMk cId="336462322" sldId="325"/>
        </pc:sldMkLst>
      </pc:sldChg>
    </pc:docChg>
  </pc:docChgLst>
  <pc:docChgLst>
    <pc:chgData name="テラヤユウキ" userId="e947cbe8-448f-4562-a9a1-6658acd25a21" providerId="ADAL" clId="{C7DBEED6-9B6F-F74A-87FE-9CB7C8AB5428}"/>
    <pc:docChg chg="delSld">
      <pc:chgData name="テラヤユウキ" userId="e947cbe8-448f-4562-a9a1-6658acd25a21" providerId="ADAL" clId="{C7DBEED6-9B6F-F74A-87FE-9CB7C8AB5428}" dt="2025-01-04T08:29:48.462" v="2" actId="2696"/>
      <pc:docMkLst>
        <pc:docMk/>
      </pc:docMkLst>
      <pc:sldChg chg="del">
        <pc:chgData name="テラヤユウキ" userId="e947cbe8-448f-4562-a9a1-6658acd25a21" providerId="ADAL" clId="{C7DBEED6-9B6F-F74A-87FE-9CB7C8AB5428}" dt="2025-01-04T08:29:46.472" v="1" actId="2696"/>
        <pc:sldMkLst>
          <pc:docMk/>
          <pc:sldMk cId="3151611293" sldId="263"/>
        </pc:sldMkLst>
      </pc:sldChg>
      <pc:sldChg chg="del">
        <pc:chgData name="テラヤユウキ" userId="e947cbe8-448f-4562-a9a1-6658acd25a21" providerId="ADAL" clId="{C7DBEED6-9B6F-F74A-87FE-9CB7C8AB5428}" dt="2025-01-04T08:29:44.424" v="0" actId="2696"/>
        <pc:sldMkLst>
          <pc:docMk/>
          <pc:sldMk cId="2935026027" sldId="264"/>
        </pc:sldMkLst>
      </pc:sldChg>
      <pc:sldChg chg="del">
        <pc:chgData name="テラヤユウキ" userId="e947cbe8-448f-4562-a9a1-6658acd25a21" providerId="ADAL" clId="{C7DBEED6-9B6F-F74A-87FE-9CB7C8AB5428}" dt="2025-01-04T08:29:48.462" v="2" actId="2696"/>
        <pc:sldMkLst>
          <pc:docMk/>
          <pc:sldMk cId="19273521" sldId="274"/>
        </pc:sldMkLst>
      </pc:sldChg>
    </pc:docChg>
  </pc:docChgLst>
  <pc:docChgLst>
    <pc:chgData name="テラヤユウキ" userId="e947cbe8-448f-4562-a9a1-6658acd25a21" providerId="ADAL" clId="{75395030-F6F1-4AD2-8DFF-E0FB24DBE5BA}"/>
    <pc:docChg chg="undo redo custSel addSld delSld modSld sldOrd modMainMaster">
      <pc:chgData name="テラヤユウキ" userId="e947cbe8-448f-4562-a9a1-6658acd25a21" providerId="ADAL" clId="{75395030-F6F1-4AD2-8DFF-E0FB24DBE5BA}" dt="2025-01-09T19:07:54.339" v="11137"/>
      <pc:docMkLst>
        <pc:docMk/>
      </pc:docMkLst>
      <pc:sldChg chg="addSp delSp modSp add del mod ord modTransition">
        <pc:chgData name="テラヤユウキ" userId="e947cbe8-448f-4562-a9a1-6658acd25a21" providerId="ADAL" clId="{75395030-F6F1-4AD2-8DFF-E0FB24DBE5BA}" dt="2025-01-09T03:23:20.923" v="6439" actId="20577"/>
        <pc:sldMkLst>
          <pc:docMk/>
          <pc:sldMk cId="2943566339" sldId="257"/>
        </pc:sldMkLst>
      </pc:sldChg>
      <pc:sldChg chg="addSp delSp modSp mod">
        <pc:chgData name="テラヤユウキ" userId="e947cbe8-448f-4562-a9a1-6658acd25a21" providerId="ADAL" clId="{75395030-F6F1-4AD2-8DFF-E0FB24DBE5BA}" dt="2025-01-04T17:53:34.253" v="3010" actId="1076"/>
        <pc:sldMkLst>
          <pc:docMk/>
          <pc:sldMk cId="2544884949" sldId="268"/>
        </pc:sldMkLst>
      </pc:sldChg>
      <pc:sldChg chg="modSp mod">
        <pc:chgData name="テラヤユウキ" userId="e947cbe8-448f-4562-a9a1-6658acd25a21" providerId="ADAL" clId="{75395030-F6F1-4AD2-8DFF-E0FB24DBE5BA}" dt="2025-01-09T03:58:23.973" v="6573" actId="255"/>
        <pc:sldMkLst>
          <pc:docMk/>
          <pc:sldMk cId="1472929300" sldId="272"/>
        </pc:sldMkLst>
      </pc:sldChg>
      <pc:sldChg chg="addSp delSp modSp mod delAnim modAnim chgLayout">
        <pc:chgData name="テラヤユウキ" userId="e947cbe8-448f-4562-a9a1-6658acd25a21" providerId="ADAL" clId="{75395030-F6F1-4AD2-8DFF-E0FB24DBE5BA}" dt="2025-01-09T15:25:11.655" v="9679"/>
        <pc:sldMkLst>
          <pc:docMk/>
          <pc:sldMk cId="1636931944" sldId="274"/>
        </pc:sldMkLst>
      </pc:sldChg>
      <pc:sldChg chg="addSp delSp modSp new mod delAnim modAnim">
        <pc:chgData name="テラヤユウキ" userId="e947cbe8-448f-4562-a9a1-6658acd25a21" providerId="ADAL" clId="{75395030-F6F1-4AD2-8DFF-E0FB24DBE5BA}" dt="2025-01-04T18:25:36.937" v="4232" actId="21"/>
        <pc:sldMkLst>
          <pc:docMk/>
          <pc:sldMk cId="4258908283" sldId="275"/>
        </pc:sldMkLst>
      </pc:sldChg>
      <pc:sldChg chg="addSp delSp modSp new mod modAnim">
        <pc:chgData name="テラヤユウキ" userId="e947cbe8-448f-4562-a9a1-6658acd25a21" providerId="ADAL" clId="{75395030-F6F1-4AD2-8DFF-E0FB24DBE5BA}" dt="2025-01-04T12:34:17.458" v="410" actId="207"/>
        <pc:sldMkLst>
          <pc:docMk/>
          <pc:sldMk cId="3735375965" sldId="276"/>
        </pc:sldMkLst>
      </pc:sldChg>
      <pc:sldChg chg="addSp delSp modSp add mod modTransition modAnim">
        <pc:chgData name="テラヤユウキ" userId="e947cbe8-448f-4562-a9a1-6658acd25a21" providerId="ADAL" clId="{75395030-F6F1-4AD2-8DFF-E0FB24DBE5BA}" dt="2025-01-09T15:24:30.664" v="9676"/>
        <pc:sldMkLst>
          <pc:docMk/>
          <pc:sldMk cId="866537618" sldId="277"/>
        </pc:sldMkLst>
      </pc:sldChg>
      <pc:sldChg chg="addSp delSp modSp add mod ord addAnim delAnim modAnim">
        <pc:chgData name="テラヤユウキ" userId="e947cbe8-448f-4562-a9a1-6658acd25a21" providerId="ADAL" clId="{75395030-F6F1-4AD2-8DFF-E0FB24DBE5BA}" dt="2025-01-09T15:25:22.255" v="9680"/>
        <pc:sldMkLst>
          <pc:docMk/>
          <pc:sldMk cId="2731167145" sldId="278"/>
        </pc:sldMkLst>
      </pc:sldChg>
      <pc:sldChg chg="delSp modSp new del mod modTransition modAnim">
        <pc:chgData name="テラヤユウキ" userId="e947cbe8-448f-4562-a9a1-6658acd25a21" providerId="ADAL" clId="{75395030-F6F1-4AD2-8DFF-E0FB24DBE5BA}" dt="2025-01-09T03:21:42.035" v="6400" actId="2696"/>
        <pc:sldMkLst>
          <pc:docMk/>
          <pc:sldMk cId="4049886502" sldId="279"/>
        </pc:sldMkLst>
      </pc:sldChg>
      <pc:sldChg chg="delSp modSp new del mod modTransition modAnim">
        <pc:chgData name="テラヤユウキ" userId="e947cbe8-448f-4562-a9a1-6658acd25a21" providerId="ADAL" clId="{75395030-F6F1-4AD2-8DFF-E0FB24DBE5BA}" dt="2025-01-09T03:21:42.035" v="6400" actId="2696"/>
        <pc:sldMkLst>
          <pc:docMk/>
          <pc:sldMk cId="561547193" sldId="280"/>
        </pc:sldMkLst>
      </pc:sldChg>
      <pc:sldChg chg="modSp add del mod modTransition modAnim">
        <pc:chgData name="テラヤユウキ" userId="e947cbe8-448f-4562-a9a1-6658acd25a21" providerId="ADAL" clId="{75395030-F6F1-4AD2-8DFF-E0FB24DBE5BA}" dt="2025-01-09T03:21:42.035" v="6400" actId="2696"/>
        <pc:sldMkLst>
          <pc:docMk/>
          <pc:sldMk cId="4063012796" sldId="281"/>
        </pc:sldMkLst>
      </pc:sldChg>
      <pc:sldChg chg="delSp modSp new del mod modTransition">
        <pc:chgData name="テラヤユウキ" userId="e947cbe8-448f-4562-a9a1-6658acd25a21" providerId="ADAL" clId="{75395030-F6F1-4AD2-8DFF-E0FB24DBE5BA}" dt="2025-01-09T03:21:42.035" v="6400" actId="2696"/>
        <pc:sldMkLst>
          <pc:docMk/>
          <pc:sldMk cId="3080864750" sldId="282"/>
        </pc:sldMkLst>
      </pc:sldChg>
      <pc:sldChg chg="addSp delSp modSp new mod modTransition">
        <pc:chgData name="テラヤユウキ" userId="e947cbe8-448f-4562-a9a1-6658acd25a21" providerId="ADAL" clId="{75395030-F6F1-4AD2-8DFF-E0FB24DBE5BA}" dt="2025-01-09T03:23:26.850" v="6441" actId="20577"/>
        <pc:sldMkLst>
          <pc:docMk/>
          <pc:sldMk cId="3784218306" sldId="283"/>
        </pc:sldMkLst>
      </pc:sldChg>
      <pc:sldChg chg="add del">
        <pc:chgData name="テラヤユウキ" userId="e947cbe8-448f-4562-a9a1-6658acd25a21" providerId="ADAL" clId="{75395030-F6F1-4AD2-8DFF-E0FB24DBE5BA}" dt="2025-01-04T17:53:45.113" v="3012" actId="47"/>
        <pc:sldMkLst>
          <pc:docMk/>
          <pc:sldMk cId="1548948599" sldId="284"/>
        </pc:sldMkLst>
      </pc:sldChg>
      <pc:sldChg chg="delSp modSp new mod ord modTransition modAnim">
        <pc:chgData name="テラヤユウキ" userId="e947cbe8-448f-4562-a9a1-6658acd25a21" providerId="ADAL" clId="{75395030-F6F1-4AD2-8DFF-E0FB24DBE5BA}" dt="2025-01-09T03:56:18.202" v="6539"/>
        <pc:sldMkLst>
          <pc:docMk/>
          <pc:sldMk cId="3787376473" sldId="284"/>
        </pc:sldMkLst>
      </pc:sldChg>
      <pc:sldChg chg="add del">
        <pc:chgData name="テラヤユウキ" userId="e947cbe8-448f-4562-a9a1-6658acd25a21" providerId="ADAL" clId="{75395030-F6F1-4AD2-8DFF-E0FB24DBE5BA}" dt="2025-01-04T17:53:26.127" v="3008" actId="47"/>
        <pc:sldMkLst>
          <pc:docMk/>
          <pc:sldMk cId="4215118046" sldId="284"/>
        </pc:sldMkLst>
      </pc:sldChg>
      <pc:sldChg chg="addSp delSp modSp new mod modTransition addAnim delAnim modAnim">
        <pc:chgData name="テラヤユウキ" userId="e947cbe8-448f-4562-a9a1-6658acd25a21" providerId="ADAL" clId="{75395030-F6F1-4AD2-8DFF-E0FB24DBE5BA}" dt="2025-01-09T14:36:05.356" v="8686" actId="167"/>
        <pc:sldMkLst>
          <pc:docMk/>
          <pc:sldMk cId="4193977061" sldId="285"/>
        </pc:sldMkLst>
      </pc:sldChg>
      <pc:sldChg chg="delSp modSp new mod modTransition modAnim">
        <pc:chgData name="テラヤユウキ" userId="e947cbe8-448f-4562-a9a1-6658acd25a21" providerId="ADAL" clId="{75395030-F6F1-4AD2-8DFF-E0FB24DBE5BA}" dt="2025-01-07T15:18:30.944" v="6182"/>
        <pc:sldMkLst>
          <pc:docMk/>
          <pc:sldMk cId="3022451105" sldId="286"/>
        </pc:sldMkLst>
      </pc:sldChg>
      <pc:sldChg chg="add del">
        <pc:chgData name="テラヤユウキ" userId="e947cbe8-448f-4562-a9a1-6658acd25a21" providerId="ADAL" clId="{75395030-F6F1-4AD2-8DFF-E0FB24DBE5BA}" dt="2025-01-04T18:07:46.133" v="3562" actId="47"/>
        <pc:sldMkLst>
          <pc:docMk/>
          <pc:sldMk cId="3155501223" sldId="286"/>
        </pc:sldMkLst>
      </pc:sldChg>
      <pc:sldChg chg="modSp add mod">
        <pc:chgData name="テラヤユウキ" userId="e947cbe8-448f-4562-a9a1-6658acd25a21" providerId="ADAL" clId="{75395030-F6F1-4AD2-8DFF-E0FB24DBE5BA}" dt="2025-01-09T03:23:33.712" v="6443" actId="20577"/>
        <pc:sldMkLst>
          <pc:docMk/>
          <pc:sldMk cId="1382502174" sldId="287"/>
        </pc:sldMkLst>
      </pc:sldChg>
      <pc:sldChg chg="addSp delSp modSp new mod delAnim modAnim">
        <pc:chgData name="テラヤユウキ" userId="e947cbe8-448f-4562-a9a1-6658acd25a21" providerId="ADAL" clId="{75395030-F6F1-4AD2-8DFF-E0FB24DBE5BA}" dt="2025-01-09T14:56:04.908" v="8782"/>
        <pc:sldMkLst>
          <pc:docMk/>
          <pc:sldMk cId="3524526130" sldId="288"/>
        </pc:sldMkLst>
      </pc:sldChg>
      <pc:sldChg chg="addSp delSp modSp add mod ord delAnim modAnim">
        <pc:chgData name="テラヤユウキ" userId="e947cbe8-448f-4562-a9a1-6658acd25a21" providerId="ADAL" clId="{75395030-F6F1-4AD2-8DFF-E0FB24DBE5BA}" dt="2025-01-09T17:50:37.130" v="10257" actId="2711"/>
        <pc:sldMkLst>
          <pc:docMk/>
          <pc:sldMk cId="129232952" sldId="289"/>
        </pc:sldMkLst>
      </pc:sldChg>
      <pc:sldChg chg="addSp delSp modSp add mod delAnim modAnim">
        <pc:chgData name="テラヤユウキ" userId="e947cbe8-448f-4562-a9a1-6658acd25a21" providerId="ADAL" clId="{75395030-F6F1-4AD2-8DFF-E0FB24DBE5BA}" dt="2025-01-09T14:58:05.993" v="8789"/>
        <pc:sldMkLst>
          <pc:docMk/>
          <pc:sldMk cId="1345430149" sldId="290"/>
        </pc:sldMkLst>
      </pc:sldChg>
      <pc:sldChg chg="add del ord modAnim">
        <pc:chgData name="テラヤユウキ" userId="e947cbe8-448f-4562-a9a1-6658acd25a21" providerId="ADAL" clId="{75395030-F6F1-4AD2-8DFF-E0FB24DBE5BA}" dt="2025-01-09T02:11:32.720" v="6399" actId="47"/>
        <pc:sldMkLst>
          <pc:docMk/>
          <pc:sldMk cId="1182780859" sldId="291"/>
        </pc:sldMkLst>
      </pc:sldChg>
      <pc:sldChg chg="addSp delSp modSp new mod modTransition addAnim delAnim modAnim">
        <pc:chgData name="テラヤユウキ" userId="e947cbe8-448f-4562-a9a1-6658acd25a21" providerId="ADAL" clId="{75395030-F6F1-4AD2-8DFF-E0FB24DBE5BA}" dt="2025-01-09T15:30:12.547" v="9688"/>
        <pc:sldMkLst>
          <pc:docMk/>
          <pc:sldMk cId="3484294162" sldId="291"/>
        </pc:sldMkLst>
      </pc:sldChg>
      <pc:sldChg chg="add del ord modAnim">
        <pc:chgData name="テラヤユウキ" userId="e947cbe8-448f-4562-a9a1-6658acd25a21" providerId="ADAL" clId="{75395030-F6F1-4AD2-8DFF-E0FB24DBE5BA}" dt="2025-01-09T01:43:08.770" v="6349" actId="47"/>
        <pc:sldMkLst>
          <pc:docMk/>
          <pc:sldMk cId="4018091988" sldId="291"/>
        </pc:sldMkLst>
      </pc:sldChg>
      <pc:sldChg chg="modSp add del mod modTransition modAnim">
        <pc:chgData name="テラヤユウキ" userId="e947cbe8-448f-4562-a9a1-6658acd25a21" providerId="ADAL" clId="{75395030-F6F1-4AD2-8DFF-E0FB24DBE5BA}" dt="2025-01-09T01:51:07.423" v="6382" actId="47"/>
        <pc:sldMkLst>
          <pc:docMk/>
          <pc:sldMk cId="707493930" sldId="292"/>
        </pc:sldMkLst>
      </pc:sldChg>
      <pc:sldChg chg="addSp delSp modSp new mod modTransition modClrScheme modAnim chgLayout">
        <pc:chgData name="テラヤユウキ" userId="e947cbe8-448f-4562-a9a1-6658acd25a21" providerId="ADAL" clId="{75395030-F6F1-4AD2-8DFF-E0FB24DBE5BA}" dt="2025-01-09T15:36:22.213" v="9702"/>
        <pc:sldMkLst>
          <pc:docMk/>
          <pc:sldMk cId="1526167159" sldId="292"/>
        </pc:sldMkLst>
      </pc:sldChg>
      <pc:sldChg chg="addSp delSp modSp new mod modTransition delAnim modAnim">
        <pc:chgData name="テラヤユウキ" userId="e947cbe8-448f-4562-a9a1-6658acd25a21" providerId="ADAL" clId="{75395030-F6F1-4AD2-8DFF-E0FB24DBE5BA}" dt="2025-01-09T17:35:37.122" v="10163" actId="14861"/>
        <pc:sldMkLst>
          <pc:docMk/>
          <pc:sldMk cId="2684073810" sldId="293"/>
        </pc:sldMkLst>
      </pc:sldChg>
      <pc:sldChg chg="addSp delSp modSp new mod modTransition delAnim modAnim">
        <pc:chgData name="テラヤユウキ" userId="e947cbe8-448f-4562-a9a1-6658acd25a21" providerId="ADAL" clId="{75395030-F6F1-4AD2-8DFF-E0FB24DBE5BA}" dt="2025-01-09T18:52:45.984" v="11072"/>
        <pc:sldMkLst>
          <pc:docMk/>
          <pc:sldMk cId="2154399126" sldId="294"/>
        </pc:sldMkLst>
      </pc:sldChg>
      <pc:sldChg chg="addSp delSp modSp new mod modTransition modAnim">
        <pc:chgData name="テラヤユウキ" userId="e947cbe8-448f-4562-a9a1-6658acd25a21" providerId="ADAL" clId="{75395030-F6F1-4AD2-8DFF-E0FB24DBE5BA}" dt="2025-01-09T15:23:47.184" v="9673"/>
        <pc:sldMkLst>
          <pc:docMk/>
          <pc:sldMk cId="3610467192" sldId="295"/>
        </pc:sldMkLst>
      </pc:sldChg>
      <pc:sldChg chg="addSp delSp modSp add mod modTransition delAnim modAnim chgLayout">
        <pc:chgData name="テラヤユウキ" userId="e947cbe8-448f-4562-a9a1-6658acd25a21" providerId="ADAL" clId="{75395030-F6F1-4AD2-8DFF-E0FB24DBE5BA}" dt="2025-01-09T15:30:24.956" v="9689"/>
        <pc:sldMkLst>
          <pc:docMk/>
          <pc:sldMk cId="3584774186" sldId="296"/>
        </pc:sldMkLst>
      </pc:sldChg>
      <pc:sldChg chg="addSp delSp modSp new mod modTransition delAnim modAnim chgLayout">
        <pc:chgData name="テラヤユウキ" userId="e947cbe8-448f-4562-a9a1-6658acd25a21" providerId="ADAL" clId="{75395030-F6F1-4AD2-8DFF-E0FB24DBE5BA}" dt="2025-01-09T19:07:54.339" v="11137"/>
        <pc:sldMkLst>
          <pc:docMk/>
          <pc:sldMk cId="1268788910" sldId="297"/>
        </pc:sldMkLst>
      </pc:sldChg>
      <pc:sldChg chg="addSp delSp modSp add mod addAnim delAnim modAnim">
        <pc:chgData name="テラヤユウキ" userId="e947cbe8-448f-4562-a9a1-6658acd25a21" providerId="ADAL" clId="{75395030-F6F1-4AD2-8DFF-E0FB24DBE5BA}" dt="2025-01-09T19:05:36.107" v="11130"/>
        <pc:sldMkLst>
          <pc:docMk/>
          <pc:sldMk cId="1750979433" sldId="298"/>
        </pc:sldMkLst>
      </pc:sldChg>
      <pc:sldChg chg="addSp delSp modSp add mod ord modTransition delAnim modAnim">
        <pc:chgData name="テラヤユウキ" userId="e947cbe8-448f-4562-a9a1-6658acd25a21" providerId="ADAL" clId="{75395030-F6F1-4AD2-8DFF-E0FB24DBE5BA}" dt="2025-01-09T19:07:07.351" v="11136"/>
        <pc:sldMkLst>
          <pc:docMk/>
          <pc:sldMk cId="2304706444" sldId="299"/>
        </pc:sldMkLst>
      </pc:sldChg>
      <pc:sldChg chg="addSp delSp modSp add mod modTransition addAnim delAnim modAnim">
        <pc:chgData name="テラヤユウキ" userId="e947cbe8-448f-4562-a9a1-6658acd25a21" providerId="ADAL" clId="{75395030-F6F1-4AD2-8DFF-E0FB24DBE5BA}" dt="2025-01-09T19:05:50.117" v="11132"/>
        <pc:sldMkLst>
          <pc:docMk/>
          <pc:sldMk cId="3137580264" sldId="300"/>
        </pc:sldMkLst>
      </pc:sldChg>
      <pc:sldChg chg="addSp delSp modSp add mod modTransition addAnim delAnim modAnim">
        <pc:chgData name="テラヤユウキ" userId="e947cbe8-448f-4562-a9a1-6658acd25a21" providerId="ADAL" clId="{75395030-F6F1-4AD2-8DFF-E0FB24DBE5BA}" dt="2025-01-09T19:00:24.913" v="11105"/>
        <pc:sldMkLst>
          <pc:docMk/>
          <pc:sldMk cId="555979333" sldId="301"/>
        </pc:sldMkLst>
      </pc:sldChg>
      <pc:sldChg chg="addSp delSp modSp add mod delAnim modAnim">
        <pc:chgData name="テラヤユウキ" userId="e947cbe8-448f-4562-a9a1-6658acd25a21" providerId="ADAL" clId="{75395030-F6F1-4AD2-8DFF-E0FB24DBE5BA}" dt="2025-01-09T19:00:44.396" v="11106"/>
        <pc:sldMkLst>
          <pc:docMk/>
          <pc:sldMk cId="683975408" sldId="302"/>
        </pc:sldMkLst>
      </pc:sldChg>
      <pc:sldChg chg="addSp delSp modSp add del mod delAnim modAnim">
        <pc:chgData name="テラヤユウキ" userId="e947cbe8-448f-4562-a9a1-6658acd25a21" providerId="ADAL" clId="{75395030-F6F1-4AD2-8DFF-E0FB24DBE5BA}" dt="2025-01-09T18:54:11.332" v="11081" actId="47"/>
        <pc:sldMkLst>
          <pc:docMk/>
          <pc:sldMk cId="1129670439" sldId="303"/>
        </pc:sldMkLst>
      </pc:sldChg>
      <pc:sldMasterChg chg="modSldLayout">
        <pc:chgData name="テラヤユウキ" userId="e947cbe8-448f-4562-a9a1-6658acd25a21" providerId="ADAL" clId="{75395030-F6F1-4AD2-8DFF-E0FB24DBE5BA}" dt="2025-01-09T04:59:38.155" v="7460" actId="14100"/>
        <pc:sldMasterMkLst>
          <pc:docMk/>
          <pc:sldMasterMk cId="0" sldId="2147483648"/>
        </pc:sldMasterMkLst>
        <pc:sldLayoutChg chg="modSp mod">
          <pc:chgData name="テラヤユウキ" userId="e947cbe8-448f-4562-a9a1-6658acd25a21" providerId="ADAL" clId="{75395030-F6F1-4AD2-8DFF-E0FB24DBE5BA}" dt="2025-01-07T00:38:43.606" v="4523" actId="20577"/>
          <pc:sldLayoutMkLst>
            <pc:docMk/>
            <pc:sldMasterMk cId="0" sldId="2147483648"/>
            <pc:sldLayoutMk cId="2926038884" sldId="2147483666"/>
          </pc:sldLayoutMkLst>
        </pc:sldLayoutChg>
        <pc:sldLayoutChg chg="delSp modSp mod">
          <pc:chgData name="テラヤユウキ" userId="e947cbe8-448f-4562-a9a1-6658acd25a21" providerId="ADAL" clId="{75395030-F6F1-4AD2-8DFF-E0FB24DBE5BA}" dt="2025-01-09T04:59:38.155" v="7460" actId="14100"/>
          <pc:sldLayoutMkLst>
            <pc:docMk/>
            <pc:sldMasterMk cId="0" sldId="2147483648"/>
            <pc:sldLayoutMk cId="1136062383" sldId="2147483669"/>
          </pc:sldLayoutMkLst>
        </pc:sldLayoutChg>
      </pc:sldMasterChg>
    </pc:docChg>
  </pc:docChgLst>
  <pc:docChgLst>
    <pc:chgData name="テラヤユウキ" userId="S::bryu23236@g.nihon-u.ac.jp::e947cbe8-448f-4562-a9a1-6658acd25a21" providerId="AD" clId="Web-{16D4B1D0-BD2E-C43C-3248-822857E04613}"/>
    <pc:docChg chg="modSld">
      <pc:chgData name="テラヤユウキ" userId="S::bryu23236@g.nihon-u.ac.jp::e947cbe8-448f-4562-a9a1-6658acd25a21" providerId="AD" clId="Web-{16D4B1D0-BD2E-C43C-3248-822857E04613}" dt="2025-01-10T14:03:30.906" v="2"/>
      <pc:docMkLst>
        <pc:docMk/>
      </pc:docMkLst>
      <pc:sldChg chg="modAnim">
        <pc:chgData name="テラヤユウキ" userId="S::bryu23236@g.nihon-u.ac.jp::e947cbe8-448f-4562-a9a1-6658acd25a21" providerId="AD" clId="Web-{16D4B1D0-BD2E-C43C-3248-822857E04613}" dt="2025-01-10T14:03:30.906" v="2"/>
        <pc:sldMkLst>
          <pc:docMk/>
          <pc:sldMk cId="2154399126" sldId="294"/>
        </pc:sldMkLst>
      </pc:sldChg>
    </pc:docChg>
  </pc:docChgLst>
  <pc:docChgLst>
    <pc:chgData name="テラヤユウキ" userId="e947cbe8-448f-4562-a9a1-6658acd25a21" providerId="ADAL" clId="{BD5AA26E-F423-8047-B320-D13C5DAF7D77}"/>
    <pc:docChg chg="modSld">
      <pc:chgData name="テラヤユウキ" userId="e947cbe8-448f-4562-a9a1-6658acd25a21" providerId="ADAL" clId="{BD5AA26E-F423-8047-B320-D13C5DAF7D77}" dt="2025-01-07T08:09:51.944" v="44" actId="27696"/>
      <pc:docMkLst>
        <pc:docMk/>
      </pc:docMkLst>
      <pc:sldChg chg="addAnim">
        <pc:chgData name="テラヤユウキ" userId="e947cbe8-448f-4562-a9a1-6658acd25a21" providerId="ADAL" clId="{BD5AA26E-F423-8047-B320-D13C5DAF7D77}" dt="2025-01-07T08:09:51.944" v="44" actId="27696"/>
        <pc:sldMkLst>
          <pc:docMk/>
          <pc:sldMk cId="129232952" sldId="289"/>
        </pc:sldMkLst>
      </pc:sldChg>
      <pc:sldChg chg="modSp">
        <pc:chgData name="テラヤユウキ" userId="e947cbe8-448f-4562-a9a1-6658acd25a21" providerId="ADAL" clId="{BD5AA26E-F423-8047-B320-D13C5DAF7D77}" dt="2025-01-07T06:49:22.131" v="43" actId="114"/>
        <pc:sldMkLst>
          <pc:docMk/>
          <pc:sldMk cId="1345430149" sldId="290"/>
        </pc:sldMkLst>
      </pc:sldChg>
    </pc:docChg>
  </pc:docChgLst>
  <pc:docChgLst>
    <pc:chgData name="テラヤユウキ" userId="e947cbe8-448f-4562-a9a1-6658acd25a21" providerId="ADAL" clId="{5F459299-C258-4C82-B604-26CD41DC6A62}"/>
    <pc:docChg chg="undo custSel modSld">
      <pc:chgData name="テラヤユウキ" userId="e947cbe8-448f-4562-a9a1-6658acd25a21" providerId="ADAL" clId="{5F459299-C258-4C82-B604-26CD41DC6A62}" dt="2025-03-01T16:31:25.420" v="18" actId="1076"/>
      <pc:docMkLst>
        <pc:docMk/>
      </pc:docMkLst>
      <pc:sldChg chg="modSp mod">
        <pc:chgData name="テラヤユウキ" userId="e947cbe8-448f-4562-a9a1-6658acd25a21" providerId="ADAL" clId="{5F459299-C258-4C82-B604-26CD41DC6A62}" dt="2025-02-21T18:57:42.989" v="7" actId="1076"/>
        <pc:sldMkLst>
          <pc:docMk/>
          <pc:sldMk cId="2544884949" sldId="268"/>
        </pc:sldMkLst>
      </pc:sldChg>
      <pc:sldChg chg="modSp mod">
        <pc:chgData name="テラヤユウキ" userId="e947cbe8-448f-4562-a9a1-6658acd25a21" providerId="ADAL" clId="{5F459299-C258-4C82-B604-26CD41DC6A62}" dt="2025-02-21T19:10:01.414" v="11" actId="1076"/>
        <pc:sldMkLst>
          <pc:docMk/>
          <pc:sldMk cId="2722565896" sldId="269"/>
        </pc:sldMkLst>
      </pc:sldChg>
      <pc:sldChg chg="modSp mod">
        <pc:chgData name="テラヤユウキ" userId="e947cbe8-448f-4562-a9a1-6658acd25a21" providerId="ADAL" clId="{5F459299-C258-4C82-B604-26CD41DC6A62}" dt="2025-03-01T16:31:25.420" v="18" actId="1076"/>
        <pc:sldMkLst>
          <pc:docMk/>
          <pc:sldMk cId="1472929300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A2DC39A-F37D-EE26-E6A4-46D1CE53DC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5C2EF3-C4FB-7661-FCB6-5A7CBA558C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9DDF-1ACE-459E-A4C9-785D38D1BEA4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B95A5C-9F47-30BD-2CF4-D25F943646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F1A670-121D-259E-04B5-7F70EE450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98706-2D84-41EC-907D-A1E2F3D578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5905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D3436-84D5-46D2-9EE4-E2733CEAA42D}" type="datetimeFigureOut">
              <a:rPr kumimoji="1" lang="ja-JP" altLang="en-US" smtClean="0"/>
              <a:t>2025/7/21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1621B-EAD0-4EC3-B311-357087C63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3372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629151"/>
            <a:ext cx="660400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u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948256"/>
            <a:ext cx="6443133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48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4800" dirty="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558800" y="4008967"/>
            <a:ext cx="11641667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27066" y="5054599"/>
            <a:ext cx="3056467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9127065" y="5588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27067" y="677332"/>
            <a:ext cx="3056467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20XX.XX.XX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9127065" y="12192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98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日付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629151"/>
            <a:ext cx="660400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u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800" y="948256"/>
            <a:ext cx="6443133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48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480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558800" y="4008967"/>
            <a:ext cx="11641667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27066" y="5054599"/>
            <a:ext cx="3056467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9127065" y="5588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_名入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>
            <a:off x="953465" y="5193467"/>
            <a:ext cx="112385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97530CF8-5EC2-EE9B-948A-62E20168E05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53465" y="4064718"/>
            <a:ext cx="11238535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504769F1-3AAA-A870-7F50-0DD820A1F65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953464" y="5195583"/>
            <a:ext cx="7343869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3466" y="2647876"/>
            <a:ext cx="137200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6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68751EF7-2DA0-28D4-9776-6CB5BC7000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7065" y="5816600"/>
            <a:ext cx="3056467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FFD9D35-EEBD-3EB4-200A-F912F84FAAF3}"/>
              </a:ext>
            </a:extLst>
          </p:cNvPr>
          <p:cNvCxnSpPr>
            <a:cxnSpLocks/>
          </p:cNvCxnSpPr>
          <p:nvPr/>
        </p:nvCxnSpPr>
        <p:spPr>
          <a:xfrm flipH="1">
            <a:off x="9127065" y="6350000"/>
            <a:ext cx="30649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3" y="0"/>
            <a:ext cx="389466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3466" y="2647876"/>
            <a:ext cx="137200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60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953465" y="5193467"/>
            <a:ext cx="1123853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53465" y="4064718"/>
            <a:ext cx="11238535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4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953464" y="5195583"/>
            <a:ext cx="11238535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テキスト プレースホルダー 51">
            <a:extLst>
              <a:ext uri="{FF2B5EF4-FFF2-40B4-BE49-F238E27FC236}">
                <a16:creationId xmlns:a16="http://schemas.microsoft.com/office/drawing/2014/main" id="{A59BFB2E-D45D-A922-9FB5-C69F28D02A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1990" y="571500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5" name="テキスト プレースホルダー 51">
            <a:extLst>
              <a:ext uri="{FF2B5EF4-FFF2-40B4-BE49-F238E27FC236}">
                <a16:creationId xmlns:a16="http://schemas.microsoft.com/office/drawing/2014/main" id="{B39806A9-E268-90EC-A2A4-8BF6A459A3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11990" y="4535967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4" name="テキスト プレースホルダー 51">
            <a:extLst>
              <a:ext uri="{FF2B5EF4-FFF2-40B4-BE49-F238E27FC236}">
                <a16:creationId xmlns:a16="http://schemas.microsoft.com/office/drawing/2014/main" id="{958562F5-E80D-4089-B6A1-FC459FD680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4305" y="3350634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3" name="テキスト プレースホルダー 51">
            <a:extLst>
              <a:ext uri="{FF2B5EF4-FFF2-40B4-BE49-F238E27FC236}">
                <a16:creationId xmlns:a16="http://schemas.microsoft.com/office/drawing/2014/main" id="{71FC3B71-4825-92CF-26F3-C4B0FD17E5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99168" y="212677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52" name="テキスト プレースホルダー 51">
            <a:extLst>
              <a:ext uri="{FF2B5EF4-FFF2-40B4-BE49-F238E27FC236}">
                <a16:creationId xmlns:a16="http://schemas.microsoft.com/office/drawing/2014/main" id="{E809D172-FACF-CF6E-DA0B-C1A1C03C68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990" y="920700"/>
            <a:ext cx="7344289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800"/>
              <a:t>（タイトル）</a:t>
            </a:r>
            <a:endParaRPr kumimoji="1" lang="ja-JP" altLang="en-US"/>
          </a:p>
        </p:txBody>
      </p:sp>
      <p:sp>
        <p:nvSpPr>
          <p:cNvPr id="47" name="テキスト プレースホルダー 45">
            <a:extLst>
              <a:ext uri="{FF2B5EF4-FFF2-40B4-BE49-F238E27FC236}">
                <a16:creationId xmlns:a16="http://schemas.microsoft.com/office/drawing/2014/main" id="{7C77C175-F75B-5C90-A3B1-1521CD7AD4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5" y="212296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5" y="920700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711200" y="711200"/>
            <a:ext cx="1430865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ja-JP" altLang="en-US" sz="5400" b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5" y="334216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9" name="テキスト プレースホルダー 45">
            <a:extLst>
              <a:ext uri="{FF2B5EF4-FFF2-40B4-BE49-F238E27FC236}">
                <a16:creationId xmlns:a16="http://schemas.microsoft.com/office/drawing/2014/main" id="{7F708B84-1FBC-DF0A-A859-EC6F29E2C3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5" y="4525687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4" y="5727954"/>
            <a:ext cx="578502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755353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70A53EF-E7EC-95B8-DF3A-83D09F5CC0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578FA6A-9862-ACB6-1C7F-88327E3AEF73}"/>
              </a:ext>
            </a:extLst>
          </p:cNvPr>
          <p:cNvGrpSpPr/>
          <p:nvPr/>
        </p:nvGrpSpPr>
        <p:grpSpPr>
          <a:xfrm>
            <a:off x="467375" y="367766"/>
            <a:ext cx="11257248" cy="943894"/>
            <a:chOff x="303813" y="246536"/>
            <a:chExt cx="11584371" cy="118276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7C4EFEF-125A-66A9-E178-54FCA07B4805}"/>
                </a:ext>
              </a:extLst>
            </p:cNvPr>
            <p:cNvSpPr/>
            <p:nvPr/>
          </p:nvSpPr>
          <p:spPr>
            <a:xfrm>
              <a:off x="303813" y="246536"/>
              <a:ext cx="11584371" cy="118276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上の 2 つの角を丸める 9">
              <a:extLst>
                <a:ext uri="{FF2B5EF4-FFF2-40B4-BE49-F238E27FC236}">
                  <a16:creationId xmlns:a16="http://schemas.microsoft.com/office/drawing/2014/main" id="{426358C3-5859-1DEB-FFC5-448C05AC298C}"/>
                </a:ext>
              </a:extLst>
            </p:cNvPr>
            <p:cNvSpPr/>
            <p:nvPr/>
          </p:nvSpPr>
          <p:spPr>
            <a:xfrm>
              <a:off x="341767" y="501831"/>
              <a:ext cx="11510508" cy="88357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1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500660"/>
            <a:ext cx="11080117" cy="809528"/>
          </a:xfrm>
          <a:prstGeom prst="rect">
            <a:avLst/>
          </a:prstGeom>
        </p:spPr>
        <p:txBody>
          <a:bodyPr anchor="b"/>
          <a:lstStyle>
            <a:lvl1pPr algn="l">
              <a:defRPr sz="36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41010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付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88" y="500660"/>
            <a:ext cx="10845740" cy="840368"/>
          </a:xfrm>
          <a:prstGeom prst="rect">
            <a:avLst/>
          </a:prstGeom>
          <a:solidFill>
            <a:srgbClr val="F1FAFD"/>
          </a:solidFill>
        </p:spPr>
        <p:txBody>
          <a:bodyPr anchor="ctr"/>
          <a:lstStyle>
            <a:lvl1pPr algn="ctr">
              <a:defRPr sz="36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34EC-DFE3-E05A-6915-F9EAA244D055}"/>
              </a:ext>
            </a:extLst>
          </p:cNvPr>
          <p:cNvSpPr/>
          <p:nvPr/>
        </p:nvSpPr>
        <p:spPr>
          <a:xfrm>
            <a:off x="607626" y="500660"/>
            <a:ext cx="236362" cy="8403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515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70A53EF-E7EC-95B8-DF3A-83D09F5CC0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E865C3F-4A00-6810-C8DB-92BF96CCCC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335" y="1921053"/>
            <a:ext cx="10579328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B1F0E9D0-F786-2AC7-0378-3A6B9AF79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7">
            <a:extLst>
              <a:ext uri="{FF2B5EF4-FFF2-40B4-BE49-F238E27FC236}">
                <a16:creationId xmlns:a16="http://schemas.microsoft.com/office/drawing/2014/main" id="{708C3FE0-E24C-A874-1C1F-49250A97A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8466" y="5033964"/>
            <a:ext cx="7721600" cy="1454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" name="テキスト プレースホルダー 13">
            <a:extLst>
              <a:ext uri="{FF2B5EF4-FFF2-40B4-BE49-F238E27FC236}">
                <a16:creationId xmlns:a16="http://schemas.microsoft.com/office/drawing/2014/main" id="{8E230CD6-48C2-8EB5-1413-4C61D6B18C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1933" y="5035748"/>
            <a:ext cx="3164371" cy="1452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400"/>
              <a:t>（文章）</a:t>
            </a:r>
            <a:endParaRPr kumimoji="1" lang="ja-JP" altLang="en-US"/>
          </a:p>
        </p:txBody>
      </p:sp>
      <p:cxnSp>
        <p:nvCxnSpPr>
          <p:cNvPr id="4" name="Google Shape;146;p21">
            <a:extLst>
              <a:ext uri="{FF2B5EF4-FFF2-40B4-BE49-F238E27FC236}">
                <a16:creationId xmlns:a16="http://schemas.microsoft.com/office/drawing/2014/main" id="{6BD3FB05-173D-EAB1-A488-558CB9E10280}"/>
              </a:ext>
            </a:extLst>
          </p:cNvPr>
          <p:cNvCxnSpPr/>
          <p:nvPr userDrawn="1"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497EDCA-DF90-D7FE-3F46-B62601B259EB}"/>
              </a:ext>
            </a:extLst>
          </p:cNvPr>
          <p:cNvCxnSpPr>
            <a:cxnSpLocks/>
          </p:cNvCxnSpPr>
          <p:nvPr userDrawn="1"/>
        </p:nvCxnSpPr>
        <p:spPr>
          <a:xfrm>
            <a:off x="651933" y="5033964"/>
            <a:ext cx="108881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タイトル 2">
            <a:extLst>
              <a:ext uri="{FF2B5EF4-FFF2-40B4-BE49-F238E27FC236}">
                <a16:creationId xmlns:a16="http://schemas.microsoft.com/office/drawing/2014/main" id="{150D62D0-BACB-3F2E-1220-EFD42DCB5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097F114-5B16-E600-F504-1ECC6285DAB2}"/>
              </a:ext>
            </a:extLst>
          </p:cNvPr>
          <p:cNvCxnSpPr>
            <a:cxnSpLocks/>
          </p:cNvCxnSpPr>
          <p:nvPr userDrawn="1"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プレースホルダー 11">
            <a:extLst>
              <a:ext uri="{FF2B5EF4-FFF2-40B4-BE49-F238E27FC236}">
                <a16:creationId xmlns:a16="http://schemas.microsoft.com/office/drawing/2014/main" id="{B2CB61FC-7C90-0E2E-21B4-A6F6A9B624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7" name="テキスト プレースホルダー 11">
            <a:extLst>
              <a:ext uri="{FF2B5EF4-FFF2-40B4-BE49-F238E27FC236}">
                <a16:creationId xmlns:a16="http://schemas.microsoft.com/office/drawing/2014/main" id="{29D5CC39-3683-48EB-69C6-EA7F21E2EA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8" name="スライド番号プレースホルダー 7">
            <a:extLst>
              <a:ext uri="{FF2B5EF4-FFF2-40B4-BE49-F238E27FC236}">
                <a16:creationId xmlns:a16="http://schemas.microsoft.com/office/drawing/2014/main" id="{6F5158FD-421E-D227-73CC-66758C38B8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9" name="テキスト プレースホルダー 15">
            <a:extLst>
              <a:ext uri="{FF2B5EF4-FFF2-40B4-BE49-F238E27FC236}">
                <a16:creationId xmlns:a16="http://schemas.microsoft.com/office/drawing/2014/main" id="{5E4583F6-459D-0E6F-6E5D-1363E05DF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13606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17">
            <a:extLst>
              <a:ext uri="{FF2B5EF4-FFF2-40B4-BE49-F238E27FC236}">
                <a16:creationId xmlns:a16="http://schemas.microsoft.com/office/drawing/2014/main" id="{7A63D63D-C15E-6912-5C3B-3B13F410C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66" y="2624667"/>
            <a:ext cx="4978400" cy="3672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DE5C35B3-FC30-896D-AF18-51CC304F6C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93932" y="1911684"/>
            <a:ext cx="4978400" cy="526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000"/>
              <a:t>（文章）</a:t>
            </a:r>
            <a:endParaRPr kumimoji="1" lang="ja-JP" alt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CDB6037-B7D7-C053-0D83-CBD0E5620D7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1933" y="1911685"/>
            <a:ext cx="5469467" cy="4385733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アイコンをクリックして図を追加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1767BC6-B5E0-B160-02C4-2462E8A8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3" y="2438400"/>
            <a:ext cx="4978400" cy="8467"/>
          </a:xfrm>
          <a:prstGeom prst="rect">
            <a:avLst/>
          </a:prstGeom>
        </p:spPr>
      </p:pic>
      <p:cxnSp>
        <p:nvCxnSpPr>
          <p:cNvPr id="26" name="Google Shape;146;p21">
            <a:extLst>
              <a:ext uri="{FF2B5EF4-FFF2-40B4-BE49-F238E27FC236}">
                <a16:creationId xmlns:a16="http://schemas.microsoft.com/office/drawing/2014/main" id="{10931993-51A5-109C-4F5C-24AC55A3DA55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タイトル 2">
            <a:extLst>
              <a:ext uri="{FF2B5EF4-FFF2-40B4-BE49-F238E27FC236}">
                <a16:creationId xmlns:a16="http://schemas.microsoft.com/office/drawing/2014/main" id="{F8195B85-3812-07C4-A20F-838E79112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95F66CB-BC22-C430-E444-7CA7C5386CBD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ー 15">
            <a:extLst>
              <a:ext uri="{FF2B5EF4-FFF2-40B4-BE49-F238E27FC236}">
                <a16:creationId xmlns:a16="http://schemas.microsoft.com/office/drawing/2014/main" id="{F96CA446-BAAD-4513-9C0A-AB4A07EBD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F6B9F262-23D6-E0FD-67A3-63D5F301D4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7F6462D4-87A3-0AF5-C9AA-7B7695741B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84AD84D6-2954-62D8-2D19-AA5F15FF831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811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80BE4E4E-52CA-340D-D8D6-4A9E10059E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8501" y="2022645"/>
            <a:ext cx="5397501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9" name="Google Shape;146;p21">
            <a:extLst>
              <a:ext uri="{FF2B5EF4-FFF2-40B4-BE49-F238E27FC236}">
                <a16:creationId xmlns:a16="http://schemas.microsoft.com/office/drawing/2014/main" id="{4F6A570A-D897-C310-7DBE-2D82F9DEFEF6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テキスト プレースホルダー 17">
            <a:extLst>
              <a:ext uri="{FF2B5EF4-FFF2-40B4-BE49-F238E27FC236}">
                <a16:creationId xmlns:a16="http://schemas.microsoft.com/office/drawing/2014/main" id="{DF252F91-42B3-708C-CBAB-10962955CF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1401" y="3076123"/>
            <a:ext cx="457199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17">
            <a:extLst>
              <a:ext uri="{FF2B5EF4-FFF2-40B4-BE49-F238E27FC236}">
                <a16:creationId xmlns:a16="http://schemas.microsoft.com/office/drawing/2014/main" id="{1D54C140-A0FC-AD71-CDF9-EBF6910137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78601" y="3076123"/>
            <a:ext cx="457199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6" name="テキスト プレースホルダー 34">
            <a:extLst>
              <a:ext uri="{FF2B5EF4-FFF2-40B4-BE49-F238E27FC236}">
                <a16:creationId xmlns:a16="http://schemas.microsoft.com/office/drawing/2014/main" id="{B64AF0A5-52CA-7D82-AA0D-07E1B2F189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2024539"/>
            <a:ext cx="5397501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625B09C-1197-2396-BFB9-4F8CDB43D0B5}"/>
              </a:ext>
            </a:extLst>
          </p:cNvPr>
          <p:cNvCxnSpPr>
            <a:cxnSpLocks/>
          </p:cNvCxnSpPr>
          <p:nvPr/>
        </p:nvCxnSpPr>
        <p:spPr>
          <a:xfrm>
            <a:off x="690034" y="6015219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B16983A-D26A-9989-2EEF-FF270C2B2B71}"/>
              </a:ext>
            </a:extLst>
          </p:cNvPr>
          <p:cNvCxnSpPr>
            <a:cxnSpLocks/>
          </p:cNvCxnSpPr>
          <p:nvPr/>
        </p:nvCxnSpPr>
        <p:spPr>
          <a:xfrm>
            <a:off x="698501" y="2687278"/>
            <a:ext cx="10795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D38A7E7-D0FD-4098-FE64-42590C733E3C}"/>
              </a:ext>
            </a:extLst>
          </p:cNvPr>
          <p:cNvCxnSpPr>
            <a:cxnSpLocks/>
          </p:cNvCxnSpPr>
          <p:nvPr/>
        </p:nvCxnSpPr>
        <p:spPr>
          <a:xfrm>
            <a:off x="6096000" y="2687278"/>
            <a:ext cx="0" cy="3327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タイトル 2">
            <a:extLst>
              <a:ext uri="{FF2B5EF4-FFF2-40B4-BE49-F238E27FC236}">
                <a16:creationId xmlns:a16="http://schemas.microsoft.com/office/drawing/2014/main" id="{6A3C6E09-B152-1DD2-85B0-481E2A73F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01BE3F3-57CB-503F-230D-6D0C58335759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15">
            <a:extLst>
              <a:ext uri="{FF2B5EF4-FFF2-40B4-BE49-F238E27FC236}">
                <a16:creationId xmlns:a16="http://schemas.microsoft.com/office/drawing/2014/main" id="{BD3B74E9-75EE-59BC-255F-47C2E93DBD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8EA63224-722D-7FB4-5175-2E49AB405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33AF5847-97A0-36E6-BFFD-42724CCB93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3" name="スライド番号プレースホルダー 7">
            <a:extLst>
              <a:ext uri="{FF2B5EF4-FFF2-40B4-BE49-F238E27FC236}">
                <a16:creationId xmlns:a16="http://schemas.microsoft.com/office/drawing/2014/main" id="{2E701924-67EC-566C-C445-FB7575EB6EA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95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問題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A3A59FD-98A7-0B01-8200-C8A38A220AE6}"/>
              </a:ext>
            </a:extLst>
          </p:cNvPr>
          <p:cNvCxnSpPr>
            <a:cxnSpLocks/>
          </p:cNvCxnSpPr>
          <p:nvPr/>
        </p:nvCxnSpPr>
        <p:spPr>
          <a:xfrm>
            <a:off x="5646488" y="4058989"/>
            <a:ext cx="329262" cy="312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2C38747-AA83-46AB-B5EC-13436DEA348A}"/>
              </a:ext>
            </a:extLst>
          </p:cNvPr>
          <p:cNvCxnSpPr>
            <a:cxnSpLocks/>
          </p:cNvCxnSpPr>
          <p:nvPr/>
        </p:nvCxnSpPr>
        <p:spPr>
          <a:xfrm>
            <a:off x="5975750" y="3733194"/>
            <a:ext cx="0" cy="6386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E49678A-E497-FEEE-5D94-4E412FBE7818}"/>
              </a:ext>
            </a:extLst>
          </p:cNvPr>
          <p:cNvCxnSpPr>
            <a:cxnSpLocks/>
          </p:cNvCxnSpPr>
          <p:nvPr/>
        </p:nvCxnSpPr>
        <p:spPr>
          <a:xfrm>
            <a:off x="651933" y="6130408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CB98CE4-3DBD-64DE-55F1-5643C19EE1C9}"/>
              </a:ext>
            </a:extLst>
          </p:cNvPr>
          <p:cNvCxnSpPr>
            <a:cxnSpLocks/>
          </p:cNvCxnSpPr>
          <p:nvPr/>
        </p:nvCxnSpPr>
        <p:spPr>
          <a:xfrm>
            <a:off x="651933" y="3733194"/>
            <a:ext cx="107780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Google Shape;146;p21">
            <a:extLst>
              <a:ext uri="{FF2B5EF4-FFF2-40B4-BE49-F238E27FC236}">
                <a16:creationId xmlns:a16="http://schemas.microsoft.com/office/drawing/2014/main" id="{2BF939F9-D4A5-CFAC-6627-A2CCC890EAA1}"/>
              </a:ext>
            </a:extLst>
          </p:cNvPr>
          <p:cNvCxnSpPr/>
          <p:nvPr/>
        </p:nvCxnSpPr>
        <p:spPr>
          <a:xfrm rot="10800000">
            <a:off x="341767" y="6490233"/>
            <a:ext cx="1463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E21742C-8A5C-2A08-FD77-C9F969D745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934" y="4374119"/>
            <a:ext cx="1219200" cy="1753967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（終）</a:t>
            </a:r>
          </a:p>
        </p:txBody>
      </p:sp>
      <p:sp>
        <p:nvSpPr>
          <p:cNvPr id="10" name="テキスト プレースホルダー 18">
            <a:extLst>
              <a:ext uri="{FF2B5EF4-FFF2-40B4-BE49-F238E27FC236}">
                <a16:creationId xmlns:a16="http://schemas.microsoft.com/office/drawing/2014/main" id="{853F1702-938D-DC1A-0CAF-89B31BA6E4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79600" y="4374118"/>
            <a:ext cx="9550385" cy="1753967"/>
          </a:xfrm>
          <a:prstGeom prst="rect">
            <a:avLst/>
          </a:prstGeom>
        </p:spPr>
        <p:txBody>
          <a:bodyPr anchor="ctr"/>
          <a:lstStyle>
            <a:lvl1pPr marL="285750" indent="-285750" algn="l">
              <a:buFont typeface="Wingdings" panose="05000000000000000000" pitchFamily="2" charset="2"/>
              <a:buChar char="Ø"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2" name="テキスト プレースホルダー 18">
            <a:extLst>
              <a:ext uri="{FF2B5EF4-FFF2-40B4-BE49-F238E27FC236}">
                <a16:creationId xmlns:a16="http://schemas.microsoft.com/office/drawing/2014/main" id="{876E888B-1C64-2F3D-21DC-AD072F18D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933" y="1980119"/>
            <a:ext cx="1219200" cy="17507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（始）</a:t>
            </a:r>
          </a:p>
        </p:txBody>
      </p:sp>
      <p:sp>
        <p:nvSpPr>
          <p:cNvPr id="13" name="テキスト プレースホルダー 18">
            <a:extLst>
              <a:ext uri="{FF2B5EF4-FFF2-40B4-BE49-F238E27FC236}">
                <a16:creationId xmlns:a16="http://schemas.microsoft.com/office/drawing/2014/main" id="{5FCFBAE9-FF73-FA88-94DC-D5334A8CC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79600" y="1979226"/>
            <a:ext cx="9550385" cy="1753967"/>
          </a:xfrm>
          <a:prstGeom prst="rect">
            <a:avLst/>
          </a:prstGeom>
        </p:spPr>
        <p:txBody>
          <a:bodyPr anchor="ctr"/>
          <a:lstStyle>
            <a:lvl1pPr marL="285750" indent="-285750" algn="l">
              <a:buFont typeface="Wingdings" panose="05000000000000000000" pitchFamily="2" charset="2"/>
              <a:buChar char="Ø"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55BA6990-2AC6-C173-07B2-687CE1CD79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626" y="453035"/>
            <a:ext cx="11584371" cy="809528"/>
          </a:xfrm>
          <a:prstGeom prst="rect">
            <a:avLst/>
          </a:prstGeom>
        </p:spPr>
        <p:txBody>
          <a:bodyPr anchor="b"/>
          <a:lstStyle>
            <a:lvl1pPr algn="l">
              <a:defRPr sz="48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53C7617-4918-FA09-CF38-FFD9B6C1E381}"/>
              </a:ext>
            </a:extLst>
          </p:cNvPr>
          <p:cNvCxnSpPr>
            <a:cxnSpLocks/>
          </p:cNvCxnSpPr>
          <p:nvPr/>
        </p:nvCxnSpPr>
        <p:spPr>
          <a:xfrm>
            <a:off x="607629" y="1244723"/>
            <a:ext cx="1158437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5">
            <a:extLst>
              <a:ext uri="{FF2B5EF4-FFF2-40B4-BE49-F238E27FC236}">
                <a16:creationId xmlns:a16="http://schemas.microsoft.com/office/drawing/2014/main" id="{FBB390C8-13DA-66C5-CC53-6676821F0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625" y="1279550"/>
            <a:ext cx="1158437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6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4FD304DD-4A06-F4CD-BB72-7DF427EA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1057933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6DA70E7-CC7F-CFB3-F52D-CCF9E4E31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79331" y="6492014"/>
            <a:ext cx="1612668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6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4" name="スライド番号プレースホルダー 7">
            <a:extLst>
              <a:ext uri="{FF2B5EF4-FFF2-40B4-BE49-F238E27FC236}">
                <a16:creationId xmlns:a16="http://schemas.microsoft.com/office/drawing/2014/main" id="{AFABA4F2-2225-43D1-65A5-BC3AFBADB6D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0884311" y="0"/>
            <a:ext cx="1278189" cy="604565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9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790950" y="2430878"/>
            <a:ext cx="4610100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11500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6" r:id="rId2"/>
    <p:sldLayoutId id="2147483661" r:id="rId3"/>
    <p:sldLayoutId id="2147483663" r:id="rId4"/>
    <p:sldLayoutId id="2147483657" r:id="rId5"/>
    <p:sldLayoutId id="2147483666" r:id="rId6"/>
    <p:sldLayoutId id="2147483671" r:id="rId7"/>
    <p:sldLayoutId id="2147483672" r:id="rId8"/>
    <p:sldLayoutId id="2147483668" r:id="rId9"/>
    <p:sldLayoutId id="2147483669" r:id="rId10"/>
    <p:sldLayoutId id="2147483659" r:id="rId11"/>
    <p:sldLayoutId id="2147483660" r:id="rId12"/>
    <p:sldLayoutId id="2147483662" r:id="rId13"/>
    <p:sldLayoutId id="2147483667" r:id="rId14"/>
  </p:sldLayoutIdLst>
  <p:hf hdr="0" ftr="0" dt="0"/>
  <p:txStyles>
    <p:titleStyle>
      <a:lvl1pPr algn="ctr" defTabSz="609630" rtl="0" eaLnBrk="1" latinLnBrk="0" hangingPunct="1"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x.com/@hojicya_appx" TargetMode="Externa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ote.com/yumotsuyo/n/nfddff634716e" TargetMode="External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450;&#12522;&#12473;&#12488;&#12486;&#12524;&#12473;" TargetMode="External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9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&#12460;&#12522;&#12524;&#12458;&#12539;&#12460;&#12522;&#12524;&#12452;" TargetMode="External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tom.c.u-tokyo.ac.jp/torii/lectures/MC/h25_MC_1-26.pdf" TargetMode="External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mynavi.jp/article/20210524-1880725" TargetMode="External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hyperlink" Target="https://www.manabinoba.com/science/9720.html" TargetMode="External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abinoba.com/science/9720.html" TargetMode="External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abinoba.com/science/9720.html" TargetMode="External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abinoba.com/science/9720.html" TargetMode="External" /><Relationship Id="rId1" Type="http://schemas.openxmlformats.org/officeDocument/2006/relationships/slideLayout" Target="../slideLayouts/slideLayout6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endai.media/articles/-/129059" TargetMode="External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9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2.yukawa.kyoto-u.ac.jp/~takehiro.azuma/kagakugijutsu_azuma_slide.pdf" TargetMode="External" /><Relationship Id="rId1" Type="http://schemas.openxmlformats.org/officeDocument/2006/relationships/slideLayout" Target="../slideLayouts/slideLayout6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hyperlink" Target="https://www.city.tottori.lg.jp/www/contents/1425107882625/html/common/54f66b0d076.htm" TargetMode="External" /><Relationship Id="rId1" Type="http://schemas.openxmlformats.org/officeDocument/2006/relationships/slideLayout" Target="../slideLayouts/slideLayout6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2.yukawa.kyoto-u.ac.jp/~takehiro.azuma/kagakugijutsu_azuma_slide.pdf" TargetMode="External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CD39C5-344E-C3A4-E95E-7920FFEDE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6600"/>
              <a:t>高校物理</a:t>
            </a:r>
            <a:endParaRPr lang="en-US" altLang="ja-JP" sz="6600"/>
          </a:p>
          <a:p>
            <a:r>
              <a:rPr kumimoji="1" lang="ja-JP" altLang="en-US" sz="2400"/>
              <a:t>～</a:t>
            </a:r>
            <a:r>
              <a:rPr kumimoji="1" lang="en-US" altLang="ja-JP" sz="2400"/>
              <a:t>Introduction</a:t>
            </a:r>
            <a:r>
              <a:rPr kumimoji="1" lang="ja-JP" altLang="en-US" sz="2400"/>
              <a:t>～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549EC0-4A12-084E-B646-FC2CE0C61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sz="2300">
                <a:hlinkClick r:id="rId2"/>
              </a:rPr>
              <a:t>@hojicya_appx</a:t>
            </a:r>
            <a:endParaRPr kumimoji="1" lang="ja-JP" altLang="en-US" sz="230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10BCA04-E862-355A-A0BA-CC3FCBA379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ja-JP" altLang="en-US" sz="2300"/>
              <a:t>ほうじ茶</a:t>
            </a:r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3C1FD535-A322-4EFA-A940-AEF02154DCAA}"/>
              </a:ext>
            </a:extLst>
          </p:cNvPr>
          <p:cNvSpPr txBox="1">
            <a:spLocks/>
          </p:cNvSpPr>
          <p:nvPr/>
        </p:nvSpPr>
        <p:spPr>
          <a:xfrm>
            <a:off x="558800" y="4629150"/>
            <a:ext cx="7309152" cy="118745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numCol="2"/>
          <a:lstStyle>
            <a:lvl1pPr marL="285750" indent="-285750" algn="l" defTabSz="60963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u"/>
              <a:defRPr kumimoji="1" sz="1800" b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/>
              <a:t>科学史 ～天動説から地動説へ～</a:t>
            </a:r>
          </a:p>
          <a:p>
            <a:r>
              <a:rPr lang="ja-JP" altLang="en-US" dirty="0"/>
              <a:t>数学史 </a:t>
            </a:r>
            <a:r>
              <a:rPr lang="en-US" altLang="ja-JP" dirty="0"/>
              <a:t>〜</a:t>
            </a:r>
            <a:r>
              <a:rPr lang="ja-JP" altLang="en-US" dirty="0"/>
              <a:t>微分積分の歴史～</a:t>
            </a:r>
          </a:p>
          <a:p>
            <a:r>
              <a:rPr lang="ja-JP" altLang="en-US" dirty="0"/>
              <a:t>「学問」とは？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43566339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8A8741-F6EE-D71A-9135-F8575B8961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D13D216-70E2-8532-E935-F3879AD4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科学史 </a:t>
            </a:r>
            <a:r>
              <a:rPr lang="ja-JP" altLang="en-US" sz="2800"/>
              <a:t>～天動説から地動説へ～</a:t>
            </a:r>
            <a:endParaRPr kumimoji="1" lang="ja-JP" altLang="en-US"/>
          </a:p>
        </p:txBody>
      </p:sp>
      <p:sp>
        <p:nvSpPr>
          <p:cNvPr id="5" name="テキスト プレースホルダー 1">
            <a:extLst>
              <a:ext uri="{FF2B5EF4-FFF2-40B4-BE49-F238E27FC236}">
                <a16:creationId xmlns:a16="http://schemas.microsoft.com/office/drawing/2014/main" id="{EB14FDD1-CE9D-AA48-D1FB-9CE33992B0D7}"/>
              </a:ext>
            </a:extLst>
          </p:cNvPr>
          <p:cNvSpPr txBox="1">
            <a:spLocks/>
          </p:cNvSpPr>
          <p:nvPr/>
        </p:nvSpPr>
        <p:spPr>
          <a:xfrm>
            <a:off x="953465" y="5334362"/>
            <a:ext cx="7717865" cy="1126520"/>
          </a:xfrm>
          <a:prstGeom prst="rect">
            <a:avLst/>
          </a:prstGeom>
        </p:spPr>
        <p:txBody>
          <a:bodyPr numCol="1"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ja-JP" altLang="en-US" sz="2200" dirty="0"/>
              <a:t>本日の授業内容を覚えてもらうことは求めていません．
「</a:t>
            </a:r>
            <a:r>
              <a:rPr lang="ja-JP" altLang="en-US" sz="2200" dirty="0">
                <a:solidFill>
                  <a:schemeClr val="accent6"/>
                </a:solidFill>
              </a:rPr>
              <a:t>感じて</a:t>
            </a:r>
            <a:r>
              <a:rPr lang="ja-JP" altLang="en-US" sz="2200" dirty="0"/>
              <a:t>」もらえれば十分です．</a:t>
            </a:r>
            <a:endParaRPr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3784218306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8030D76-A231-DFF5-3466-4A7668B7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宗教上の教え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731AE6-D296-F91F-D00C-6E67768D4B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https://note.com/yumotsuyo/n/nfddff634716e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E9C848-E4D3-79A0-43E2-92E73801EF7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96F65D7D-87C3-667B-B4C5-FCE0CFFE9A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336" y="1762884"/>
            <a:ext cx="10579328" cy="4227028"/>
          </a:xfrm>
        </p:spPr>
        <p:txBody>
          <a:bodyPr/>
          <a:lstStyle/>
          <a:p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万能の唯一，</a:t>
            </a:r>
            <a:r>
              <a:rPr lang="ja-JP" altLang="en-US" b="0" i="0" u="none" strike="noStrike" dirty="0">
                <a:solidFill>
                  <a:schemeClr val="accent6"/>
                </a:solidFill>
                <a:effectLst/>
                <a:latin typeface="-apple-system"/>
              </a:rPr>
              <a:t>神がこの世をお創り</a:t>
            </a:r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になった．</a:t>
            </a:r>
            <a:endParaRPr lang="en-US" altLang="ja-JP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endParaRPr lang="ja-JP" altLang="en-US" sz="1050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天体の運行は</a:t>
            </a:r>
            <a:r>
              <a:rPr lang="ja-JP" altLang="en-US" b="0" i="0" u="none" strike="noStrike" dirty="0">
                <a:solidFill>
                  <a:schemeClr val="accent6"/>
                </a:solidFill>
                <a:effectLst/>
                <a:latin typeface="-apple-system"/>
              </a:rPr>
              <a:t>全て神の指示で動いている</a:t>
            </a:r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．</a:t>
            </a:r>
            <a:endParaRPr lang="en-US" altLang="ja-JP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endParaRPr lang="ja-JP" altLang="en-US" sz="1000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その神の姿を写したとされる人間が住むこの地球こそが，</a:t>
            </a:r>
            <a:r>
              <a:rPr lang="ja-JP" altLang="en-US" b="0" i="0" u="none" strike="noStrike" dirty="0">
                <a:solidFill>
                  <a:schemeClr val="accent6"/>
                </a:solidFill>
                <a:effectLst/>
                <a:latin typeface="-apple-system"/>
              </a:rPr>
              <a:t>宇宙の中心</a:t>
            </a:r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である．</a:t>
            </a:r>
            <a:endParaRPr lang="en-US" altLang="ja-JP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endParaRPr lang="ja-JP" altLang="en-US" sz="1000" b="0" i="0" u="none" strike="noStrike" dirty="0">
              <a:solidFill>
                <a:srgbClr val="08131A"/>
              </a:solidFill>
              <a:effectLst/>
              <a:latin typeface="-apple-system"/>
            </a:endParaRPr>
          </a:p>
          <a:p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地球が宇宙の中心なんだから，</a:t>
            </a:r>
            <a:r>
              <a:rPr lang="ja-JP" altLang="en-US" b="0" i="0" u="none" strike="noStrike" dirty="0">
                <a:solidFill>
                  <a:schemeClr val="accent6"/>
                </a:solidFill>
                <a:effectLst/>
                <a:latin typeface="-apple-system"/>
              </a:rPr>
              <a:t>天体がその周りを回るのは当然</a:t>
            </a:r>
            <a:r>
              <a:rPr lang="ja-JP" altLang="en-US" b="0" i="0" u="none" strike="noStrike" dirty="0">
                <a:solidFill>
                  <a:srgbClr val="08131A"/>
                </a:solidFill>
                <a:effectLst/>
                <a:latin typeface="-apple-system"/>
              </a:rPr>
              <a:t>なのだ．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18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720A4EF3-8C53-3221-7E97-339171CCD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94" y="442582"/>
            <a:ext cx="4367967" cy="58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BEEDD923-5FC4-FAD5-40CC-2664DE23C70C}"/>
              </a:ext>
            </a:extLst>
          </p:cNvPr>
          <p:cNvSpPr/>
          <p:nvPr/>
        </p:nvSpPr>
        <p:spPr>
          <a:xfrm>
            <a:off x="6274721" y="3317801"/>
            <a:ext cx="5079545" cy="2598906"/>
          </a:xfrm>
          <a:prstGeom prst="wedgeRoundRectCallout">
            <a:avLst>
              <a:gd name="adj1" fmla="val -98645"/>
              <a:gd name="adj2" fmla="val -492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/>
              <a:t>大きな石は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小さな石よりも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>
                <a:solidFill>
                  <a:schemeClr val="accent6"/>
                </a:solidFill>
              </a:rPr>
              <a:t>速く落ちる</a:t>
            </a:r>
            <a:r>
              <a:rPr kumimoji="1" lang="ja-JP" altLang="en-US" sz="3600" dirty="0">
                <a:solidFill>
                  <a:schemeClr val="tx1"/>
                </a:solidFill>
              </a:rPr>
              <a:t>ん</a:t>
            </a:r>
            <a:r>
              <a:rPr kumimoji="1" lang="ja-JP" altLang="en-US" sz="3600" dirty="0"/>
              <a:t>だ！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8E0469-C63E-30D6-DABA-2F0A869F5E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3"/>
              </a:rPr>
              <a:t>https://ja.wikipedia.org/wiki/</a:t>
            </a:r>
            <a:r>
              <a:rPr kumimoji="1" lang="ja-JP" altLang="en-US" dirty="0">
                <a:hlinkClick r:id="rId3"/>
              </a:rPr>
              <a:t>アリストテレス</a:t>
            </a:r>
            <a:endParaRPr kumimoji="1"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CA7586-4EB8-0E62-59FA-ABE6BDE579D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7C2E88CB-2C7F-414E-7859-9AFA4B58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/>
              <a:t>アリストテレス</a:t>
            </a:r>
            <a:br>
              <a:rPr kumimoji="1" lang="en-US" altLang="ja-JP"/>
            </a:br>
            <a:r>
              <a:rPr kumimoji="1" lang="ja-JP" altLang="en-US" sz="3600"/>
              <a:t>（</a:t>
            </a:r>
            <a:r>
              <a:rPr kumimoji="1" lang="en-US" altLang="ja-JP" sz="3600"/>
              <a:t>B.C. </a:t>
            </a:r>
            <a:r>
              <a:rPr lang="en-US" altLang="ja-JP" sz="3600"/>
              <a:t>384</a:t>
            </a:r>
            <a:r>
              <a:rPr kumimoji="1" lang="en-US" altLang="ja-JP" sz="3600"/>
              <a:t>-</a:t>
            </a:r>
            <a:r>
              <a:rPr lang="en-US" altLang="ja-JP" sz="3600"/>
              <a:t>322</a:t>
            </a:r>
            <a:r>
              <a:rPr kumimoji="1" lang="ja-JP" altLang="en-US" sz="3600"/>
              <a:t>年）</a:t>
            </a:r>
            <a:endParaRPr kumimoji="1" lang="ja-JP" altLang="en-US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526CD165-C077-C51A-95DD-9AC8CE30CADF}"/>
              </a:ext>
            </a:extLst>
          </p:cNvPr>
          <p:cNvSpPr/>
          <p:nvPr/>
        </p:nvSpPr>
        <p:spPr>
          <a:xfrm>
            <a:off x="6274720" y="3317801"/>
            <a:ext cx="5079545" cy="2598906"/>
          </a:xfrm>
          <a:prstGeom prst="wedgeRoundRectCallout">
            <a:avLst>
              <a:gd name="adj1" fmla="val -98645"/>
              <a:gd name="adj2" fmla="val -492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chemeClr val="accent6"/>
                </a:solidFill>
              </a:rPr>
              <a:t>地球が中心</a:t>
            </a:r>
            <a:r>
              <a:rPr kumimoji="1" lang="ja-JP" altLang="en-US" sz="3600" dirty="0"/>
              <a:t>となって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天が動いているんだ！</a:t>
            </a:r>
          </a:p>
        </p:txBody>
      </p:sp>
    </p:spTree>
    <p:extLst>
      <p:ext uri="{BB962C8B-B14F-4D97-AF65-F5344CB8AC3E}">
        <p14:creationId xmlns:p14="http://schemas.microsoft.com/office/powerpoint/2010/main" val="254488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4CCBF118-CDED-8CE9-44AD-FA8675476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" r="4892"/>
          <a:stretch/>
        </p:blipFill>
        <p:spPr bwMode="auto">
          <a:xfrm>
            <a:off x="830394" y="442582"/>
            <a:ext cx="4367967" cy="585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75B31E-26A3-2343-DCDD-EE952D2E71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3"/>
              </a:rPr>
              <a:t>https://ja.wikipedia.org/wiki/</a:t>
            </a:r>
            <a:r>
              <a:rPr kumimoji="1" lang="ja-JP" altLang="en-US" dirty="0">
                <a:hlinkClick r:id="rId3"/>
              </a:rPr>
              <a:t>ガリレオ・ガリレイ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ABDD4C-02A6-195D-1171-92EFC0A1E40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E67D622D-C1DA-607C-B2A9-1D746CE1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225" y="799141"/>
            <a:ext cx="6727275" cy="1510401"/>
          </a:xfrm>
        </p:spPr>
        <p:txBody>
          <a:bodyPr anchor="ctr"/>
          <a:lstStyle/>
          <a:p>
            <a:pPr algn="ctr"/>
            <a:r>
              <a:rPr lang="ja-JP" altLang="en-US"/>
              <a:t>ガリレオ・ガリレイ</a:t>
            </a:r>
            <a:br>
              <a:rPr kumimoji="1" lang="en-US" altLang="ja-JP"/>
            </a:br>
            <a:r>
              <a:rPr kumimoji="1" lang="ja-JP" altLang="en-US" sz="3600"/>
              <a:t>（</a:t>
            </a:r>
            <a:r>
              <a:rPr lang="en-US" altLang="ja-JP" sz="3600"/>
              <a:t>A</a:t>
            </a:r>
            <a:r>
              <a:rPr kumimoji="1" lang="en-US" altLang="ja-JP" sz="3600"/>
              <a:t>.</a:t>
            </a:r>
            <a:r>
              <a:rPr lang="en-US" altLang="ja-JP" sz="3600"/>
              <a:t>D</a:t>
            </a:r>
            <a:r>
              <a:rPr kumimoji="1" lang="en-US" altLang="ja-JP" sz="3600"/>
              <a:t>. 1564-1642</a:t>
            </a:r>
            <a:r>
              <a:rPr kumimoji="1" lang="ja-JP" altLang="en-US" sz="3600"/>
              <a:t>年）</a:t>
            </a:r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5F6FA8CC-0FF3-A885-F8E8-67CE34E05434}"/>
              </a:ext>
            </a:extLst>
          </p:cNvPr>
          <p:cNvSpPr/>
          <p:nvPr/>
        </p:nvSpPr>
        <p:spPr>
          <a:xfrm>
            <a:off x="6274721" y="3317801"/>
            <a:ext cx="5079545" cy="2598906"/>
          </a:xfrm>
          <a:prstGeom prst="wedgeRoundRectCallout">
            <a:avLst>
              <a:gd name="adj1" fmla="val -109632"/>
              <a:gd name="adj2" fmla="val -7172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accent6"/>
                </a:solidFill>
              </a:rPr>
              <a:t>自分の目で観察して</a:t>
            </a:r>
            <a:endParaRPr kumimoji="1" lang="en-US" altLang="ja-JP" sz="360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accent6"/>
                </a:solidFill>
              </a:rPr>
              <a:t>確かめる！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56A358E2-1E67-8917-D19D-D52564E7A337}"/>
              </a:ext>
            </a:extLst>
          </p:cNvPr>
          <p:cNvSpPr/>
          <p:nvPr/>
        </p:nvSpPr>
        <p:spPr>
          <a:xfrm>
            <a:off x="6274721" y="3317801"/>
            <a:ext cx="5079545" cy="2598906"/>
          </a:xfrm>
          <a:prstGeom prst="wedgeRoundRectCallout">
            <a:avLst>
              <a:gd name="adj1" fmla="val -109446"/>
              <a:gd name="adj2" fmla="val -7154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solidFill>
                  <a:schemeClr val="accent6"/>
                </a:solidFill>
              </a:rPr>
              <a:t>地球も回転</a:t>
            </a:r>
            <a:r>
              <a:rPr kumimoji="1" lang="ja-JP" altLang="en-US" sz="3600" dirty="0"/>
              <a:t>している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のでは？</a:t>
            </a:r>
          </a:p>
        </p:txBody>
      </p:sp>
    </p:spTree>
    <p:extLst>
      <p:ext uri="{BB962C8B-B14F-4D97-AF65-F5344CB8AC3E}">
        <p14:creationId xmlns:p14="http://schemas.microsoft.com/office/powerpoint/2010/main" val="272256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8FE304-6DD3-D271-A88E-8193D23080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7626" y="1920807"/>
            <a:ext cx="11127239" cy="3911182"/>
          </a:xfrm>
        </p:spPr>
        <p:txBody>
          <a:bodyPr/>
          <a:lstStyle/>
          <a:p>
            <a:pPr marL="720725" indent="-720725">
              <a:buFont typeface="Wingdings" panose="05000000000000000000" pitchFamily="2" charset="2"/>
              <a:buChar char="u"/>
            </a:pPr>
            <a:r>
              <a:rPr kumimoji="1" lang="ja-JP" altLang="en-US" dirty="0"/>
              <a:t>自然界に見られる現象の法則性を</a:t>
            </a:r>
            <a:r>
              <a:rPr kumimoji="1" lang="ja-JP" altLang="en-US" dirty="0">
                <a:solidFill>
                  <a:schemeClr val="accent6"/>
                </a:solidFill>
              </a:rPr>
              <a:t>実験</a:t>
            </a:r>
            <a:r>
              <a:rPr kumimoji="1" lang="ja-JP" altLang="en-US" dirty="0"/>
              <a:t>または</a:t>
            </a:r>
            <a:r>
              <a:rPr kumimoji="1" lang="ja-JP" altLang="en-US" dirty="0">
                <a:solidFill>
                  <a:schemeClr val="accent6"/>
                </a:solidFill>
              </a:rPr>
              <a:t>観測</a:t>
            </a:r>
            <a:r>
              <a:rPr kumimoji="1" lang="ja-JP" altLang="en-US" dirty="0"/>
              <a:t>で見出し，</a:t>
            </a:r>
            <a:r>
              <a:rPr kumimoji="1" lang="ja-JP" altLang="en-US" dirty="0">
                <a:solidFill>
                  <a:schemeClr val="accent6"/>
                </a:solidFill>
              </a:rPr>
              <a:t>数学</a:t>
            </a:r>
            <a:r>
              <a:rPr kumimoji="1" lang="ja-JP" altLang="en-US" dirty="0"/>
              <a:t>を用いて記述する．</a:t>
            </a:r>
            <a:endParaRPr kumimoji="1" lang="en-US" altLang="ja-JP" dirty="0"/>
          </a:p>
          <a:p>
            <a:pPr marL="720725" indent="-720725"/>
            <a:endParaRPr kumimoji="1" lang="en-US" altLang="ja-JP" sz="1000" dirty="0"/>
          </a:p>
          <a:p>
            <a:pPr marL="720725" indent="-720725">
              <a:buFont typeface="Wingdings" panose="05000000000000000000" pitchFamily="2" charset="2"/>
              <a:buChar char="u"/>
            </a:pPr>
            <a:r>
              <a:rPr lang="ja-JP" altLang="en-US" dirty="0"/>
              <a:t>物理法則では，その正しさが</a:t>
            </a:r>
            <a:r>
              <a:rPr lang="ja-JP" altLang="en-US" dirty="0">
                <a:solidFill>
                  <a:schemeClr val="accent6"/>
                </a:solidFill>
              </a:rPr>
              <a:t>測定の「不確かさ」の範囲</a:t>
            </a:r>
            <a:r>
              <a:rPr lang="ja-JP" altLang="en-US" dirty="0"/>
              <a:t>で検証される（</a:t>
            </a:r>
            <a:r>
              <a:rPr lang="ja-JP" altLang="en-US" dirty="0">
                <a:solidFill>
                  <a:schemeClr val="accent6"/>
                </a:solidFill>
              </a:rPr>
              <a:t>証明はされない</a:t>
            </a:r>
            <a:r>
              <a:rPr lang="ja-JP" altLang="en-US" dirty="0"/>
              <a:t>）．</a:t>
            </a:r>
            <a:endParaRPr lang="en-US" altLang="ja-JP" dirty="0"/>
          </a:p>
          <a:p>
            <a:pPr marL="720725" indent="-720725"/>
            <a:endParaRPr lang="en-US" altLang="ja-JP" sz="1000" dirty="0"/>
          </a:p>
          <a:p>
            <a:pPr marL="720725" indent="-720725">
              <a:buFont typeface="Wingdings" panose="05000000000000000000" pitchFamily="2" charset="2"/>
              <a:buChar char="u"/>
            </a:pPr>
            <a:r>
              <a:rPr lang="ja-JP" altLang="en-US" dirty="0"/>
              <a:t>実験物理学者は，物理法則の</a:t>
            </a:r>
            <a:r>
              <a:rPr lang="ja-JP" altLang="en-US" dirty="0">
                <a:solidFill>
                  <a:schemeClr val="accent6"/>
                </a:solidFill>
              </a:rPr>
              <a:t>適応範囲</a:t>
            </a:r>
            <a:r>
              <a:rPr lang="ja-JP" altLang="en-US" dirty="0"/>
              <a:t>を日々実験によって</a:t>
            </a:r>
            <a:r>
              <a:rPr lang="ja-JP" altLang="en-US" dirty="0">
                <a:solidFill>
                  <a:schemeClr val="accent6"/>
                </a:solidFill>
              </a:rPr>
              <a:t>拡張</a:t>
            </a:r>
            <a:r>
              <a:rPr lang="ja-JP" altLang="en-US" dirty="0"/>
              <a:t>している．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B68BD9E-B38F-8FD1-01A7-D62012D2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物理学とは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773928-9D6E-8076-AC33-BA01DC4084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https://atom.c.u-tokyo.ac.jp/torii/lectures/MC/h25_MC_1-26.pdf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5D2F41-B386-E0D5-0009-C17EB9AE21A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9851AA8-93A1-D1AD-EBB7-0FDD49C9CF8A}"/>
              </a:ext>
            </a:extLst>
          </p:cNvPr>
          <p:cNvSpPr/>
          <p:nvPr/>
        </p:nvSpPr>
        <p:spPr>
          <a:xfrm>
            <a:off x="195372" y="7333990"/>
            <a:ext cx="11951746" cy="31304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/>
              <a:t>科学はこの宇宙という名の分厚い本の中に書かれていて， </a:t>
            </a:r>
            <a:endParaRPr lang="en-US" altLang="ja-JP" sz="3200" dirty="0"/>
          </a:p>
          <a:p>
            <a:pPr algn="ctr"/>
            <a:r>
              <a:rPr lang="ja-JP" altLang="en-US" sz="3200" dirty="0"/>
              <a:t>私たちの目の前に開かれている．</a:t>
            </a:r>
            <a:endParaRPr lang="en-US" altLang="ja-JP" sz="3200" dirty="0"/>
          </a:p>
          <a:p>
            <a:pPr algn="ctr"/>
            <a:r>
              <a:rPr lang="ja-JP" altLang="en-US" sz="3200" dirty="0"/>
              <a:t>しかし，そこに使われている言語を学び文字を解釈しなければ，</a:t>
            </a:r>
            <a:endParaRPr lang="en-US" altLang="ja-JP" sz="3200" dirty="0"/>
          </a:p>
          <a:p>
            <a:pPr algn="ctr"/>
            <a:r>
              <a:rPr lang="ja-JP" altLang="en-US" sz="3200" dirty="0"/>
              <a:t>誰もその内容を理解出来ない．</a:t>
            </a:r>
            <a:r>
              <a:rPr lang="ja-JP" altLang="en-US" sz="3200" dirty="0">
                <a:solidFill>
                  <a:schemeClr val="accent6"/>
                </a:solidFill>
              </a:rPr>
              <a:t>その言語こそは数学である．</a:t>
            </a:r>
            <a:endParaRPr lang="en-US" altLang="ja-JP" sz="3200" dirty="0">
              <a:solidFill>
                <a:schemeClr val="accent6"/>
              </a:solidFill>
            </a:endParaRPr>
          </a:p>
          <a:p>
            <a:pPr algn="ctr"/>
            <a:endParaRPr lang="en-US" altLang="ja-JP" sz="1000" dirty="0"/>
          </a:p>
          <a:p>
            <a:pPr algn="ctr"/>
            <a:r>
              <a:rPr lang="en-US" altLang="ja-JP" sz="3200" dirty="0"/>
              <a:t>『</a:t>
            </a:r>
            <a:r>
              <a:rPr lang="ja-JP" altLang="en-US" sz="3200" dirty="0"/>
              <a:t>偽金鑑識官</a:t>
            </a:r>
            <a:r>
              <a:rPr lang="en-US" altLang="ja-JP" sz="3200" dirty="0"/>
              <a:t>』</a:t>
            </a:r>
            <a:r>
              <a:rPr lang="ja-JP" altLang="en-US" sz="3200" dirty="0"/>
              <a:t>（</a:t>
            </a:r>
            <a:r>
              <a:rPr lang="en-US" altLang="ja-JP" sz="3200" dirty="0"/>
              <a:t>1623</a:t>
            </a:r>
            <a:r>
              <a:rPr lang="ja-JP" altLang="en-US" sz="3200" dirty="0"/>
              <a:t>年）</a:t>
            </a:r>
            <a:r>
              <a:rPr lang="en-US" altLang="ja-JP" sz="3200" dirty="0"/>
              <a:t> 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7292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6AE325-77AA-F5F4-8D3C-12A1E3132B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336" y="1723003"/>
            <a:ext cx="10579328" cy="4306790"/>
          </a:xfrm>
        </p:spPr>
        <p:txBody>
          <a:bodyPr anchor="ctr"/>
          <a:lstStyle/>
          <a:p>
            <a:pPr marL="742950" indent="-742950">
              <a:buFont typeface="Wingdings" panose="05000000000000000000" pitchFamily="2" charset="2"/>
              <a:buChar char="u"/>
            </a:pPr>
            <a:r>
              <a:rPr kumimoji="1" lang="ja-JP" altLang="en-US" dirty="0">
                <a:latin typeface="+mn-lt"/>
              </a:rPr>
              <a:t>最初に地動説を提唱したわけではない．</a:t>
            </a:r>
            <a:endParaRPr kumimoji="1" lang="en-US" altLang="ja-JP" dirty="0">
              <a:latin typeface="+mn-lt"/>
            </a:endParaRPr>
          </a:p>
          <a:p>
            <a:endParaRPr lang="en-US" altLang="ja-JP" sz="1000" dirty="0">
              <a:latin typeface="+mn-lt"/>
            </a:endParaRPr>
          </a:p>
          <a:p>
            <a:pPr marL="742950" indent="-742950"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lt"/>
              </a:rPr>
              <a:t>地動説が有利に働く証拠の発見をした．</a:t>
            </a:r>
            <a:endParaRPr lang="en-US" altLang="ja-JP" dirty="0">
              <a:latin typeface="+mn-lt"/>
            </a:endParaRPr>
          </a:p>
          <a:p>
            <a:endParaRPr lang="en-US" altLang="ja-JP" sz="1000" dirty="0">
              <a:latin typeface="+mn-lt"/>
            </a:endParaRPr>
          </a:p>
          <a:p>
            <a:pPr marL="742950" indent="-742950">
              <a:buFont typeface="Wingdings" panose="05000000000000000000" pitchFamily="2" charset="2"/>
              <a:buChar char="u"/>
            </a:pPr>
            <a:r>
              <a:rPr lang="ja-JP" altLang="en-US" dirty="0">
                <a:latin typeface="+mn-lt"/>
              </a:rPr>
              <a:t>望遠鏡を用いて，地動説を発見！</a:t>
            </a:r>
            <a:endParaRPr lang="en-US" altLang="ja-JP" sz="1000" dirty="0">
              <a:latin typeface="+mn-lt"/>
            </a:endParaRPr>
          </a:p>
          <a:p>
            <a:pPr marL="1238275" lvl="1" indent="-742950">
              <a:buFont typeface="+mj-lt"/>
              <a:buAutoNum type="arabicPeriod"/>
            </a:pPr>
            <a:r>
              <a:rPr lang="ja-JP" altLang="en-US" sz="2800" dirty="0">
                <a:latin typeface="+mn-lt"/>
              </a:rPr>
              <a:t>月に凹凸がある．</a:t>
            </a:r>
            <a:endParaRPr lang="en-US" altLang="ja-JP" sz="2800" dirty="0">
              <a:latin typeface="+mn-lt"/>
            </a:endParaRPr>
          </a:p>
          <a:p>
            <a:pPr marL="1238275" lvl="1" indent="-742950">
              <a:buFont typeface="+mj-lt"/>
              <a:buAutoNum type="arabicPeriod"/>
            </a:pPr>
            <a:r>
              <a:rPr lang="ja-JP" altLang="en-US" sz="2800" dirty="0">
                <a:latin typeface="+mn-lt"/>
              </a:rPr>
              <a:t>木星の周りを回る</a:t>
            </a:r>
            <a:r>
              <a:rPr lang="en-US" altLang="ja-JP" sz="2800" dirty="0">
                <a:latin typeface="+mn-lt"/>
              </a:rPr>
              <a:t>4</a:t>
            </a:r>
            <a:r>
              <a:rPr lang="ja-JP" altLang="en-US" sz="2800" dirty="0">
                <a:latin typeface="+mn-lt"/>
              </a:rPr>
              <a:t>つの衛星がある．</a:t>
            </a:r>
            <a:endParaRPr lang="en-US" altLang="ja-JP" sz="2800" dirty="0"/>
          </a:p>
          <a:p>
            <a:pPr lvl="1" indent="0">
              <a:buNone/>
            </a:pPr>
            <a:r>
              <a:rPr lang="en-US" altLang="ja-JP" sz="2800" dirty="0"/>
              <a:t>			</a:t>
            </a:r>
            <a:r>
              <a:rPr lang="ja-JP" altLang="en-US" sz="2800" dirty="0"/>
              <a:t>→ </a:t>
            </a:r>
            <a:r>
              <a:rPr lang="ja-JP" altLang="en-US" sz="2800" dirty="0">
                <a:solidFill>
                  <a:schemeClr val="accent6"/>
                </a:solidFill>
              </a:rPr>
              <a:t>地球を中心に回っていない天体</a:t>
            </a:r>
            <a:r>
              <a:rPr lang="ja-JP" altLang="en-US" sz="2800" dirty="0"/>
              <a:t>がある．</a:t>
            </a:r>
            <a:endParaRPr lang="en-US" altLang="ja-JP" sz="2800" dirty="0">
              <a:latin typeface="+mn-lt"/>
            </a:endParaRPr>
          </a:p>
          <a:p>
            <a:pPr marL="1238275" lvl="1" indent="-742950">
              <a:buFont typeface="+mj-lt"/>
              <a:buAutoNum type="arabicPeriod" startAt="3"/>
            </a:pPr>
            <a:r>
              <a:rPr lang="ja-JP" altLang="en-US" sz="2800" dirty="0"/>
              <a:t>金星に満ち欠けがある．</a:t>
            </a:r>
            <a:endParaRPr lang="en-US" altLang="ja-JP" sz="2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3043334-8C6D-B500-FFE9-63D80268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ガリレオが提唱した「地動説」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2AFA2A-4F93-38E7-A3D7-684988E402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https://news.mynavi.jp/article/20210524-1880725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9C9273-FED8-F8E2-9D47-EF2C2138BE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64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C6317F2-F4A4-8118-D994-B3EB85832E7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45337" y="1767066"/>
            <a:ext cx="6745044" cy="4218663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kumimoji="1" lang="ja-JP" altLang="en-US">
                <a:latin typeface="+mn-ea"/>
              </a:rPr>
              <a:t>ピサの斜塔から，</a:t>
            </a:r>
            <a:r>
              <a:rPr kumimoji="1" lang="ja-JP" altLang="en-US">
                <a:solidFill>
                  <a:schemeClr val="accent6"/>
                </a:solidFill>
                <a:latin typeface="+mn-ea"/>
              </a:rPr>
              <a:t>重い鉄の玉</a:t>
            </a:r>
            <a:r>
              <a:rPr kumimoji="1" lang="ja-JP" altLang="en-US">
                <a:latin typeface="+mn-ea"/>
              </a:rPr>
              <a:t>と</a:t>
            </a:r>
            <a:r>
              <a:rPr kumimoji="1" lang="ja-JP" altLang="en-US">
                <a:solidFill>
                  <a:schemeClr val="accent6"/>
                </a:solidFill>
                <a:latin typeface="+mn-ea"/>
              </a:rPr>
              <a:t>軽い鉄の玉</a:t>
            </a:r>
            <a:r>
              <a:rPr kumimoji="1" lang="ja-JP" altLang="en-US">
                <a:latin typeface="+mn-ea"/>
              </a:rPr>
              <a:t>を落とすと</a:t>
            </a:r>
            <a:r>
              <a:rPr kumimoji="1" lang="ja-JP" altLang="en-US">
                <a:solidFill>
                  <a:schemeClr val="accent6"/>
                </a:solidFill>
                <a:latin typeface="+mn-ea"/>
              </a:rPr>
              <a:t>同じ時間</a:t>
            </a:r>
            <a:r>
              <a:rPr kumimoji="1" lang="ja-JP" altLang="en-US">
                <a:latin typeface="+mn-ea"/>
              </a:rPr>
              <a:t>で落ちることを証明した．</a:t>
            </a:r>
            <a:endParaRPr kumimoji="1" lang="en-US" altLang="ja-JP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ja-JP" altLang="en-US">
                <a:latin typeface="+mn-lt"/>
              </a:rPr>
              <a:t>→ </a:t>
            </a:r>
            <a:r>
              <a:rPr lang="ja-JP" altLang="en-US">
                <a:solidFill>
                  <a:schemeClr val="accent6"/>
                </a:solidFill>
                <a:latin typeface="+mn-lt"/>
              </a:rPr>
              <a:t>自由落下に質量は関係ない！</a:t>
            </a:r>
            <a:endParaRPr kumimoji="1" lang="ja-JP" altLang="en-US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343CB63-09CC-512C-1EB9-691C8161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ガリレオが発見した「落体の法則」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E95056-84D7-4C4A-5480-C0CB0E375D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https://www.manabinoba.com/science/9720.html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25DA8-E0A2-D6E3-15E1-9689EF3327B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4DC8B99-FFAB-768B-132E-7A5C17B36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685" y="1465675"/>
            <a:ext cx="3040828" cy="482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83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8631EE0-DDEA-2325-9D00-372EB9A95FBF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3423613" y="3080836"/>
            <a:ext cx="1" cy="220553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8FD1409-0152-7F35-B088-D9603B171C3C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617638" y="3088456"/>
            <a:ext cx="4070" cy="10739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F343CB63-09CC-512C-1EB9-691C8161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ガリレオが行った実験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E95056-84D7-4C4A-5480-C0CB0E375D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https://www.manabinoba.com/science/9720.html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25DA8-E0A2-D6E3-15E1-9689EF3327B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B2C1987-AA38-2C48-0B59-67EECB16FACD}"/>
              </a:ext>
            </a:extLst>
          </p:cNvPr>
          <p:cNvCxnSpPr>
            <a:cxnSpLocks/>
          </p:cNvCxnSpPr>
          <p:nvPr/>
        </p:nvCxnSpPr>
        <p:spPr>
          <a:xfrm flipH="1">
            <a:off x="807650" y="3088853"/>
            <a:ext cx="361195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C854AABF-578C-20A4-732F-591C51F78740}"/>
              </a:ext>
            </a:extLst>
          </p:cNvPr>
          <p:cNvSpPr/>
          <p:nvPr/>
        </p:nvSpPr>
        <p:spPr>
          <a:xfrm>
            <a:off x="1302949" y="2459475"/>
            <a:ext cx="629378" cy="629378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5 </a:t>
            </a:r>
          </a:p>
          <a:p>
            <a:pPr algn="ctr"/>
            <a:r>
              <a:rPr kumimoji="1" lang="en-US" altLang="ja-JP" sz="1600"/>
              <a:t>kg</a:t>
            </a:r>
            <a:endParaRPr kumimoji="1" lang="ja-JP" altLang="en-US" sz="160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A067B62-F3FE-6AAE-C3CF-ACB0717F133E}"/>
              </a:ext>
            </a:extLst>
          </p:cNvPr>
          <p:cNvSpPr/>
          <p:nvPr/>
        </p:nvSpPr>
        <p:spPr>
          <a:xfrm>
            <a:off x="2999786" y="2233881"/>
            <a:ext cx="847655" cy="847655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/>
              <a:t>10</a:t>
            </a:r>
          </a:p>
          <a:p>
            <a:pPr algn="ctr"/>
            <a:r>
              <a:rPr kumimoji="1" lang="en-US" altLang="ja-JP" sz="2000"/>
              <a:t>kg</a:t>
            </a:r>
            <a:endParaRPr kumimoji="1" lang="ja-JP" altLang="en-US" sz="20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5420C99-31BD-6B9A-12ED-F4D762E33208}"/>
              </a:ext>
            </a:extLst>
          </p:cNvPr>
          <p:cNvSpPr txBox="1"/>
          <p:nvPr/>
        </p:nvSpPr>
        <p:spPr>
          <a:xfrm>
            <a:off x="1621708" y="1743596"/>
            <a:ext cx="1801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/>
              <a:t>同時に落下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90C6A08-A448-4A1F-620B-AAD6B511296B}"/>
              </a:ext>
            </a:extLst>
          </p:cNvPr>
          <p:cNvSpPr/>
          <p:nvPr/>
        </p:nvSpPr>
        <p:spPr>
          <a:xfrm>
            <a:off x="1302949" y="2459078"/>
            <a:ext cx="629378" cy="62937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5 </a:t>
            </a:r>
          </a:p>
          <a:p>
            <a:pPr algn="ctr"/>
            <a:r>
              <a:rPr kumimoji="1" lang="en-US" altLang="ja-JP" sz="1600"/>
              <a:t>kg</a:t>
            </a:r>
            <a:endParaRPr kumimoji="1" lang="ja-JP" altLang="en-US" sz="160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38585A51-C4ED-8FF1-AD14-376D8096BD27}"/>
              </a:ext>
            </a:extLst>
          </p:cNvPr>
          <p:cNvSpPr/>
          <p:nvPr/>
        </p:nvSpPr>
        <p:spPr>
          <a:xfrm>
            <a:off x="2999786" y="2233181"/>
            <a:ext cx="847655" cy="8476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/>
              <a:t>10</a:t>
            </a:r>
          </a:p>
          <a:p>
            <a:pPr algn="ctr"/>
            <a:r>
              <a:rPr kumimoji="1" lang="en-US" altLang="ja-JP" sz="2000"/>
              <a:t>kg</a:t>
            </a:r>
            <a:endParaRPr kumimoji="1" lang="ja-JP" altLang="en-US" sz="2000"/>
          </a:p>
        </p:txBody>
      </p:sp>
      <p:sp>
        <p:nvSpPr>
          <p:cNvPr id="32" name="テキスト プレースホルダー 1">
            <a:extLst>
              <a:ext uri="{FF2B5EF4-FFF2-40B4-BE49-F238E27FC236}">
                <a16:creationId xmlns:a16="http://schemas.microsoft.com/office/drawing/2014/main" id="{6C32B982-76DD-E331-12FF-16A76BA45F6B}"/>
              </a:ext>
            </a:extLst>
          </p:cNvPr>
          <p:cNvSpPr txBox="1">
            <a:spLocks/>
          </p:cNvSpPr>
          <p:nvPr/>
        </p:nvSpPr>
        <p:spPr>
          <a:xfrm>
            <a:off x="4914900" y="3362143"/>
            <a:ext cx="7048499" cy="1268474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latin typeface="+mn-lt"/>
              </a:rPr>
              <a:t>アリストテレスの価値観：</a:t>
            </a:r>
            <a:endParaRPr lang="en-US" altLang="ja-JP">
              <a:latin typeface="+mn-lt"/>
            </a:endParaRPr>
          </a:p>
          <a:p>
            <a:r>
              <a:rPr lang="ja-JP" altLang="en-US">
                <a:latin typeface="+mn-lt"/>
              </a:rPr>
              <a:t>「重い物体ほど速く落下する！」</a:t>
            </a:r>
            <a:endParaRPr lang="en-US" altLang="ja-JP">
              <a:latin typeface="+mn-lt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277EABF-7661-F4BB-0CD4-78A6A43E3AA1}"/>
              </a:ext>
            </a:extLst>
          </p:cNvPr>
          <p:cNvSpPr txBox="1"/>
          <p:nvPr/>
        </p:nvSpPr>
        <p:spPr>
          <a:xfrm>
            <a:off x="4419600" y="5715248"/>
            <a:ext cx="4048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10 kg</a:t>
            </a:r>
            <a:r>
              <a:rPr kumimoji="1" lang="ja-JP" altLang="en-US" sz="2400"/>
              <a:t>の鉄球が先に落ちる．</a:t>
            </a:r>
          </a:p>
        </p:txBody>
      </p:sp>
    </p:spTree>
    <p:extLst>
      <p:ext uri="{BB962C8B-B14F-4D97-AF65-F5344CB8AC3E}">
        <p14:creationId xmlns:p14="http://schemas.microsoft.com/office/powerpoint/2010/main" val="163693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5.55112E-17 L 6.25E-7 0.4416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83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 animBg="1"/>
      <p:bldP spid="17" grpId="1" animBg="1"/>
      <p:bldP spid="18" grpId="0" animBg="1"/>
      <p:bldP spid="18" grpId="1" animBg="1"/>
      <p:bldP spid="32" grpId="0" uiExpand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4F16-D560-DC99-FDD5-4FC3EDF4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EC0F60B-71EA-B18A-F704-6FB6A940EF9A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3423613" y="3080836"/>
            <a:ext cx="1" cy="220553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7406B4F0-8A30-D284-6726-EFAC7C3448AB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617638" y="3088456"/>
            <a:ext cx="4070" cy="10739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2F9BE2-6088-0888-BB4B-7AB491681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思考実験：実際に実験せずにこうなるはずだとして推論を重ね，議論を進めていく方法のこと．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7745D2C-D5C1-80E0-65A3-4D1E2A70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ガリレオが行った実験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DDC204-5A88-96AE-7AA6-5BCFCA2324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https://www.manabinoba.com/science/9720.html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64F705-D4C4-F9EB-A925-6B87773030B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B78C1A3-4A66-3EC5-EC7A-4647012ADEE6}"/>
              </a:ext>
            </a:extLst>
          </p:cNvPr>
          <p:cNvCxnSpPr>
            <a:cxnSpLocks/>
          </p:cNvCxnSpPr>
          <p:nvPr/>
        </p:nvCxnSpPr>
        <p:spPr>
          <a:xfrm flipH="1">
            <a:off x="807650" y="3088853"/>
            <a:ext cx="361195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6903984C-F3A8-6964-D6E0-2A10F4E3CBF5}"/>
              </a:ext>
            </a:extLst>
          </p:cNvPr>
          <p:cNvSpPr/>
          <p:nvPr/>
        </p:nvSpPr>
        <p:spPr>
          <a:xfrm>
            <a:off x="1302949" y="2459475"/>
            <a:ext cx="629378" cy="629378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5 </a:t>
            </a:r>
          </a:p>
          <a:p>
            <a:pPr algn="ctr"/>
            <a:r>
              <a:rPr kumimoji="1" lang="en-US" altLang="ja-JP" sz="1600"/>
              <a:t>kg</a:t>
            </a:r>
            <a:endParaRPr kumimoji="1" lang="ja-JP" altLang="en-US" sz="160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D2FC4BA-1147-F13A-C668-2BE1F747DA38}"/>
              </a:ext>
            </a:extLst>
          </p:cNvPr>
          <p:cNvSpPr/>
          <p:nvPr/>
        </p:nvSpPr>
        <p:spPr>
          <a:xfrm>
            <a:off x="2999786" y="2233881"/>
            <a:ext cx="847655" cy="847655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/>
              <a:t>10</a:t>
            </a:r>
          </a:p>
          <a:p>
            <a:pPr algn="ctr"/>
            <a:r>
              <a:rPr kumimoji="1" lang="en-US" altLang="ja-JP" sz="2000"/>
              <a:t>kg</a:t>
            </a:r>
            <a:endParaRPr kumimoji="1" lang="ja-JP" altLang="en-US" sz="20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6ACD71C-609B-1DDA-2916-AFD2FD2236B4}"/>
              </a:ext>
            </a:extLst>
          </p:cNvPr>
          <p:cNvSpPr txBox="1"/>
          <p:nvPr/>
        </p:nvSpPr>
        <p:spPr>
          <a:xfrm>
            <a:off x="1621708" y="1743596"/>
            <a:ext cx="1801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/>
              <a:t>同時に落下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DDB7849-DCD9-7285-5117-20EDB9B3B09D}"/>
              </a:ext>
            </a:extLst>
          </p:cNvPr>
          <p:cNvGrpSpPr/>
          <p:nvPr/>
        </p:nvGrpSpPr>
        <p:grpSpPr>
          <a:xfrm>
            <a:off x="1302949" y="2449821"/>
            <a:ext cx="1170937" cy="638635"/>
            <a:chOff x="1302949" y="2449821"/>
            <a:chExt cx="1170937" cy="638635"/>
          </a:xfrm>
        </p:grpSpPr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07C63561-5D6B-F8EE-0300-993178BF52F1}"/>
                </a:ext>
              </a:extLst>
            </p:cNvPr>
            <p:cNvSpPr/>
            <p:nvPr/>
          </p:nvSpPr>
          <p:spPr>
            <a:xfrm>
              <a:off x="1302949" y="2459078"/>
              <a:ext cx="629378" cy="62937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/>
                <a:t>5 </a:t>
              </a:r>
            </a:p>
            <a:p>
              <a:pPr algn="ctr"/>
              <a:r>
                <a:rPr kumimoji="1" lang="en-US" altLang="ja-JP" sz="1600"/>
                <a:t>kg</a:t>
              </a:r>
              <a:endParaRPr kumimoji="1" lang="ja-JP" altLang="en-US" sz="1600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FD80B400-6173-7AA4-E98C-8C9E82B27B94}"/>
                </a:ext>
              </a:extLst>
            </p:cNvPr>
            <p:cNvSpPr/>
            <p:nvPr/>
          </p:nvSpPr>
          <p:spPr>
            <a:xfrm>
              <a:off x="1932700" y="2449821"/>
              <a:ext cx="541186" cy="323898"/>
            </a:xfrm>
            <a:custGeom>
              <a:avLst/>
              <a:gdLst>
                <a:gd name="connsiteX0" fmla="*/ 0 w 495300"/>
                <a:gd name="connsiteY0" fmla="*/ 323898 h 323898"/>
                <a:gd name="connsiteX1" fmla="*/ 298450 w 495300"/>
                <a:gd name="connsiteY1" fmla="*/ 48 h 323898"/>
                <a:gd name="connsiteX2" fmla="*/ 495300 w 495300"/>
                <a:gd name="connsiteY2" fmla="*/ 304848 h 32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323898">
                  <a:moveTo>
                    <a:pt x="0" y="323898"/>
                  </a:moveTo>
                  <a:cubicBezTo>
                    <a:pt x="107950" y="163560"/>
                    <a:pt x="215900" y="3223"/>
                    <a:pt x="298450" y="48"/>
                  </a:cubicBezTo>
                  <a:cubicBezTo>
                    <a:pt x="381000" y="-3127"/>
                    <a:pt x="438150" y="150860"/>
                    <a:pt x="495300" y="30484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08C683F-36E7-80F5-59D0-6694FE66D663}"/>
              </a:ext>
            </a:extLst>
          </p:cNvPr>
          <p:cNvGrpSpPr/>
          <p:nvPr/>
        </p:nvGrpSpPr>
        <p:grpSpPr>
          <a:xfrm>
            <a:off x="2468125" y="2233181"/>
            <a:ext cx="1379316" cy="847655"/>
            <a:chOff x="2468125" y="2233181"/>
            <a:chExt cx="1379316" cy="847655"/>
          </a:xfrm>
        </p:grpSpPr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7A133B51-887B-E624-2803-4211454CB416}"/>
                </a:ext>
              </a:extLst>
            </p:cNvPr>
            <p:cNvSpPr/>
            <p:nvPr/>
          </p:nvSpPr>
          <p:spPr>
            <a:xfrm>
              <a:off x="2999786" y="2233181"/>
              <a:ext cx="847655" cy="847655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000"/>
                <a:t>10</a:t>
              </a:r>
            </a:p>
            <a:p>
              <a:pPr algn="ctr"/>
              <a:r>
                <a:rPr kumimoji="1" lang="en-US" altLang="ja-JP" sz="2000"/>
                <a:t>kg</a:t>
              </a:r>
              <a:endParaRPr kumimoji="1" lang="ja-JP" altLang="en-US" sz="2000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863E20C1-C7CF-840F-B76F-D75221763C71}"/>
                </a:ext>
              </a:extLst>
            </p:cNvPr>
            <p:cNvSpPr/>
            <p:nvPr/>
          </p:nvSpPr>
          <p:spPr>
            <a:xfrm rot="10800000">
              <a:off x="2468125" y="2725188"/>
              <a:ext cx="541186" cy="323898"/>
            </a:xfrm>
            <a:custGeom>
              <a:avLst/>
              <a:gdLst>
                <a:gd name="connsiteX0" fmla="*/ 0 w 495300"/>
                <a:gd name="connsiteY0" fmla="*/ 323898 h 323898"/>
                <a:gd name="connsiteX1" fmla="*/ 298450 w 495300"/>
                <a:gd name="connsiteY1" fmla="*/ 48 h 323898"/>
                <a:gd name="connsiteX2" fmla="*/ 495300 w 495300"/>
                <a:gd name="connsiteY2" fmla="*/ 304848 h 32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323898">
                  <a:moveTo>
                    <a:pt x="0" y="323898"/>
                  </a:moveTo>
                  <a:cubicBezTo>
                    <a:pt x="107950" y="163560"/>
                    <a:pt x="215900" y="3223"/>
                    <a:pt x="298450" y="48"/>
                  </a:cubicBezTo>
                  <a:cubicBezTo>
                    <a:pt x="381000" y="-3127"/>
                    <a:pt x="438150" y="150860"/>
                    <a:pt x="495300" y="30484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爆発: 8 pt 12">
            <a:extLst>
              <a:ext uri="{FF2B5EF4-FFF2-40B4-BE49-F238E27FC236}">
                <a16:creationId xmlns:a16="http://schemas.microsoft.com/office/drawing/2014/main" id="{9B65C355-B8AF-8A2D-A6AA-43F55D17550A}"/>
              </a:ext>
            </a:extLst>
          </p:cNvPr>
          <p:cNvSpPr/>
          <p:nvPr/>
        </p:nvSpPr>
        <p:spPr>
          <a:xfrm>
            <a:off x="2315345" y="4846320"/>
            <a:ext cx="414632" cy="365981"/>
          </a:xfrm>
          <a:prstGeom prst="irregularSeal1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1">
            <a:extLst>
              <a:ext uri="{FF2B5EF4-FFF2-40B4-BE49-F238E27FC236}">
                <a16:creationId xmlns:a16="http://schemas.microsoft.com/office/drawing/2014/main" id="{A775899D-BCA8-D434-A8EB-294DDE0DB307}"/>
              </a:ext>
            </a:extLst>
          </p:cNvPr>
          <p:cNvSpPr txBox="1">
            <a:spLocks/>
          </p:cNvSpPr>
          <p:nvPr/>
        </p:nvSpPr>
        <p:spPr>
          <a:xfrm>
            <a:off x="4914899" y="2160526"/>
            <a:ext cx="7048499" cy="1335149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latin typeface="+mn-lt"/>
              </a:rPr>
              <a:t>アリストテレスの価値観：</a:t>
            </a:r>
            <a:endParaRPr lang="en-US" altLang="ja-JP">
              <a:latin typeface="+mn-lt"/>
            </a:endParaRPr>
          </a:p>
          <a:p>
            <a:r>
              <a:rPr lang="ja-JP" altLang="en-US">
                <a:latin typeface="+mn-lt"/>
              </a:rPr>
              <a:t>「重い物体ほど速く落下する！」</a:t>
            </a:r>
            <a:endParaRPr lang="en-US" altLang="ja-JP">
              <a:latin typeface="+mn-lt"/>
            </a:endParaRPr>
          </a:p>
        </p:txBody>
      </p:sp>
      <p:sp>
        <p:nvSpPr>
          <p:cNvPr id="21" name="テキスト プレースホルダー 1">
            <a:extLst>
              <a:ext uri="{FF2B5EF4-FFF2-40B4-BE49-F238E27FC236}">
                <a16:creationId xmlns:a16="http://schemas.microsoft.com/office/drawing/2014/main" id="{1C5EF932-952E-B28C-3028-777CF6D972D4}"/>
              </a:ext>
            </a:extLst>
          </p:cNvPr>
          <p:cNvSpPr txBox="1">
            <a:spLocks/>
          </p:cNvSpPr>
          <p:nvPr/>
        </p:nvSpPr>
        <p:spPr>
          <a:xfrm>
            <a:off x="4914899" y="4452351"/>
            <a:ext cx="7048499" cy="1398916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+mn-lt"/>
              </a:rPr>
              <a:t>2</a:t>
            </a:r>
            <a:r>
              <a:rPr lang="ja-JP" altLang="en-US" dirty="0">
                <a:latin typeface="+mn-lt"/>
              </a:rPr>
              <a:t>つの物体を糸で繋いで落とせば</a:t>
            </a:r>
            <a:endParaRPr lang="en-US" altLang="ja-JP" dirty="0">
              <a:latin typeface="+mn-lt"/>
            </a:endParaRPr>
          </a:p>
          <a:p>
            <a:r>
              <a:rPr lang="ja-JP" altLang="en-US" dirty="0">
                <a:latin typeface="+mn-lt"/>
              </a:rPr>
              <a:t>途中で糸が切れる？（</a:t>
            </a:r>
            <a:r>
              <a:rPr lang="ja-JP" altLang="en-US" dirty="0">
                <a:solidFill>
                  <a:schemeClr val="accent6"/>
                </a:solidFill>
                <a:latin typeface="+mn-lt"/>
              </a:rPr>
              <a:t>思考実験</a:t>
            </a:r>
            <a:r>
              <a:rPr lang="ja-JP" altLang="en-US" dirty="0">
                <a:latin typeface="+mn-lt"/>
              </a:rPr>
              <a:t>）</a:t>
            </a:r>
          </a:p>
        </p:txBody>
      </p:sp>
      <p:sp>
        <p:nvSpPr>
          <p:cNvPr id="23" name="テキスト プレースホルダー 1">
            <a:extLst>
              <a:ext uri="{FF2B5EF4-FFF2-40B4-BE49-F238E27FC236}">
                <a16:creationId xmlns:a16="http://schemas.microsoft.com/office/drawing/2014/main" id="{1F8071F6-D992-E9DE-C322-BB01431DBB64}"/>
              </a:ext>
            </a:extLst>
          </p:cNvPr>
          <p:cNvSpPr txBox="1">
            <a:spLocks/>
          </p:cNvSpPr>
          <p:nvPr/>
        </p:nvSpPr>
        <p:spPr>
          <a:xfrm>
            <a:off x="4914898" y="3702627"/>
            <a:ext cx="7048499" cy="542771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>
                <a:latin typeface="+mn-lt"/>
              </a:rPr>
              <a:t>↓</a:t>
            </a:r>
            <a:endParaRPr lang="en-US" altLang="ja-JP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537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5.55112E-17 L -4.375E-6 0.4458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FAD9B7D-FF18-D618-0FB1-0DE49D49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実験してみよう！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5926FA-752B-77D5-CF9C-1D9EB15F836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sp>
        <p:nvSpPr>
          <p:cNvPr id="8" name="テキスト プレースホルダー 1">
            <a:extLst>
              <a:ext uri="{FF2B5EF4-FFF2-40B4-BE49-F238E27FC236}">
                <a16:creationId xmlns:a16="http://schemas.microsoft.com/office/drawing/2014/main" id="{81D27AFB-72C1-CA64-D43C-162A6A6C0B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336" y="1723003"/>
            <a:ext cx="10579328" cy="4306790"/>
          </a:xfrm>
        </p:spPr>
        <p:txBody>
          <a:bodyPr anchor="ctr"/>
          <a:lstStyle/>
          <a:p>
            <a:pPr marL="742950" indent="-74295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kumimoji="1" lang="ja-JP" altLang="en-US" dirty="0">
                <a:latin typeface="+mn-lt"/>
              </a:rPr>
              <a:t>落とすものの</a:t>
            </a:r>
            <a:r>
              <a:rPr kumimoji="1" lang="ja-JP" altLang="en-US" dirty="0">
                <a:solidFill>
                  <a:schemeClr val="accent6"/>
                </a:solidFill>
                <a:latin typeface="+mn-lt"/>
              </a:rPr>
              <a:t>重さを計る</a:t>
            </a:r>
            <a:r>
              <a:rPr kumimoji="1" lang="ja-JP" altLang="en-US" dirty="0">
                <a:latin typeface="+mn-lt"/>
              </a:rPr>
              <a:t>．</a:t>
            </a:r>
            <a:endParaRPr kumimoji="1" lang="en-US" altLang="ja-JP" dirty="0">
              <a:latin typeface="+mn-lt"/>
            </a:endParaRPr>
          </a:p>
          <a:p>
            <a:pPr marL="742950" indent="-74295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ja-JP" dirty="0"/>
              <a:t>3 m</a:t>
            </a:r>
            <a:r>
              <a:rPr lang="ja-JP" altLang="en-US" dirty="0"/>
              <a:t> 地点から</a:t>
            </a:r>
            <a:r>
              <a:rPr lang="ja-JP" altLang="en-US" dirty="0">
                <a:solidFill>
                  <a:schemeClr val="accent6"/>
                </a:solidFill>
              </a:rPr>
              <a:t>落としてみる</a:t>
            </a:r>
            <a:r>
              <a:rPr lang="ja-JP" altLang="en-US" dirty="0"/>
              <a:t>．</a:t>
            </a:r>
            <a:endParaRPr lang="en-US" altLang="ja-JP" dirty="0"/>
          </a:p>
          <a:p>
            <a:pPr marL="742950" indent="-74295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kumimoji="1" lang="ja-JP" altLang="en-US" dirty="0">
                <a:latin typeface="+mn-lt"/>
              </a:rPr>
              <a:t>手を放してから，落ちる</a:t>
            </a:r>
            <a:r>
              <a:rPr kumimoji="1" lang="ja-JP" altLang="en-US" dirty="0">
                <a:solidFill>
                  <a:schemeClr val="accent6"/>
                </a:solidFill>
                <a:latin typeface="+mn-lt"/>
              </a:rPr>
              <a:t>時間を計測する</a:t>
            </a:r>
            <a:r>
              <a:rPr kumimoji="1" lang="ja-JP" altLang="en-US" dirty="0">
                <a:latin typeface="+mn-lt"/>
              </a:rPr>
              <a:t>．</a:t>
            </a:r>
            <a:endParaRPr kumimoji="1" lang="en-US" altLang="ja-JP" dirty="0">
              <a:latin typeface="+mn-lt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kumimoji="1" lang="ja-JP" altLang="en-US" dirty="0">
                <a:latin typeface="+mn-lt"/>
              </a:rPr>
              <a:t>重さと時間の</a:t>
            </a:r>
            <a:r>
              <a:rPr kumimoji="1" lang="ja-JP" altLang="en-US" dirty="0">
                <a:solidFill>
                  <a:schemeClr val="accent6"/>
                </a:solidFill>
                <a:latin typeface="+mn-lt"/>
              </a:rPr>
              <a:t>対応表を作る</a:t>
            </a:r>
            <a:r>
              <a:rPr kumimoji="1" lang="ja-JP" altLang="en-US" dirty="0">
                <a:latin typeface="+mn-lt"/>
              </a:rPr>
              <a:t>．</a:t>
            </a:r>
            <a:endParaRPr kumimoji="1" lang="en-US" altLang="ja-JP" dirty="0">
              <a:latin typeface="+mn-lt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ja-JP" altLang="en-US" dirty="0"/>
              <a:t>どのような結果が得られたか，</a:t>
            </a:r>
            <a:r>
              <a:rPr lang="ja-JP" altLang="en-US" dirty="0">
                <a:solidFill>
                  <a:schemeClr val="accent6"/>
                </a:solidFill>
              </a:rPr>
              <a:t>考察する</a:t>
            </a:r>
            <a:r>
              <a:rPr lang="ja-JP" altLang="en-US" dirty="0"/>
              <a:t>．</a:t>
            </a:r>
            <a:endParaRPr kumimoji="1" lang="en-US" altLang="ja-JP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046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A003-D065-872E-21FC-57BC0299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7A589D9-FC20-6FA0-6D8E-3F87E42D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表の書き方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43870C-87DA-EAEC-B6F2-0CD5BBA5F08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34A6396-2040-A14E-D741-4FE7C08FCD34}"/>
              </a:ext>
            </a:extLst>
          </p:cNvPr>
          <p:cNvGraphicFramePr>
            <a:graphicFrameLocks noGrp="1"/>
          </p:cNvGraphicFramePr>
          <p:nvPr/>
        </p:nvGraphicFramePr>
        <p:xfrm>
          <a:off x="771128" y="3036495"/>
          <a:ext cx="10649744" cy="185927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31218">
                  <a:extLst>
                    <a:ext uri="{9D8B030D-6E8A-4147-A177-3AD203B41FA5}">
                      <a16:colId xmlns:a16="http://schemas.microsoft.com/office/drawing/2014/main" val="916643480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3557519759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1269028601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837044797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2002214289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1613805014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3495441858"/>
                    </a:ext>
                  </a:extLst>
                </a:gridCol>
                <a:gridCol w="1331218">
                  <a:extLst>
                    <a:ext uri="{9D8B030D-6E8A-4147-A177-3AD203B41FA5}">
                      <a16:colId xmlns:a16="http://schemas.microsoft.com/office/drawing/2014/main" val="3103277946"/>
                    </a:ext>
                  </a:extLst>
                </a:gridCol>
              </a:tblGrid>
              <a:tr h="619757">
                <a:tc gridSpan="8"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solidFill>
                            <a:schemeClr val="accent6"/>
                          </a:solidFill>
                        </a:rPr>
                        <a:t>Table1</a:t>
                      </a:r>
                      <a:r>
                        <a:rPr kumimoji="1" lang="en-US" altLang="ja-JP" sz="2000"/>
                        <a:t> </a:t>
                      </a:r>
                      <a:r>
                        <a:rPr kumimoji="1" lang="ja-JP" altLang="en-US" sz="2000"/>
                        <a:t>質量と落ちる時間の対応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6912874"/>
                  </a:ext>
                </a:extLst>
              </a:tr>
              <a:tr h="61975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質量 </a:t>
                      </a:r>
                      <a:r>
                        <a:rPr kumimoji="1" lang="en-US" altLang="ja-JP" sz="2000"/>
                        <a:t>[g]</a:t>
                      </a:r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42032"/>
                  </a:ext>
                </a:extLst>
              </a:tr>
              <a:tr h="61975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/>
                        <a:t>時間 </a:t>
                      </a:r>
                      <a:r>
                        <a:rPr kumimoji="1" lang="en-US" altLang="ja-JP" sz="2000"/>
                        <a:t>[s]</a:t>
                      </a:r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694986"/>
                  </a:ext>
                </a:extLst>
              </a:tr>
            </a:tbl>
          </a:graphicData>
        </a:graphic>
      </p:graphicFrame>
      <p:sp>
        <p:nvSpPr>
          <p:cNvPr id="11" name="吹き出し: 円形 10">
            <a:extLst>
              <a:ext uri="{FF2B5EF4-FFF2-40B4-BE49-F238E27FC236}">
                <a16:creationId xmlns:a16="http://schemas.microsoft.com/office/drawing/2014/main" id="{92261216-9D75-9C38-BC98-42373F18AAC7}"/>
              </a:ext>
            </a:extLst>
          </p:cNvPr>
          <p:cNvSpPr/>
          <p:nvPr/>
        </p:nvSpPr>
        <p:spPr>
          <a:xfrm>
            <a:off x="4380361" y="699428"/>
            <a:ext cx="5842304" cy="1988905"/>
          </a:xfrm>
          <a:prstGeom prst="wedgeEllipseCallout">
            <a:avLst>
              <a:gd name="adj1" fmla="val -42337"/>
              <a:gd name="adj2" fmla="val 655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表題は上</a:t>
            </a:r>
            <a:r>
              <a:rPr kumimoji="1" lang="ja-JP" altLang="en-US" sz="2000" dirty="0"/>
              <a:t>に書く．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（表</a:t>
            </a:r>
            <a:r>
              <a:rPr kumimoji="1" lang="en-US" altLang="ja-JP" sz="2000" dirty="0"/>
              <a:t>1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or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Table1</a:t>
            </a:r>
            <a:r>
              <a:rPr kumimoji="1" lang="ja-JP" altLang="en-US" sz="2000" dirty="0"/>
              <a:t>は連番）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図題</a:t>
            </a:r>
            <a:r>
              <a:rPr kumimoji="1" lang="ja-JP" altLang="en-US" sz="2000" dirty="0"/>
              <a:t>（写真 </a:t>
            </a:r>
            <a:r>
              <a:rPr kumimoji="1" lang="en-US" altLang="ja-JP" sz="2000" dirty="0"/>
              <a:t>or </a:t>
            </a:r>
            <a:r>
              <a:rPr kumimoji="1" lang="ja-JP" altLang="en-US" sz="2000" dirty="0"/>
              <a:t>模式図）</a:t>
            </a:r>
            <a:r>
              <a:rPr kumimoji="1" lang="ja-JP" altLang="en-US" sz="2000" dirty="0">
                <a:solidFill>
                  <a:schemeClr val="accent6"/>
                </a:solidFill>
              </a:rPr>
              <a:t>は下</a:t>
            </a:r>
            <a:r>
              <a:rPr kumimoji="1" lang="ja-JP" altLang="en-US" sz="2000" dirty="0"/>
              <a:t>に書く．（図</a:t>
            </a:r>
            <a:r>
              <a:rPr kumimoji="1" lang="en-US" altLang="ja-JP" sz="2000" dirty="0"/>
              <a:t>1 or Fig1</a:t>
            </a:r>
            <a:r>
              <a:rPr kumimoji="1" lang="ja-JP" altLang="en-US" sz="2000" dirty="0"/>
              <a:t>は連番）</a:t>
            </a:r>
          </a:p>
        </p:txBody>
      </p:sp>
      <p:sp>
        <p:nvSpPr>
          <p:cNvPr id="14" name="吹き出し: 円形 13">
            <a:extLst>
              <a:ext uri="{FF2B5EF4-FFF2-40B4-BE49-F238E27FC236}">
                <a16:creationId xmlns:a16="http://schemas.microsoft.com/office/drawing/2014/main" id="{30FA3082-54DD-6EFE-C89A-6F32A9F9F1D5}"/>
              </a:ext>
            </a:extLst>
          </p:cNvPr>
          <p:cNvSpPr/>
          <p:nvPr/>
        </p:nvSpPr>
        <p:spPr>
          <a:xfrm>
            <a:off x="1380727" y="5305708"/>
            <a:ext cx="3185798" cy="1345650"/>
          </a:xfrm>
          <a:prstGeom prst="wedgeEllipseCallout">
            <a:avLst>
              <a:gd name="adj1" fmla="val -37697"/>
              <a:gd name="adj2" fmla="val -695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/>
              <a:t>何のデータか？</a:t>
            </a:r>
            <a:endParaRPr kumimoji="1" lang="en-US" altLang="ja-JP" sz="2000"/>
          </a:p>
          <a:p>
            <a:pPr algn="ctr"/>
            <a:r>
              <a:rPr kumimoji="1" lang="ja-JP" altLang="en-US" sz="2000"/>
              <a:t>その単位は何か？</a:t>
            </a:r>
            <a:endParaRPr kumimoji="1" lang="en-US" altLang="ja-JP" sz="2000"/>
          </a:p>
          <a:p>
            <a:pPr algn="ctr"/>
            <a:r>
              <a:rPr kumimoji="1" lang="ja-JP" altLang="en-US" sz="2000"/>
              <a:t>明記する．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E09433EF-3C86-6D5D-DD13-283DF8274621}"/>
              </a:ext>
            </a:extLst>
          </p:cNvPr>
          <p:cNvSpPr/>
          <p:nvPr/>
        </p:nvSpPr>
        <p:spPr>
          <a:xfrm>
            <a:off x="8453178" y="5243928"/>
            <a:ext cx="2967694" cy="125388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accent6"/>
                </a:solidFill>
              </a:rPr>
              <a:t>表の縦線</a:t>
            </a:r>
            <a:r>
              <a:rPr kumimoji="1" lang="ja-JP" altLang="en-US" sz="2000" dirty="0"/>
              <a:t>は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書かないこと．</a:t>
            </a:r>
          </a:p>
        </p:txBody>
      </p:sp>
    </p:spTree>
    <p:extLst>
      <p:ext uri="{BB962C8B-B14F-4D97-AF65-F5344CB8AC3E}">
        <p14:creationId xmlns:p14="http://schemas.microsoft.com/office/powerpoint/2010/main" val="358477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06DE7-DCE7-EAF7-02C5-3423485B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28D1E34-62B4-A3CF-A0CF-E103A6192187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3423614" y="3080836"/>
            <a:ext cx="0" cy="202456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01FE1F98-3921-BEFD-F8AA-7A8520BE7FD0}"/>
              </a:ext>
            </a:extLst>
          </p:cNvPr>
          <p:cNvCxnSpPr>
            <a:cxnSpLocks/>
          </p:cNvCxnSpPr>
          <p:nvPr/>
        </p:nvCxnSpPr>
        <p:spPr>
          <a:xfrm>
            <a:off x="1617638" y="3088456"/>
            <a:ext cx="0" cy="22090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8C2C1002-E036-DA19-880F-26EB3C92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ガリレオが行った実験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D8CB63-7A0E-B96A-DE61-1FED8A4B4B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https://www.manabinoba.com/science/9720.html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9386D2-796C-A1FD-74F0-BB9AECFABF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7C33F05-DB34-FDF0-B57E-73DA23E50BCE}"/>
              </a:ext>
            </a:extLst>
          </p:cNvPr>
          <p:cNvCxnSpPr>
            <a:cxnSpLocks/>
          </p:cNvCxnSpPr>
          <p:nvPr/>
        </p:nvCxnSpPr>
        <p:spPr>
          <a:xfrm flipH="1">
            <a:off x="807650" y="3088853"/>
            <a:ext cx="361195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4B94AC10-F7B4-7EA8-61BA-607C96A11BC7}"/>
              </a:ext>
            </a:extLst>
          </p:cNvPr>
          <p:cNvSpPr/>
          <p:nvPr/>
        </p:nvSpPr>
        <p:spPr>
          <a:xfrm>
            <a:off x="1302949" y="2459475"/>
            <a:ext cx="629378" cy="629378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5 </a:t>
            </a:r>
          </a:p>
          <a:p>
            <a:pPr algn="ctr"/>
            <a:r>
              <a:rPr kumimoji="1" lang="en-US" altLang="ja-JP" sz="1600"/>
              <a:t>kg</a:t>
            </a:r>
            <a:endParaRPr kumimoji="1" lang="ja-JP" altLang="en-US" sz="160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DA8DD9E-6384-0AEF-DDC5-1BFE69FECE3D}"/>
              </a:ext>
            </a:extLst>
          </p:cNvPr>
          <p:cNvSpPr/>
          <p:nvPr/>
        </p:nvSpPr>
        <p:spPr>
          <a:xfrm>
            <a:off x="2999786" y="2233881"/>
            <a:ext cx="847655" cy="847655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/>
              <a:t>10</a:t>
            </a:r>
          </a:p>
          <a:p>
            <a:pPr algn="ctr"/>
            <a:r>
              <a:rPr kumimoji="1" lang="en-US" altLang="ja-JP" sz="2000"/>
              <a:t>kg</a:t>
            </a:r>
            <a:endParaRPr kumimoji="1" lang="ja-JP" altLang="en-US" sz="20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DE99653-213B-F7B0-03D2-4016A67E59F7}"/>
              </a:ext>
            </a:extLst>
          </p:cNvPr>
          <p:cNvSpPr txBox="1"/>
          <p:nvPr/>
        </p:nvSpPr>
        <p:spPr>
          <a:xfrm>
            <a:off x="1621708" y="1743596"/>
            <a:ext cx="1801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/>
              <a:t>同時に落下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FA43CC2F-5D7A-1FE5-F413-51868689B7F7}"/>
              </a:ext>
            </a:extLst>
          </p:cNvPr>
          <p:cNvSpPr/>
          <p:nvPr/>
        </p:nvSpPr>
        <p:spPr>
          <a:xfrm>
            <a:off x="1302949" y="2459078"/>
            <a:ext cx="629378" cy="62937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5 </a:t>
            </a:r>
          </a:p>
          <a:p>
            <a:pPr algn="ctr"/>
            <a:r>
              <a:rPr kumimoji="1" lang="en-US" altLang="ja-JP" sz="1600"/>
              <a:t>kg</a:t>
            </a:r>
            <a:endParaRPr kumimoji="1" lang="ja-JP" altLang="en-US" sz="160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7498D057-D94F-EA84-851A-0D8B5A5FFA08}"/>
              </a:ext>
            </a:extLst>
          </p:cNvPr>
          <p:cNvSpPr/>
          <p:nvPr/>
        </p:nvSpPr>
        <p:spPr>
          <a:xfrm>
            <a:off x="2999786" y="2233181"/>
            <a:ext cx="847655" cy="8476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/>
              <a:t>10</a:t>
            </a:r>
          </a:p>
          <a:p>
            <a:pPr algn="ctr"/>
            <a:r>
              <a:rPr kumimoji="1" lang="en-US" altLang="ja-JP" sz="2000"/>
              <a:t>kg</a:t>
            </a:r>
            <a:endParaRPr kumimoji="1" lang="ja-JP" altLang="en-US" sz="2000"/>
          </a:p>
        </p:txBody>
      </p:sp>
      <p:sp>
        <p:nvSpPr>
          <p:cNvPr id="32" name="テキスト プレースホルダー 1">
            <a:extLst>
              <a:ext uri="{FF2B5EF4-FFF2-40B4-BE49-F238E27FC236}">
                <a16:creationId xmlns:a16="http://schemas.microsoft.com/office/drawing/2014/main" id="{9D2E0A27-167D-2B2F-DDE6-6DFE8ED8DCC9}"/>
              </a:ext>
            </a:extLst>
          </p:cNvPr>
          <p:cNvSpPr txBox="1">
            <a:spLocks/>
          </p:cNvSpPr>
          <p:nvPr/>
        </p:nvSpPr>
        <p:spPr>
          <a:xfrm>
            <a:off x="4914900" y="3362143"/>
            <a:ext cx="7048499" cy="1268474"/>
          </a:xfrm>
          <a:prstGeom prst="rect">
            <a:avLst/>
          </a:prstGeom>
        </p:spPr>
        <p:txBody>
          <a:bodyPr anchor="ctr"/>
          <a:lstStyle>
            <a:lvl1pPr marL="0" indent="0" algn="l" defTabSz="60963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+mn-lt"/>
              </a:rPr>
              <a:t>ガリレオが導いた答え：</a:t>
            </a:r>
            <a:endParaRPr lang="en-US" altLang="ja-JP" dirty="0">
              <a:latin typeface="+mn-lt"/>
            </a:endParaRPr>
          </a:p>
          <a:p>
            <a:r>
              <a:rPr lang="ja-JP" altLang="en-US" dirty="0">
                <a:latin typeface="+mn-lt"/>
              </a:rPr>
              <a:t>「</a:t>
            </a:r>
            <a:r>
              <a:rPr lang="ja-JP" altLang="en-US" dirty="0">
                <a:solidFill>
                  <a:schemeClr val="accent6"/>
                </a:solidFill>
              </a:rPr>
              <a:t>自由落下に重さは関係ない</a:t>
            </a:r>
            <a:r>
              <a:rPr lang="ja-JP" altLang="en-US" dirty="0">
                <a:solidFill>
                  <a:schemeClr val="accent6"/>
                </a:solidFill>
                <a:latin typeface="+mn-lt"/>
              </a:rPr>
              <a:t>！</a:t>
            </a:r>
            <a:r>
              <a:rPr lang="ja-JP" altLang="en-US" dirty="0">
                <a:latin typeface="+mn-lt"/>
              </a:rPr>
              <a:t>」</a:t>
            </a:r>
            <a:endParaRPr lang="en-US" altLang="ja-JP" dirty="0">
              <a:latin typeface="+mn-lt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F16C89B-B46E-4B81-3C1F-82A462815A2F}"/>
              </a:ext>
            </a:extLst>
          </p:cNvPr>
          <p:cNvSpPr txBox="1"/>
          <p:nvPr/>
        </p:nvSpPr>
        <p:spPr>
          <a:xfrm>
            <a:off x="4419600" y="5715248"/>
            <a:ext cx="4048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同時に落ちる．</a:t>
            </a:r>
          </a:p>
        </p:txBody>
      </p:sp>
    </p:spTree>
    <p:extLst>
      <p:ext uri="{BB962C8B-B14F-4D97-AF65-F5344CB8AC3E}">
        <p14:creationId xmlns:p14="http://schemas.microsoft.com/office/powerpoint/2010/main" val="273116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6 L -2.29167E-6 0.4090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48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5.55112E-17 L 6.25E-7 0.4138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69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 animBg="1"/>
      <p:bldP spid="17" grpId="1" animBg="1"/>
      <p:bldP spid="18" grpId="0" animBg="1"/>
      <p:bldP spid="18" grpId="1" animBg="1"/>
      <p:bldP spid="32" grpId="0" uiExpand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BF769591-22DB-62D3-CC4C-95C9F6064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1" r="5261"/>
          <a:stretch/>
        </p:blipFill>
        <p:spPr bwMode="auto">
          <a:xfrm>
            <a:off x="830393" y="442581"/>
            <a:ext cx="4367967" cy="585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CD1C93EE-5717-64A3-068C-3A0F6B71F97E}"/>
              </a:ext>
            </a:extLst>
          </p:cNvPr>
          <p:cNvSpPr/>
          <p:nvPr/>
        </p:nvSpPr>
        <p:spPr>
          <a:xfrm>
            <a:off x="6274716" y="3317801"/>
            <a:ext cx="5079545" cy="2598906"/>
          </a:xfrm>
          <a:prstGeom prst="wedgeRoundRectCallout">
            <a:avLst>
              <a:gd name="adj1" fmla="val -109058"/>
              <a:gd name="adj2" fmla="val -1054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/>
              <a:t>惑星の</a:t>
            </a:r>
            <a:r>
              <a:rPr lang="ja-JP" altLang="en-US" sz="3600">
                <a:solidFill>
                  <a:schemeClr val="accent6"/>
                </a:solidFill>
              </a:rPr>
              <a:t>公転周期の</a:t>
            </a:r>
            <a:r>
              <a:rPr lang="en-US" altLang="ja-JP" sz="3600">
                <a:solidFill>
                  <a:schemeClr val="accent6"/>
                </a:solidFill>
              </a:rPr>
              <a:t>2</a:t>
            </a:r>
            <a:r>
              <a:rPr lang="ja-JP" altLang="en-US" sz="3600">
                <a:solidFill>
                  <a:schemeClr val="accent6"/>
                </a:solidFill>
              </a:rPr>
              <a:t>乗</a:t>
            </a:r>
            <a:r>
              <a:rPr lang="ja-JP" altLang="en-US" sz="3600"/>
              <a:t>は，</a:t>
            </a:r>
            <a:r>
              <a:rPr lang="ja-JP" altLang="en-US" sz="3600">
                <a:solidFill>
                  <a:schemeClr val="accent6"/>
                </a:solidFill>
              </a:rPr>
              <a:t>楕円軌道の長半径の</a:t>
            </a:r>
            <a:r>
              <a:rPr lang="en-US" altLang="ja-JP" sz="3600">
                <a:solidFill>
                  <a:schemeClr val="accent6"/>
                </a:solidFill>
              </a:rPr>
              <a:t>3</a:t>
            </a:r>
            <a:r>
              <a:rPr lang="ja-JP" altLang="en-US" sz="3600">
                <a:solidFill>
                  <a:schemeClr val="accent6"/>
                </a:solidFill>
              </a:rPr>
              <a:t>乗</a:t>
            </a:r>
            <a:r>
              <a:rPr lang="ja-JP" altLang="en-US" sz="3600"/>
              <a:t>に</a:t>
            </a:r>
            <a:r>
              <a:rPr lang="ja-JP" altLang="en-US" sz="3600">
                <a:solidFill>
                  <a:schemeClr val="accent6"/>
                </a:solidFill>
              </a:rPr>
              <a:t>比例</a:t>
            </a:r>
            <a:r>
              <a:rPr lang="ja-JP" altLang="en-US" sz="3600"/>
              <a:t>する．</a:t>
            </a:r>
            <a:endParaRPr lang="en-US" altLang="ja-JP" sz="3600"/>
          </a:p>
          <a:p>
            <a:pPr algn="ctr"/>
            <a:r>
              <a:rPr lang="ja-JP" altLang="en-US" sz="3600"/>
              <a:t>（第</a:t>
            </a:r>
            <a:r>
              <a:rPr lang="en-US" altLang="ja-JP" sz="3600"/>
              <a:t>3</a:t>
            </a:r>
            <a:r>
              <a:rPr lang="ja-JP" altLang="en-US" sz="3600"/>
              <a:t>則，</a:t>
            </a:r>
            <a:r>
              <a:rPr lang="en-US" altLang="ja-JP" sz="3600"/>
              <a:t>1619</a:t>
            </a:r>
            <a:r>
              <a:rPr lang="ja-JP" altLang="en-US" sz="3600"/>
              <a:t>年）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DD8B6208-5B0C-3B1F-0B08-CE5D2FCFCAFB}"/>
              </a:ext>
            </a:extLst>
          </p:cNvPr>
          <p:cNvSpPr/>
          <p:nvPr/>
        </p:nvSpPr>
        <p:spPr>
          <a:xfrm>
            <a:off x="6274718" y="3317801"/>
            <a:ext cx="5079545" cy="2598906"/>
          </a:xfrm>
          <a:prstGeom prst="wedgeRoundRectCallout">
            <a:avLst>
              <a:gd name="adj1" fmla="val -109058"/>
              <a:gd name="adj2" fmla="val -1054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/>
              <a:t>惑星は太陽を焦点とする</a:t>
            </a:r>
            <a:r>
              <a:rPr lang="ja-JP" altLang="en-US" sz="3600">
                <a:solidFill>
                  <a:schemeClr val="accent6"/>
                </a:solidFill>
              </a:rPr>
              <a:t>楕円軌道を描く</a:t>
            </a:r>
            <a:r>
              <a:rPr lang="ja-JP" altLang="en-US" sz="3600"/>
              <a:t>．</a:t>
            </a:r>
            <a:endParaRPr lang="en-US" altLang="ja-JP" sz="3600"/>
          </a:p>
          <a:p>
            <a:pPr algn="ctr"/>
            <a:r>
              <a:rPr lang="ja-JP" altLang="en-US" sz="3600"/>
              <a:t>（第</a:t>
            </a:r>
            <a:r>
              <a:rPr lang="en-US" altLang="ja-JP" sz="3600"/>
              <a:t>1</a:t>
            </a:r>
            <a:r>
              <a:rPr lang="ja-JP" altLang="en-US" sz="3600"/>
              <a:t>則，</a:t>
            </a:r>
            <a:r>
              <a:rPr lang="en-US" altLang="ja-JP" sz="3600"/>
              <a:t>1609</a:t>
            </a:r>
            <a:r>
              <a:rPr lang="ja-JP" altLang="en-US" sz="3600"/>
              <a:t>年）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664551-203F-C69D-6404-8421B5CC9A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0" y="6490232"/>
            <a:ext cx="10579330" cy="365986"/>
          </a:xfrm>
        </p:spPr>
        <p:txBody>
          <a:bodyPr/>
          <a:lstStyle/>
          <a:p>
            <a:r>
              <a:rPr lang="en-US" altLang="ja-JP">
                <a:hlinkClick r:id="rId3"/>
              </a:rPr>
              <a:t>https://gendai.media/articles/-/129059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AEE81B-3BAC-8FC9-58D0-77E81C35987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76214739-04E6-DAE8-4D0F-52B444308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8361" y="799141"/>
            <a:ext cx="6964139" cy="1510401"/>
          </a:xfrm>
        </p:spPr>
        <p:txBody>
          <a:bodyPr anchor="ctr"/>
          <a:lstStyle/>
          <a:p>
            <a:pPr algn="ctr"/>
            <a:r>
              <a:rPr lang="ja-JP" altLang="en-US"/>
              <a:t>ヨハネス・ケプラー</a:t>
            </a:r>
            <a:br>
              <a:rPr kumimoji="1" lang="en-US" altLang="ja-JP"/>
            </a:br>
            <a:r>
              <a:rPr kumimoji="1" lang="ja-JP" altLang="en-US" sz="3600"/>
              <a:t>（</a:t>
            </a:r>
            <a:r>
              <a:rPr kumimoji="1" lang="en-US" altLang="ja-JP" sz="3600"/>
              <a:t>A.</a:t>
            </a:r>
            <a:r>
              <a:rPr lang="ja-JP" altLang="en-US" sz="3600"/>
              <a:t>Ｄ</a:t>
            </a:r>
            <a:r>
              <a:rPr kumimoji="1" lang="en-US" altLang="ja-JP" sz="3600"/>
              <a:t>. 1571-1630</a:t>
            </a:r>
            <a:r>
              <a:rPr kumimoji="1" lang="ja-JP" altLang="en-US" sz="3600"/>
              <a:t>年）</a:t>
            </a:r>
            <a:endParaRPr kumimoji="1" lang="ja-JP" altLang="en-US"/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9FAC630A-04B0-4AA6-FE4F-03C07715B312}"/>
              </a:ext>
            </a:extLst>
          </p:cNvPr>
          <p:cNvSpPr/>
          <p:nvPr/>
        </p:nvSpPr>
        <p:spPr>
          <a:xfrm>
            <a:off x="6274720" y="3317801"/>
            <a:ext cx="5079545" cy="2598906"/>
          </a:xfrm>
          <a:prstGeom prst="wedgeRoundRectCallout">
            <a:avLst>
              <a:gd name="adj1" fmla="val -109058"/>
              <a:gd name="adj2" fmla="val -1054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/>
              <a:t>惑星と太陽を結ぶ線分が掃く</a:t>
            </a:r>
            <a:r>
              <a:rPr lang="ja-JP" altLang="en-US" sz="3600">
                <a:solidFill>
                  <a:schemeClr val="accent6"/>
                </a:solidFill>
              </a:rPr>
              <a:t>面積速度は一定</a:t>
            </a:r>
            <a:r>
              <a:rPr lang="ja-JP" altLang="en-US" sz="3600"/>
              <a:t>である．</a:t>
            </a:r>
            <a:endParaRPr lang="en-US" altLang="ja-JP" sz="3600"/>
          </a:p>
          <a:p>
            <a:pPr algn="ctr"/>
            <a:r>
              <a:rPr lang="ja-JP" altLang="en-US" sz="3600"/>
              <a:t>（第</a:t>
            </a:r>
            <a:r>
              <a:rPr lang="en-US" altLang="ja-JP" sz="3600"/>
              <a:t>2</a:t>
            </a:r>
            <a:r>
              <a:rPr lang="ja-JP" altLang="en-US" sz="3600"/>
              <a:t>則，</a:t>
            </a:r>
            <a:r>
              <a:rPr lang="en-US" altLang="ja-JP" sz="3600"/>
              <a:t>1609</a:t>
            </a:r>
            <a:r>
              <a:rPr lang="ja-JP" altLang="en-US" sz="3600"/>
              <a:t>年）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90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5" grpId="1" animBg="1"/>
      <p:bldP spid="2" grpId="0" animBg="1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22B2F-69B5-4086-20E1-88F518BE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A8F1778D-539F-BC2E-65C0-3D9F1EA9A5AF}"/>
              </a:ext>
            </a:extLst>
          </p:cNvPr>
          <p:cNvSpPr/>
          <p:nvPr/>
        </p:nvSpPr>
        <p:spPr>
          <a:xfrm>
            <a:off x="3339216" y="3311268"/>
            <a:ext cx="1479084" cy="906200"/>
          </a:xfrm>
          <a:custGeom>
            <a:avLst/>
            <a:gdLst>
              <a:gd name="connsiteX0" fmla="*/ 0 w 477077"/>
              <a:gd name="connsiteY0" fmla="*/ 444259 h 444259"/>
              <a:gd name="connsiteX1" fmla="*/ 238539 w 477077"/>
              <a:gd name="connsiteY1" fmla="*/ 0 h 444259"/>
              <a:gd name="connsiteX2" fmla="*/ 477077 w 477077"/>
              <a:gd name="connsiteY2" fmla="*/ 444259 h 444259"/>
              <a:gd name="connsiteX3" fmla="*/ 0 w 477077"/>
              <a:gd name="connsiteY3" fmla="*/ 444259 h 444259"/>
              <a:gd name="connsiteX0" fmla="*/ 0 w 2760339"/>
              <a:gd name="connsiteY0" fmla="*/ 444259 h 1169756"/>
              <a:gd name="connsiteX1" fmla="*/ 238539 w 2760339"/>
              <a:gd name="connsiteY1" fmla="*/ 0 h 1169756"/>
              <a:gd name="connsiteX2" fmla="*/ 2760339 w 2760339"/>
              <a:gd name="connsiteY2" fmla="*/ 1169756 h 1169756"/>
              <a:gd name="connsiteX3" fmla="*/ 0 w 2760339"/>
              <a:gd name="connsiteY3" fmla="*/ 444259 h 1169756"/>
              <a:gd name="connsiteX0" fmla="*/ 1042716 w 2521800"/>
              <a:gd name="connsiteY0" fmla="*/ 1763842 h 1763842"/>
              <a:gd name="connsiteX1" fmla="*/ 0 w 2521800"/>
              <a:gd name="connsiteY1" fmla="*/ 0 h 1763842"/>
              <a:gd name="connsiteX2" fmla="*/ 2521800 w 2521800"/>
              <a:gd name="connsiteY2" fmla="*/ 1169756 h 1763842"/>
              <a:gd name="connsiteX3" fmla="*/ 1042716 w 2521800"/>
              <a:gd name="connsiteY3" fmla="*/ 1763842 h 1763842"/>
              <a:gd name="connsiteX0" fmla="*/ 0 w 1479084"/>
              <a:gd name="connsiteY0" fmla="*/ 887770 h 887770"/>
              <a:gd name="connsiteX1" fmla="*/ 687526 w 1479084"/>
              <a:gd name="connsiteY1" fmla="*/ 0 h 887770"/>
              <a:gd name="connsiteX2" fmla="*/ 1479084 w 1479084"/>
              <a:gd name="connsiteY2" fmla="*/ 293684 h 887770"/>
              <a:gd name="connsiteX3" fmla="*/ 0 w 1479084"/>
              <a:gd name="connsiteY3" fmla="*/ 887770 h 887770"/>
              <a:gd name="connsiteX0" fmla="*/ 0 w 1479084"/>
              <a:gd name="connsiteY0" fmla="*/ 906200 h 906200"/>
              <a:gd name="connsiteX1" fmla="*/ 687526 w 1479084"/>
              <a:gd name="connsiteY1" fmla="*/ 0 h 906200"/>
              <a:gd name="connsiteX2" fmla="*/ 1479084 w 1479084"/>
              <a:gd name="connsiteY2" fmla="*/ 312114 h 906200"/>
              <a:gd name="connsiteX3" fmla="*/ 0 w 1479084"/>
              <a:gd name="connsiteY3" fmla="*/ 906200 h 906200"/>
              <a:gd name="connsiteX0" fmla="*/ 0 w 1479084"/>
              <a:gd name="connsiteY0" fmla="*/ 906200 h 906200"/>
              <a:gd name="connsiteX1" fmla="*/ 687526 w 1479084"/>
              <a:gd name="connsiteY1" fmla="*/ 0 h 906200"/>
              <a:gd name="connsiteX2" fmla="*/ 1479084 w 1479084"/>
              <a:gd name="connsiteY2" fmla="*/ 312114 h 906200"/>
              <a:gd name="connsiteX3" fmla="*/ 0 w 1479084"/>
              <a:gd name="connsiteY3" fmla="*/ 906200 h 906200"/>
              <a:gd name="connsiteX0" fmla="*/ 0 w 1479084"/>
              <a:gd name="connsiteY0" fmla="*/ 906200 h 906200"/>
              <a:gd name="connsiteX1" fmla="*/ 687526 w 1479084"/>
              <a:gd name="connsiteY1" fmla="*/ 0 h 906200"/>
              <a:gd name="connsiteX2" fmla="*/ 1479084 w 1479084"/>
              <a:gd name="connsiteY2" fmla="*/ 312114 h 906200"/>
              <a:gd name="connsiteX3" fmla="*/ 0 w 1479084"/>
              <a:gd name="connsiteY3" fmla="*/ 906200 h 90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084" h="906200">
                <a:moveTo>
                  <a:pt x="0" y="906200"/>
                </a:moveTo>
                <a:lnTo>
                  <a:pt x="687526" y="0"/>
                </a:lnTo>
                <a:cubicBezTo>
                  <a:pt x="971227" y="41660"/>
                  <a:pt x="1293203" y="196735"/>
                  <a:pt x="1479084" y="312114"/>
                </a:cubicBezTo>
                <a:lnTo>
                  <a:pt x="0" y="906200"/>
                </a:lnTo>
                <a:close/>
              </a:path>
            </a:pathLst>
          </a:cu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17E351-C5BA-2F8D-0DC0-FC8B9C47C42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73780" y="1575883"/>
            <a:ext cx="5274152" cy="4912569"/>
          </a:xfrm>
        </p:spPr>
        <p:txBody>
          <a:bodyPr anchor="t"/>
          <a:lstStyle/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ja-JP" altLang="en-US" dirty="0"/>
              <a:t>線分</a:t>
            </a:r>
            <a:r>
              <a:rPr kumimoji="1" lang="en-US" altLang="ja-JP" dirty="0"/>
              <a:t> </a:t>
            </a:r>
            <a:r>
              <a:rPr kumimoji="1" lang="en-US" altLang="ja-JP" b="1" dirty="0">
                <a:solidFill>
                  <a:schemeClr val="accent6"/>
                </a:solidFill>
                <a:latin typeface="+mj-lt"/>
              </a:rPr>
              <a:t>OA </a:t>
            </a:r>
            <a:r>
              <a:rPr lang="ja-JP" altLang="en-US" dirty="0">
                <a:solidFill>
                  <a:schemeClr val="accent6"/>
                </a:solidFill>
                <a:latin typeface="+mj-lt"/>
              </a:rPr>
              <a:t>→ </a:t>
            </a:r>
            <a:r>
              <a:rPr kumimoji="1" lang="en-US" altLang="ja-JP" b="1" dirty="0">
                <a:solidFill>
                  <a:schemeClr val="accent6"/>
                </a:solidFill>
                <a:latin typeface="+mj-lt"/>
              </a:rPr>
              <a:t>OB </a:t>
            </a:r>
            <a:r>
              <a:rPr kumimoji="1" lang="ja-JP" altLang="en-US" dirty="0">
                <a:solidFill>
                  <a:schemeClr val="accent6"/>
                </a:solidFill>
              </a:rPr>
              <a:t>が作り出す面積</a:t>
            </a:r>
            <a:r>
              <a:rPr kumimoji="1" lang="ja-JP" altLang="en-US" dirty="0"/>
              <a:t>のこと．</a:t>
            </a:r>
            <a:endParaRPr kumimoji="1" lang="en-US" altLang="ja-JP" dirty="0"/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ja-JP" altLang="en-US" dirty="0"/>
              <a:t>単位時間あたりでの</a:t>
            </a:r>
            <a:r>
              <a:rPr kumimoji="1" lang="ja-JP" altLang="en-US" dirty="0">
                <a:solidFill>
                  <a:schemeClr val="accent6"/>
                </a:solidFill>
              </a:rPr>
              <a:t>面積が等しい</a:t>
            </a:r>
            <a:r>
              <a:rPr kumimoji="1" lang="ja-JP" altLang="en-US" dirty="0"/>
              <a:t>．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178B4A-741D-4812-2FE9-064CA7A815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惑星と太陽を結ぶ</a:t>
            </a:r>
            <a:r>
              <a:rPr lang="ja-JP" altLang="en-US">
                <a:solidFill>
                  <a:schemeClr val="accent6"/>
                </a:solidFill>
              </a:rPr>
              <a:t>線分が掃く面積速度は一定</a:t>
            </a:r>
            <a:r>
              <a:rPr lang="ja-JP" altLang="en-US"/>
              <a:t>である．</a:t>
            </a:r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7EDFD59-8FB2-C719-2417-E4242336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ケプラー第</a:t>
            </a:r>
            <a:r>
              <a:rPr lang="en-US" altLang="ja-JP"/>
              <a:t>2</a:t>
            </a:r>
            <a:r>
              <a:rPr kumimoji="1" lang="ja-JP" altLang="en-US"/>
              <a:t>法則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460403-A274-CF67-17F5-2D00CCC5AF3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5CFA9B0-9929-6A4D-2736-6C26050F88D2}"/>
              </a:ext>
            </a:extLst>
          </p:cNvPr>
          <p:cNvSpPr txBox="1"/>
          <p:nvPr/>
        </p:nvSpPr>
        <p:spPr>
          <a:xfrm>
            <a:off x="4710112" y="2598077"/>
            <a:ext cx="13059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+mj-lt"/>
              </a:rPr>
              <a:t>惑星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21841353-2247-EBE4-BE7A-EAD71687DF75}"/>
              </a:ext>
            </a:extLst>
          </p:cNvPr>
          <p:cNvSpPr/>
          <p:nvPr/>
        </p:nvSpPr>
        <p:spPr>
          <a:xfrm>
            <a:off x="1464996" y="3244689"/>
            <a:ext cx="3752966" cy="192416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528B960-5B10-DBC4-FD88-F4C371FBA8E7}"/>
              </a:ext>
            </a:extLst>
          </p:cNvPr>
          <p:cNvGrpSpPr/>
          <p:nvPr/>
        </p:nvGrpSpPr>
        <p:grpSpPr>
          <a:xfrm>
            <a:off x="806337" y="3975939"/>
            <a:ext cx="5459253" cy="461665"/>
            <a:chOff x="806337" y="3975939"/>
            <a:chExt cx="5459253" cy="461665"/>
          </a:xfrm>
        </p:grpSpPr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59DD2DD8-1A83-402B-7C39-41750DFAA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337" y="4206773"/>
              <a:ext cx="498617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FBFFE5D-A5A1-376C-7CDA-A1E96DA27580}"/>
                </a:ext>
              </a:extLst>
            </p:cNvPr>
            <p:cNvSpPr txBox="1"/>
            <p:nvPr/>
          </p:nvSpPr>
          <p:spPr>
            <a:xfrm>
              <a:off x="5788512" y="3975939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x</a:t>
              </a:r>
              <a:endParaRPr kumimoji="1" lang="ja-JP" altLang="en-US" i="1">
                <a:latin typeface="+mj-lt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A685306-A772-0A49-9890-79BA4DCB2B9F}"/>
              </a:ext>
            </a:extLst>
          </p:cNvPr>
          <p:cNvGrpSpPr/>
          <p:nvPr/>
        </p:nvGrpSpPr>
        <p:grpSpPr>
          <a:xfrm>
            <a:off x="3102940" y="1778812"/>
            <a:ext cx="477078" cy="4360904"/>
            <a:chOff x="3102940" y="1778812"/>
            <a:chExt cx="477078" cy="4360904"/>
          </a:xfrm>
        </p:grpSpPr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525CF678-DC46-94E9-FAEF-B7A6DD1A74EB}"/>
                </a:ext>
              </a:extLst>
            </p:cNvPr>
            <p:cNvCxnSpPr>
              <a:cxnSpLocks/>
            </p:cNvCxnSpPr>
            <p:nvPr/>
          </p:nvCxnSpPr>
          <p:spPr>
            <a:xfrm>
              <a:off x="3341479" y="2320752"/>
              <a:ext cx="0" cy="38189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3F6AF3DB-2A48-4E1B-D48A-F4DB92FB6192}"/>
                </a:ext>
              </a:extLst>
            </p:cNvPr>
            <p:cNvSpPr txBox="1"/>
            <p:nvPr/>
          </p:nvSpPr>
          <p:spPr>
            <a:xfrm>
              <a:off x="3102940" y="1778812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y</a:t>
              </a:r>
              <a:endParaRPr kumimoji="1" lang="ja-JP" altLang="en-US" i="1">
                <a:latin typeface="+mj-lt"/>
              </a:endParaRPr>
            </a:p>
          </p:txBody>
        </p: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0FEF76A-2A13-11D4-D706-89929C3D9ECC}"/>
              </a:ext>
            </a:extLst>
          </p:cNvPr>
          <p:cNvSpPr txBox="1"/>
          <p:nvPr/>
        </p:nvSpPr>
        <p:spPr>
          <a:xfrm>
            <a:off x="5217039" y="4231261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7B8EEF9-DFED-D296-90F9-093A3CAC88FA}"/>
              </a:ext>
            </a:extLst>
          </p:cNvPr>
          <p:cNvSpPr txBox="1"/>
          <p:nvPr/>
        </p:nvSpPr>
        <p:spPr>
          <a:xfrm>
            <a:off x="978996" y="4225127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EE76937-6AC2-5388-CA0F-C86401DA49F2}"/>
              </a:ext>
            </a:extLst>
          </p:cNvPr>
          <p:cNvSpPr txBox="1"/>
          <p:nvPr/>
        </p:nvSpPr>
        <p:spPr>
          <a:xfrm>
            <a:off x="2864401" y="5179651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063A2FC-93F1-C92B-D118-422D00E69CBA}"/>
              </a:ext>
            </a:extLst>
          </p:cNvPr>
          <p:cNvSpPr txBox="1"/>
          <p:nvPr/>
        </p:nvSpPr>
        <p:spPr>
          <a:xfrm>
            <a:off x="2864401" y="2867886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4D9B4AF-9BB5-4BC6-96C9-43AB59CDE36F}"/>
              </a:ext>
            </a:extLst>
          </p:cNvPr>
          <p:cNvSpPr txBox="1"/>
          <p:nvPr/>
        </p:nvSpPr>
        <p:spPr>
          <a:xfrm>
            <a:off x="2820814" y="4221887"/>
            <a:ext cx="51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O</a:t>
            </a:r>
            <a:endParaRPr kumimoji="1" lang="ja-JP" altLang="en-US">
              <a:latin typeface="+mj-lt"/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97E9E0B5-B391-71C4-28D8-BFB90B31CD0F}"/>
              </a:ext>
            </a:extLst>
          </p:cNvPr>
          <p:cNvSpPr/>
          <p:nvPr/>
        </p:nvSpPr>
        <p:spPr>
          <a:xfrm>
            <a:off x="4710107" y="3485971"/>
            <a:ext cx="285082" cy="285082"/>
          </a:xfrm>
          <a:prstGeom prst="ellipse">
            <a:avLst/>
          </a:prstGeom>
          <a:ln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615BCBE-48D4-6A1D-41DB-27AB3A3129BA}"/>
              </a:ext>
            </a:extLst>
          </p:cNvPr>
          <p:cNvSpPr/>
          <p:nvPr/>
        </p:nvSpPr>
        <p:spPr>
          <a:xfrm>
            <a:off x="4710112" y="3485971"/>
            <a:ext cx="285082" cy="28508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D9317B3-E707-2724-8F2E-AE5B6EA35A85}"/>
              </a:ext>
            </a:extLst>
          </p:cNvPr>
          <p:cNvCxnSpPr>
            <a:cxnSpLocks/>
          </p:cNvCxnSpPr>
          <p:nvPr/>
        </p:nvCxnSpPr>
        <p:spPr>
          <a:xfrm flipH="1">
            <a:off x="3330294" y="3628512"/>
            <a:ext cx="1522161" cy="584537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724D2A1-00EC-7611-D178-5EC04F861B41}"/>
              </a:ext>
            </a:extLst>
          </p:cNvPr>
          <p:cNvCxnSpPr>
            <a:cxnSpLocks/>
          </p:cNvCxnSpPr>
          <p:nvPr/>
        </p:nvCxnSpPr>
        <p:spPr>
          <a:xfrm>
            <a:off x="4285914" y="3196280"/>
            <a:ext cx="1065199" cy="806092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F458BB3-F20B-7F48-CBC0-EE0B89132858}"/>
              </a:ext>
            </a:extLst>
          </p:cNvPr>
          <p:cNvSpPr txBox="1"/>
          <p:nvPr/>
        </p:nvSpPr>
        <p:spPr>
          <a:xfrm>
            <a:off x="4944095" y="3166026"/>
            <a:ext cx="51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A</a:t>
            </a:r>
            <a:endParaRPr kumimoji="1" lang="ja-JP" altLang="en-US">
              <a:latin typeface="+mj-lt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10F6766-E6B3-1E27-CBBC-9F903507BB9C}"/>
              </a:ext>
            </a:extLst>
          </p:cNvPr>
          <p:cNvSpPr txBox="1"/>
          <p:nvPr/>
        </p:nvSpPr>
        <p:spPr>
          <a:xfrm>
            <a:off x="3789806" y="2710217"/>
            <a:ext cx="51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B</a:t>
            </a:r>
            <a:endParaRPr kumimoji="1" lang="ja-JP" altLang="en-US">
              <a:latin typeface="+mj-lt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315793F-7F40-EB02-90D6-715443B041F3}"/>
              </a:ext>
            </a:extLst>
          </p:cNvPr>
          <p:cNvCxnSpPr>
            <a:cxnSpLocks/>
          </p:cNvCxnSpPr>
          <p:nvPr/>
        </p:nvCxnSpPr>
        <p:spPr>
          <a:xfrm flipH="1">
            <a:off x="3339216" y="3309984"/>
            <a:ext cx="686579" cy="895594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3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4.81481E-6 L -0.01745 -0.0176 C -0.02071 -0.02084 -0.02617 -0.02593 -0.03203 -0.0301 C -0.03881 -0.03496 -0.04414 -0.0375 -0.04818 -0.03959 L -0.06732 -0.04815 " pathEditMode="relative" rAng="12120000" ptsTypes="AAAAA">
                                      <p:cBhvr>
                                        <p:cTn id="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81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 build="p"/>
      <p:bldP spid="28" grpId="0" animBg="1"/>
      <p:bldP spid="9" grpId="0" animBg="1"/>
      <p:bldP spid="33" grpId="0"/>
      <p:bldP spid="34" grpId="0"/>
      <p:bldP spid="35" grpId="0"/>
      <p:bldP spid="36" grpId="0"/>
      <p:bldP spid="37" grpId="0"/>
      <p:bldP spid="38" grpId="0" animBg="1"/>
      <p:bldP spid="14" grpId="0" animBg="1"/>
      <p:bldP spid="14" grpId="1" animBg="1"/>
      <p:bldP spid="39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0ECB8A-9E1D-E193-FD45-9E45AF5C07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惑星は太陽を焦点とする</a:t>
            </a:r>
            <a:r>
              <a:rPr lang="ja-JP" altLang="en-US">
                <a:solidFill>
                  <a:schemeClr val="accent6"/>
                </a:solidFill>
              </a:rPr>
              <a:t>楕円軌道</a:t>
            </a:r>
            <a:r>
              <a:rPr lang="ja-JP" altLang="en-US"/>
              <a:t>を描く．</a:t>
            </a:r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B483A4B-F295-9C27-6A15-4D45CD4D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ケプラー第</a:t>
            </a:r>
            <a:r>
              <a:rPr kumimoji="1" lang="en-US" altLang="ja-JP"/>
              <a:t>1</a:t>
            </a:r>
            <a:r>
              <a:rPr kumimoji="1" lang="ja-JP" altLang="en-US"/>
              <a:t>法則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529215-9066-AE89-6B50-4B72EFBEB18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5D4410E-2695-8B89-58B6-E3929F73502F}"/>
              </a:ext>
            </a:extLst>
          </p:cNvPr>
          <p:cNvSpPr/>
          <p:nvPr/>
        </p:nvSpPr>
        <p:spPr>
          <a:xfrm>
            <a:off x="1464996" y="3244689"/>
            <a:ext cx="3752966" cy="192416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E558521-2529-59D0-6500-378D2168FEB9}"/>
              </a:ext>
            </a:extLst>
          </p:cNvPr>
          <p:cNvGrpSpPr/>
          <p:nvPr/>
        </p:nvGrpSpPr>
        <p:grpSpPr>
          <a:xfrm>
            <a:off x="806337" y="3975939"/>
            <a:ext cx="5459253" cy="461665"/>
            <a:chOff x="806337" y="3975939"/>
            <a:chExt cx="5459253" cy="461665"/>
          </a:xfrm>
        </p:grpSpPr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5B65FE5D-12A7-4706-3130-714D211BCF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337" y="4206773"/>
              <a:ext cx="498617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AD0ECA1-F8B0-E951-C9A5-8E94FED1DE16}"/>
                </a:ext>
              </a:extLst>
            </p:cNvPr>
            <p:cNvSpPr txBox="1"/>
            <p:nvPr/>
          </p:nvSpPr>
          <p:spPr>
            <a:xfrm>
              <a:off x="5788512" y="3975939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x</a:t>
              </a:r>
              <a:endParaRPr kumimoji="1" lang="ja-JP" altLang="en-US" i="1">
                <a:latin typeface="+mj-lt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F0FFD64-A1F8-FDE9-8A5A-386057E3DE16}"/>
              </a:ext>
            </a:extLst>
          </p:cNvPr>
          <p:cNvGrpSpPr/>
          <p:nvPr/>
        </p:nvGrpSpPr>
        <p:grpSpPr>
          <a:xfrm>
            <a:off x="3102940" y="1778812"/>
            <a:ext cx="477078" cy="4360904"/>
            <a:chOff x="3102940" y="1778812"/>
            <a:chExt cx="477078" cy="4360904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B51C94CF-F220-54A1-2C03-22F16153E8F8}"/>
                </a:ext>
              </a:extLst>
            </p:cNvPr>
            <p:cNvCxnSpPr>
              <a:cxnSpLocks/>
            </p:cNvCxnSpPr>
            <p:nvPr/>
          </p:nvCxnSpPr>
          <p:spPr>
            <a:xfrm>
              <a:off x="3341479" y="2320752"/>
              <a:ext cx="0" cy="38189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CC34A888-0A7C-A0AB-0249-5BA30680BA79}"/>
                </a:ext>
              </a:extLst>
            </p:cNvPr>
            <p:cNvSpPr txBox="1"/>
            <p:nvPr/>
          </p:nvSpPr>
          <p:spPr>
            <a:xfrm>
              <a:off x="3102940" y="1778812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y</a:t>
              </a:r>
              <a:endParaRPr kumimoji="1" lang="ja-JP" altLang="en-US" i="1">
                <a:latin typeface="+mj-lt"/>
              </a:endParaRPr>
            </a:p>
          </p:txBody>
        </p:sp>
      </p:grpSp>
      <p:sp>
        <p:nvSpPr>
          <p:cNvPr id="26" name="楕円 25">
            <a:extLst>
              <a:ext uri="{FF2B5EF4-FFF2-40B4-BE49-F238E27FC236}">
                <a16:creationId xmlns:a16="http://schemas.microsoft.com/office/drawing/2014/main" id="{EE6E956C-5F39-DC48-CF80-CE3E78358780}"/>
              </a:ext>
            </a:extLst>
          </p:cNvPr>
          <p:cNvSpPr/>
          <p:nvPr/>
        </p:nvSpPr>
        <p:spPr>
          <a:xfrm>
            <a:off x="4267207" y="3275823"/>
            <a:ext cx="285082" cy="28508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4BF5CA68-CC54-61E9-B865-0F765E6D8F49}"/>
              </a:ext>
            </a:extLst>
          </p:cNvPr>
          <p:cNvCxnSpPr>
            <a:cxnSpLocks/>
          </p:cNvCxnSpPr>
          <p:nvPr/>
        </p:nvCxnSpPr>
        <p:spPr>
          <a:xfrm>
            <a:off x="4407443" y="3409318"/>
            <a:ext cx="124206" cy="797453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D81AD16-B763-9659-9175-8C92E78E1B66}"/>
              </a:ext>
            </a:extLst>
          </p:cNvPr>
          <p:cNvGrpSpPr/>
          <p:nvPr/>
        </p:nvGrpSpPr>
        <p:grpSpPr>
          <a:xfrm>
            <a:off x="4267207" y="4064231"/>
            <a:ext cx="477078" cy="704567"/>
            <a:chOff x="4267207" y="4064231"/>
            <a:chExt cx="477078" cy="704567"/>
          </a:xfrm>
        </p:grpSpPr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CEC1DB15-D8E9-71AA-BD93-62EB8C5E0312}"/>
                </a:ext>
              </a:extLst>
            </p:cNvPr>
            <p:cNvSpPr/>
            <p:nvPr/>
          </p:nvSpPr>
          <p:spPr>
            <a:xfrm>
              <a:off x="4389108" y="4064231"/>
              <a:ext cx="285082" cy="285082"/>
            </a:xfrm>
            <a:prstGeom prst="ellipse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DF9EB8D2-B95B-7E70-117C-77D8EE396BFE}"/>
                </a:ext>
              </a:extLst>
            </p:cNvPr>
            <p:cNvSpPr txBox="1"/>
            <p:nvPr/>
          </p:nvSpPr>
          <p:spPr>
            <a:xfrm>
              <a:off x="4267207" y="4368688"/>
              <a:ext cx="477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i="1">
                  <a:latin typeface="+mj-lt"/>
                </a:rPr>
                <a:t>F</a:t>
              </a:r>
              <a:endParaRPr kumimoji="1" lang="ja-JP" altLang="en-US" sz="1100" i="1">
                <a:latin typeface="+mj-lt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DA55BEB-EC34-126B-95D6-1D8AD425D604}"/>
              </a:ext>
            </a:extLst>
          </p:cNvPr>
          <p:cNvGrpSpPr/>
          <p:nvPr/>
        </p:nvGrpSpPr>
        <p:grpSpPr>
          <a:xfrm>
            <a:off x="1938673" y="4134007"/>
            <a:ext cx="573947" cy="614503"/>
            <a:chOff x="1938673" y="4134007"/>
            <a:chExt cx="573947" cy="614503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B0E275C6-CE25-50C2-096B-E7B2496D93ED}"/>
                </a:ext>
              </a:extLst>
            </p:cNvPr>
            <p:cNvSpPr/>
            <p:nvPr/>
          </p:nvSpPr>
          <p:spPr>
            <a:xfrm>
              <a:off x="2094852" y="4134007"/>
              <a:ext cx="155411" cy="155411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+mj-lt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85919B4D-EE74-E9F1-2E9D-43DD3A230B1E}"/>
                </a:ext>
              </a:extLst>
            </p:cNvPr>
            <p:cNvSpPr txBox="1"/>
            <p:nvPr/>
          </p:nvSpPr>
          <p:spPr>
            <a:xfrm>
              <a:off x="1938673" y="4348400"/>
              <a:ext cx="5739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i="1">
                  <a:latin typeface="+mj-lt"/>
                </a:rPr>
                <a:t>F</a:t>
              </a:r>
              <a:r>
                <a:rPr kumimoji="1" lang="en-US" altLang="ja-JP" sz="2000" i="1">
                  <a:latin typeface="+mj-lt"/>
                  <a:sym typeface="BKM-cmmi10" panose="020B0501010101010101" pitchFamily="34" charset="2"/>
                </a:rPr>
                <a:t>’</a:t>
              </a:r>
              <a:endParaRPr kumimoji="1" lang="ja-JP" altLang="en-US" sz="1100" i="1">
                <a:latin typeface="+mj-lt"/>
              </a:endParaRPr>
            </a:p>
          </p:txBody>
        </p:sp>
      </p:grp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44D906D-D6EE-D9AC-76C8-65239FAB298F}"/>
              </a:ext>
            </a:extLst>
          </p:cNvPr>
          <p:cNvSpPr txBox="1"/>
          <p:nvPr/>
        </p:nvSpPr>
        <p:spPr>
          <a:xfrm>
            <a:off x="4710112" y="2598077"/>
            <a:ext cx="13059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+mj-lt"/>
              </a:rPr>
              <a:t>惑星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EDB4BCD-B352-1846-36A3-55CD6C7BEE5C}"/>
              </a:ext>
            </a:extLst>
          </p:cNvPr>
          <p:cNvSpPr txBox="1"/>
          <p:nvPr/>
        </p:nvSpPr>
        <p:spPr>
          <a:xfrm>
            <a:off x="4710112" y="5041567"/>
            <a:ext cx="1305994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+mj-lt"/>
              </a:rPr>
              <a:t>太陽</a:t>
            </a:r>
            <a:endParaRPr kumimoji="1" lang="ja-JP" altLang="en-US" sz="1100">
              <a:latin typeface="+mj-lt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8D8E6B0-B129-6366-9A09-7FA65C4A4191}"/>
              </a:ext>
            </a:extLst>
          </p:cNvPr>
          <p:cNvSpPr txBox="1"/>
          <p:nvPr/>
        </p:nvSpPr>
        <p:spPr>
          <a:xfrm>
            <a:off x="5217039" y="3842380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2326BAD-0D75-3002-E4BF-7B2F50FF4158}"/>
              </a:ext>
            </a:extLst>
          </p:cNvPr>
          <p:cNvSpPr txBox="1"/>
          <p:nvPr/>
        </p:nvSpPr>
        <p:spPr>
          <a:xfrm>
            <a:off x="978996" y="3836246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E69E086-8536-79E9-5660-87C52BBC1E3D}"/>
              </a:ext>
            </a:extLst>
          </p:cNvPr>
          <p:cNvSpPr txBox="1"/>
          <p:nvPr/>
        </p:nvSpPr>
        <p:spPr>
          <a:xfrm>
            <a:off x="2864401" y="5179651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2B1D65EB-87BB-DC61-E0B2-EA2535A76149}"/>
              </a:ext>
            </a:extLst>
          </p:cNvPr>
          <p:cNvSpPr txBox="1"/>
          <p:nvPr/>
        </p:nvSpPr>
        <p:spPr>
          <a:xfrm>
            <a:off x="2864401" y="2867886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6A212A2-7CA2-DA5B-82E5-F79DB9CAA3AE}"/>
              </a:ext>
            </a:extLst>
          </p:cNvPr>
          <p:cNvSpPr txBox="1"/>
          <p:nvPr/>
        </p:nvSpPr>
        <p:spPr>
          <a:xfrm>
            <a:off x="2820814" y="4221887"/>
            <a:ext cx="51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O</a:t>
            </a:r>
            <a:endParaRPr kumimoji="1" lang="ja-JP" altLang="en-US">
              <a:latin typeface="+mj-lt"/>
            </a:endParaRPr>
          </a:p>
        </p:txBody>
      </p:sp>
      <p:sp>
        <p:nvSpPr>
          <p:cNvPr id="15" name="テキスト プレースホルダー 1">
            <a:extLst>
              <a:ext uri="{FF2B5EF4-FFF2-40B4-BE49-F238E27FC236}">
                <a16:creationId xmlns:a16="http://schemas.microsoft.com/office/drawing/2014/main" id="{49E509C2-4FCD-760B-BCA1-B58339F052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73780" y="1575883"/>
            <a:ext cx="5017744" cy="4912569"/>
          </a:xfrm>
        </p:spPr>
        <p:txBody>
          <a:bodyPr anchor="ctr"/>
          <a:lstStyle/>
          <a:p>
            <a:pPr algn="ctr">
              <a:lnSpc>
                <a:spcPct val="200000"/>
              </a:lnSpc>
              <a:buClr>
                <a:schemeClr val="tx1"/>
              </a:buClr>
            </a:pPr>
            <a:r>
              <a:rPr kumimoji="1" lang="ja-JP" altLang="en-US" dirty="0"/>
              <a:t>円軌道</a:t>
            </a:r>
            <a:endParaRPr kumimoji="1" lang="en-US" altLang="ja-JP" dirty="0"/>
          </a:p>
          <a:p>
            <a:pPr algn="ctr">
              <a:lnSpc>
                <a:spcPct val="200000"/>
              </a:lnSpc>
              <a:buClr>
                <a:schemeClr val="tx1"/>
              </a:buClr>
            </a:pPr>
            <a:r>
              <a:rPr lang="ja-JP" altLang="en-US" dirty="0"/>
              <a:t>↓</a:t>
            </a:r>
            <a:endParaRPr lang="en-US" altLang="ja-JP" dirty="0"/>
          </a:p>
          <a:p>
            <a:pPr algn="ctr">
              <a:lnSpc>
                <a:spcPct val="200000"/>
              </a:lnSpc>
              <a:buClr>
                <a:schemeClr val="tx1"/>
              </a:buClr>
            </a:pPr>
            <a:r>
              <a:rPr kumimoji="1" lang="ja-JP" altLang="en-US" dirty="0"/>
              <a:t>楕円軌道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84ECA00-70E3-4667-7482-5F66297A825B}"/>
              </a:ext>
            </a:extLst>
          </p:cNvPr>
          <p:cNvCxnSpPr>
            <a:cxnSpLocks/>
          </p:cNvCxnSpPr>
          <p:nvPr/>
        </p:nvCxnSpPr>
        <p:spPr>
          <a:xfrm flipV="1">
            <a:off x="2172558" y="3417452"/>
            <a:ext cx="2234885" cy="789319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5727CD94-4FC6-7702-3A52-C2D6E6CBA0D4}"/>
              </a:ext>
            </a:extLst>
          </p:cNvPr>
          <p:cNvCxnSpPr>
            <a:cxnSpLocks/>
          </p:cNvCxnSpPr>
          <p:nvPr/>
        </p:nvCxnSpPr>
        <p:spPr>
          <a:xfrm>
            <a:off x="3713496" y="3126570"/>
            <a:ext cx="1387894" cy="554703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52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6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0.00093 C 0.04583 0.02639 0.08958 0.10023 0.05208 0.17546 C 0.02943 0.21551 0.00768 0.23449 -0.02669 0.2456 C -0.0612 0.25671 -0.125 0.24861 -0.15482 0.2419 C -0.18477 0.23495 -0.18906 0.22176 -0.20599 0.20417 C -0.22305 0.18681 -0.2388 0.16389 -0.24232 0.11667 C -0.24232 0.02731 -0.14896 -0.03056 -0.08789 -0.02523 C -0.07474 -0.02454 -0.02318 -0.02107 1.25E-6 -0.00093 Z " pathEditMode="relative" rAng="0" ptsTypes="AAAAAAAA">
                                      <p:cBhvr>
                                        <p:cTn id="73" dur="2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6" grpId="1" animBg="1"/>
      <p:bldP spid="46" grpId="0" animBg="1"/>
      <p:bldP spid="47" grpId="0" animBg="1"/>
      <p:bldP spid="53" grpId="0"/>
      <p:bldP spid="54" grpId="0"/>
      <p:bldP spid="55" grpId="0"/>
      <p:bldP spid="56" grpId="0"/>
      <p:bldP spid="57" grpId="0"/>
      <p:bldP spid="1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64F9-DEE8-B9E4-C286-D4AB112E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32914E-4435-C040-1AE8-01F89C8BB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惑星の</a:t>
            </a:r>
            <a:r>
              <a:rPr lang="ja-JP" altLang="en-US">
                <a:solidFill>
                  <a:schemeClr val="accent6"/>
                </a:solidFill>
              </a:rPr>
              <a:t>公転周期の</a:t>
            </a:r>
            <a:r>
              <a:rPr lang="en-US" altLang="ja-JP">
                <a:solidFill>
                  <a:schemeClr val="accent6"/>
                </a:solidFill>
              </a:rPr>
              <a:t>2</a:t>
            </a:r>
            <a:r>
              <a:rPr lang="ja-JP" altLang="en-US">
                <a:solidFill>
                  <a:schemeClr val="accent6"/>
                </a:solidFill>
              </a:rPr>
              <a:t>乗</a:t>
            </a:r>
            <a:r>
              <a:rPr lang="ja-JP" altLang="en-US"/>
              <a:t>は，</a:t>
            </a:r>
            <a:r>
              <a:rPr lang="ja-JP" altLang="en-US">
                <a:solidFill>
                  <a:schemeClr val="accent6"/>
                </a:solidFill>
              </a:rPr>
              <a:t>楕円軌道の長半径の</a:t>
            </a:r>
            <a:r>
              <a:rPr lang="en-US" altLang="ja-JP">
                <a:solidFill>
                  <a:schemeClr val="accent6"/>
                </a:solidFill>
              </a:rPr>
              <a:t>3</a:t>
            </a:r>
            <a:r>
              <a:rPr lang="ja-JP" altLang="en-US">
                <a:solidFill>
                  <a:schemeClr val="accent6"/>
                </a:solidFill>
              </a:rPr>
              <a:t>乗</a:t>
            </a:r>
            <a:r>
              <a:rPr lang="ja-JP" altLang="en-US"/>
              <a:t>に</a:t>
            </a:r>
            <a:r>
              <a:rPr lang="ja-JP" altLang="en-US">
                <a:solidFill>
                  <a:schemeClr val="accent6"/>
                </a:solidFill>
              </a:rPr>
              <a:t>比例</a:t>
            </a:r>
            <a:r>
              <a:rPr lang="ja-JP" altLang="en-US"/>
              <a:t>する．</a:t>
            </a:r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DF12B55-B777-6836-E974-039F1950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ケプラー第</a:t>
            </a:r>
            <a:r>
              <a:rPr lang="en-US" altLang="ja-JP"/>
              <a:t>3</a:t>
            </a:r>
            <a:r>
              <a:rPr kumimoji="1" lang="ja-JP" altLang="en-US"/>
              <a:t>法則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278119-4791-B8BB-F3EC-FEBC84DB9AC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DF16F9E-D6DA-294E-47F7-D43F57C067E0}"/>
              </a:ext>
            </a:extLst>
          </p:cNvPr>
          <p:cNvSpPr/>
          <p:nvPr/>
        </p:nvSpPr>
        <p:spPr>
          <a:xfrm>
            <a:off x="1464996" y="3244689"/>
            <a:ext cx="3752966" cy="192416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E555EDC-A085-73B1-F03A-1CF2CA0200C9}"/>
              </a:ext>
            </a:extLst>
          </p:cNvPr>
          <p:cNvGrpSpPr/>
          <p:nvPr/>
        </p:nvGrpSpPr>
        <p:grpSpPr>
          <a:xfrm>
            <a:off x="806337" y="3975939"/>
            <a:ext cx="5459253" cy="461665"/>
            <a:chOff x="806337" y="3975939"/>
            <a:chExt cx="5459253" cy="461665"/>
          </a:xfrm>
        </p:grpSpPr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2AA40819-1B4D-A808-D892-6E7ADB6828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337" y="4206773"/>
              <a:ext cx="498617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B7F04AD-52C5-1D5C-B89C-9B48DBC854CD}"/>
                </a:ext>
              </a:extLst>
            </p:cNvPr>
            <p:cNvSpPr txBox="1"/>
            <p:nvPr/>
          </p:nvSpPr>
          <p:spPr>
            <a:xfrm>
              <a:off x="5788512" y="3975939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x</a:t>
              </a:r>
              <a:endParaRPr kumimoji="1" lang="ja-JP" altLang="en-US" i="1">
                <a:latin typeface="+mj-lt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4B24DFA-A9DD-53CF-9CA7-1423EF2DCC03}"/>
              </a:ext>
            </a:extLst>
          </p:cNvPr>
          <p:cNvGrpSpPr/>
          <p:nvPr/>
        </p:nvGrpSpPr>
        <p:grpSpPr>
          <a:xfrm>
            <a:off x="3102940" y="1778812"/>
            <a:ext cx="477078" cy="4360904"/>
            <a:chOff x="3102940" y="1778812"/>
            <a:chExt cx="477078" cy="4360904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98AC537-E606-BCAA-F9B7-ADB4524D8C09}"/>
                </a:ext>
              </a:extLst>
            </p:cNvPr>
            <p:cNvCxnSpPr>
              <a:cxnSpLocks/>
            </p:cNvCxnSpPr>
            <p:nvPr/>
          </p:nvCxnSpPr>
          <p:spPr>
            <a:xfrm>
              <a:off x="3341479" y="2320752"/>
              <a:ext cx="0" cy="38189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8F73FD6-D469-D9D3-512D-56DC3F6E43F2}"/>
                </a:ext>
              </a:extLst>
            </p:cNvPr>
            <p:cNvSpPr txBox="1"/>
            <p:nvPr/>
          </p:nvSpPr>
          <p:spPr>
            <a:xfrm>
              <a:off x="3102940" y="1778812"/>
              <a:ext cx="477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i="1">
                  <a:latin typeface="+mj-lt"/>
                </a:rPr>
                <a:t>y</a:t>
              </a:r>
              <a:endParaRPr kumimoji="1" lang="ja-JP" altLang="en-US" i="1">
                <a:latin typeface="+mj-lt"/>
              </a:endParaRPr>
            </a:p>
          </p:txBody>
        </p:sp>
      </p:grpSp>
      <p:sp>
        <p:nvSpPr>
          <p:cNvPr id="18" name="楕円 17">
            <a:extLst>
              <a:ext uri="{FF2B5EF4-FFF2-40B4-BE49-F238E27FC236}">
                <a16:creationId xmlns:a16="http://schemas.microsoft.com/office/drawing/2014/main" id="{A800EFAA-5A6E-F599-1248-716673A3C16B}"/>
              </a:ext>
            </a:extLst>
          </p:cNvPr>
          <p:cNvSpPr/>
          <p:nvPr/>
        </p:nvSpPr>
        <p:spPr>
          <a:xfrm>
            <a:off x="4267207" y="3275823"/>
            <a:ext cx="285082" cy="285082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8259CE6-1317-AECB-1047-D1CC51744308}"/>
              </a:ext>
            </a:extLst>
          </p:cNvPr>
          <p:cNvSpPr txBox="1"/>
          <p:nvPr/>
        </p:nvSpPr>
        <p:spPr>
          <a:xfrm>
            <a:off x="4710112" y="2598077"/>
            <a:ext cx="130599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+mj-lt"/>
              </a:rPr>
              <a:t>惑星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53A32DE-FF89-5958-1266-9F25B0BD3D20}"/>
              </a:ext>
            </a:extLst>
          </p:cNvPr>
          <p:cNvCxnSpPr>
            <a:cxnSpLocks/>
          </p:cNvCxnSpPr>
          <p:nvPr/>
        </p:nvCxnSpPr>
        <p:spPr>
          <a:xfrm>
            <a:off x="3713496" y="3126570"/>
            <a:ext cx="1387894" cy="554703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D7F008A-A48A-AE84-42F3-A9BE28F5B16F}"/>
              </a:ext>
            </a:extLst>
          </p:cNvPr>
          <p:cNvSpPr txBox="1"/>
          <p:nvPr/>
        </p:nvSpPr>
        <p:spPr>
          <a:xfrm>
            <a:off x="5217039" y="3842380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FD78D15-F520-7CF9-45E1-BBC205CF6D90}"/>
              </a:ext>
            </a:extLst>
          </p:cNvPr>
          <p:cNvSpPr txBox="1"/>
          <p:nvPr/>
        </p:nvSpPr>
        <p:spPr>
          <a:xfrm>
            <a:off x="978996" y="3836246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a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FBA2BEA2-A038-335D-98C0-8E3B6D3BF2E6}"/>
              </a:ext>
            </a:extLst>
          </p:cNvPr>
          <p:cNvSpPr txBox="1"/>
          <p:nvPr/>
        </p:nvSpPr>
        <p:spPr>
          <a:xfrm>
            <a:off x="2864401" y="5179651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–</a:t>
            </a:r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CB9468A-8945-307E-372E-7C372893B101}"/>
              </a:ext>
            </a:extLst>
          </p:cNvPr>
          <p:cNvSpPr txBox="1"/>
          <p:nvPr/>
        </p:nvSpPr>
        <p:spPr>
          <a:xfrm>
            <a:off x="2864401" y="2867886"/>
            <a:ext cx="47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i="1">
                <a:latin typeface="+mj-lt"/>
              </a:rPr>
              <a:t>b</a:t>
            </a:r>
            <a:endParaRPr kumimoji="1" lang="ja-JP" altLang="en-US" sz="1050" i="1">
              <a:latin typeface="+mj-lt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198A1AA-E5D3-A69D-F7E1-67A0318DFFFB}"/>
              </a:ext>
            </a:extLst>
          </p:cNvPr>
          <p:cNvSpPr txBox="1"/>
          <p:nvPr/>
        </p:nvSpPr>
        <p:spPr>
          <a:xfrm>
            <a:off x="2820814" y="4221887"/>
            <a:ext cx="51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>
                <a:latin typeface="+mj-lt"/>
              </a:rPr>
              <a:t>O</a:t>
            </a:r>
            <a:endParaRPr kumimoji="1" lang="ja-JP" altLang="en-US">
              <a:latin typeface="+mj-lt"/>
            </a:endParaRPr>
          </a:p>
        </p:txBody>
      </p:sp>
      <p:sp>
        <p:nvSpPr>
          <p:cNvPr id="38" name="テキスト プレースホルダー 1">
            <a:extLst>
              <a:ext uri="{FF2B5EF4-FFF2-40B4-BE49-F238E27FC236}">
                <a16:creationId xmlns:a16="http://schemas.microsoft.com/office/drawing/2014/main" id="{B7325ADB-240C-6852-4F91-C9E9C22ED7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73779" y="1575883"/>
            <a:ext cx="5618221" cy="4912569"/>
          </a:xfrm>
        </p:spPr>
        <p:txBody>
          <a:bodyPr anchor="t"/>
          <a:lstStyle/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en-US" altLang="ja-JP" dirty="0">
                <a:latin typeface="+mj-lt"/>
              </a:rPr>
              <a:t> </a:t>
            </a:r>
            <a:r>
              <a:rPr kumimoji="1" lang="ja-JP" altLang="en-US" dirty="0">
                <a:latin typeface="+mj-lt"/>
              </a:rPr>
              <a:t>長半径</a:t>
            </a:r>
            <a:r>
              <a:rPr kumimoji="1" lang="en-US" altLang="ja-JP" dirty="0">
                <a:latin typeface="+mj-lt"/>
              </a:rPr>
              <a:t> </a:t>
            </a:r>
            <a:r>
              <a:rPr lang="en-US" altLang="ja-JP" i="1" dirty="0">
                <a:latin typeface="+mj-lt"/>
                <a:ea typeface="CMU Classical Serif" panose="02000603000000000000" pitchFamily="2" charset="0"/>
                <a:cs typeface="CMU Classical Serif" panose="02000603000000000000" pitchFamily="2" charset="0"/>
              </a:rPr>
              <a:t>a</a:t>
            </a:r>
            <a:endParaRPr kumimoji="1" lang="en-US" altLang="ja-JP" i="1" dirty="0">
              <a:latin typeface="+mj-lt"/>
              <a:ea typeface="CMU Classical Serif" panose="02000603000000000000" pitchFamily="2" charset="0"/>
              <a:cs typeface="CMU Classical Serif" panose="02000603000000000000" pitchFamily="2" charset="0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en-US" altLang="ja-JP" dirty="0">
                <a:latin typeface="+mj-lt"/>
              </a:rPr>
              <a:t> </a:t>
            </a:r>
            <a:r>
              <a:rPr kumimoji="1" lang="ja-JP" altLang="en-US" dirty="0">
                <a:latin typeface="+mj-lt"/>
              </a:rPr>
              <a:t>短半径</a:t>
            </a:r>
            <a:r>
              <a:rPr kumimoji="1" lang="en-US" altLang="ja-JP">
                <a:latin typeface="+mj-lt"/>
              </a:rPr>
              <a:t> </a:t>
            </a:r>
            <a:r>
              <a:rPr lang="en-US" altLang="ja-JP" i="1">
                <a:latin typeface="+mj-lt"/>
              </a:rPr>
              <a:t>b</a:t>
            </a:r>
            <a:endParaRPr kumimoji="1" lang="en-US" altLang="ja-JP" b="1" dirty="0">
              <a:latin typeface="+mj-lt"/>
            </a:endParaRP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 dirty="0"/>
              <a:t>1</a:t>
            </a:r>
            <a:r>
              <a:rPr lang="ja-JP" altLang="en-US" dirty="0">
                <a:latin typeface="+mj-lt"/>
              </a:rPr>
              <a:t>周するまでの時間 </a:t>
            </a:r>
            <a:r>
              <a:rPr lang="en-US" altLang="ja-JP" i="1" dirty="0">
                <a:latin typeface="+mj-lt"/>
              </a:rPr>
              <a:t>T</a:t>
            </a:r>
          </a:p>
          <a:p>
            <a:pPr marL="717550" indent="-7175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 i="1" dirty="0">
                <a:latin typeface="+mj-lt"/>
              </a:rPr>
              <a:t>T</a:t>
            </a:r>
            <a:r>
              <a:rPr lang="en-US" altLang="ja-JP" baseline="30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ja-JP" altLang="en-US" baseline="30000" dirty="0">
                <a:latin typeface="+mj-lt"/>
              </a:rPr>
              <a:t> </a:t>
            </a:r>
            <a:r>
              <a:rPr lang="en-US" altLang="ja-JP" i="1" dirty="0">
                <a:latin typeface="+mj-lt"/>
              </a:rPr>
              <a:t>/</a:t>
            </a:r>
            <a:r>
              <a:rPr lang="ja-JP" altLang="en-US" i="1" dirty="0">
                <a:latin typeface="+mj-lt"/>
              </a:rPr>
              <a:t> </a:t>
            </a:r>
            <a:r>
              <a:rPr lang="en-US" altLang="ja-JP" i="1" dirty="0">
                <a:latin typeface="+mj-lt"/>
              </a:rPr>
              <a:t>a</a:t>
            </a:r>
            <a:r>
              <a:rPr lang="en-US" altLang="ja-JP" baseline="30000" dirty="0">
                <a:latin typeface="+mj-lt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  <a:r>
              <a:rPr lang="ja-JP" altLang="en-US" i="1" dirty="0">
                <a:latin typeface="+mj-lt"/>
              </a:rPr>
              <a:t> </a:t>
            </a:r>
            <a:r>
              <a:rPr lang="en-US" altLang="ja-JP" dirty="0">
                <a:latin typeface="+mj-lt"/>
              </a:rPr>
              <a:t>=</a:t>
            </a:r>
            <a:r>
              <a:rPr lang="ja-JP" altLang="en-US" dirty="0">
                <a:latin typeface="+mj-lt"/>
              </a:rPr>
              <a:t> </a:t>
            </a:r>
            <a:r>
              <a:rPr lang="en-US" altLang="ja-JP" i="1" dirty="0">
                <a:latin typeface="+mj-lt"/>
              </a:rPr>
              <a:t>const</a:t>
            </a:r>
            <a:r>
              <a:rPr lang="en-US" altLang="ja-JP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43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6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0.00093 C 0.04583 0.02639 0.08958 0.10023 0.05208 0.17546 C 0.02943 0.21551 0.00768 0.23449 -0.02669 0.2456 C -0.0612 0.25671 -0.125 0.24861 -0.15482 0.2419 C -0.18477 0.23495 -0.18906 0.22176 -0.20599 0.20417 C -0.22305 0.18681 -0.2388 0.16389 -0.24232 0.11667 C -0.24232 0.02731 -0.14896 -0.03056 -0.08789 -0.02523 C -0.07474 -0.02454 -0.02318 -0.02107 1.25E-6 -0.00093 Z " pathEditMode="fixed" rAng="0" ptsTypes="AAAAAAAA">
                                      <p:cBhvr>
                                        <p:cTn id="48" dur="2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8" grpId="1" animBg="1"/>
      <p:bldP spid="30" grpId="0" animBg="1"/>
      <p:bldP spid="33" grpId="0"/>
      <p:bldP spid="34" grpId="0"/>
      <p:bldP spid="35" grpId="0"/>
      <p:bldP spid="36" grpId="0"/>
      <p:bldP spid="37" grpId="0"/>
      <p:bldP spid="3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C9F4C24-2048-1A3F-66AC-65A43E02E5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336" y="1592698"/>
            <a:ext cx="10579328" cy="4567399"/>
          </a:xfrm>
        </p:spPr>
        <p:txBody>
          <a:bodyPr/>
          <a:lstStyle/>
          <a:p>
            <a:pPr marL="723900" indent="-723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ja-JP" altLang="en-US">
                <a:solidFill>
                  <a:schemeClr val="accent6"/>
                </a:solidFill>
              </a:rPr>
              <a:t>ケプラーの法則</a:t>
            </a:r>
            <a:r>
              <a:rPr kumimoji="1" lang="ja-JP" altLang="en-US"/>
              <a:t>の発見．</a:t>
            </a:r>
            <a:endParaRPr kumimoji="1" lang="en-US" altLang="ja-JP"/>
          </a:p>
          <a:p>
            <a:pPr marL="723900" indent="-723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>
                <a:solidFill>
                  <a:schemeClr val="accent6"/>
                </a:solidFill>
              </a:rPr>
              <a:t>惑星の軌道モデル</a:t>
            </a:r>
            <a:r>
              <a:rPr lang="ja-JP" altLang="en-US"/>
              <a:t>の完成．</a:t>
            </a:r>
            <a:endParaRPr lang="en-US" altLang="ja-JP"/>
          </a:p>
          <a:p>
            <a:pPr>
              <a:buClr>
                <a:schemeClr val="tx1"/>
              </a:buClr>
            </a:pPr>
            <a:r>
              <a:rPr kumimoji="1" lang="en-US" altLang="ja-JP"/>
              <a:t>		</a:t>
            </a:r>
            <a:r>
              <a:rPr kumimoji="1" lang="ja-JP" altLang="en-US">
                <a:latin typeface="+mn-lt"/>
              </a:rPr>
              <a:t>→</a:t>
            </a:r>
            <a:r>
              <a:rPr kumimoji="1" lang="ja-JP" altLang="en-US"/>
              <a:t> このモデルを基にした星表が急速に普及．</a:t>
            </a:r>
            <a:endParaRPr kumimoji="1" lang="en-US" altLang="ja-JP"/>
          </a:p>
          <a:p>
            <a:pPr marL="723900" indent="-723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ja-JP" altLang="en-US"/>
              <a:t>光の強さの</a:t>
            </a:r>
            <a:r>
              <a:rPr lang="ja-JP" altLang="en-US">
                <a:solidFill>
                  <a:schemeClr val="accent6"/>
                </a:solidFill>
              </a:rPr>
              <a:t>逆二乗則</a:t>
            </a:r>
            <a:r>
              <a:rPr lang="ja-JP" altLang="en-US"/>
              <a:t>の発見．</a:t>
            </a:r>
            <a:endParaRPr lang="en-US" altLang="ja-JP"/>
          </a:p>
          <a:p>
            <a:pPr marL="723900" indent="-723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kumimoji="1" lang="ja-JP" altLang="en-US">
                <a:solidFill>
                  <a:schemeClr val="accent6"/>
                </a:solidFill>
              </a:rPr>
              <a:t>ケプラー式望遠鏡</a:t>
            </a:r>
            <a:r>
              <a:rPr kumimoji="1" lang="ja-JP" altLang="en-US"/>
              <a:t>の発明．</a:t>
            </a:r>
            <a:endParaRPr kumimoji="1" lang="en-US" altLang="ja-JP"/>
          </a:p>
          <a:p>
            <a:pPr marL="723900" indent="-723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en-US" altLang="ja-JP">
                <a:latin typeface="+mn-lt"/>
              </a:rPr>
              <a:t>1607</a:t>
            </a:r>
            <a:r>
              <a:rPr lang="ja-JP" altLang="en-US"/>
              <a:t>年の彗星の発見．</a:t>
            </a:r>
            <a:endParaRPr lang="en-US" altLang="ja-JP"/>
          </a:p>
          <a:p>
            <a:r>
              <a:rPr lang="en-US" altLang="ja-JP"/>
              <a:t>		</a:t>
            </a:r>
            <a:r>
              <a:rPr lang="ja-JP" altLang="en-US">
                <a:latin typeface="+mn-lt"/>
              </a:rPr>
              <a:t>→</a:t>
            </a:r>
            <a:r>
              <a:rPr lang="ja-JP" altLang="en-US"/>
              <a:t> 後に</a:t>
            </a:r>
            <a:r>
              <a:rPr lang="ja-JP" altLang="en-US">
                <a:solidFill>
                  <a:schemeClr val="accent6"/>
                </a:solidFill>
              </a:rPr>
              <a:t>ハレー彗星</a:t>
            </a:r>
            <a:r>
              <a:rPr lang="ja-JP" altLang="en-US"/>
              <a:t>として知られる．</a:t>
            </a:r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C875D9E-FBE5-5B68-F8FE-8DD19CF4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ヨハネス・ケプラーの功績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C1B925-C61E-8493-5D0E-EC406BB272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https://www2.yukawa.kyoto-u.ac.jp/~takehiro.azuma/kagakugijutsu_azuma_slide.pdf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C1BB4E-914F-719E-0871-42174C1E317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37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4EC506-1B6D-CA73-1571-7D1750DD05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ガリレオ式とケプラー式の違い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AE52975-0C94-E148-BC67-0964E848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屈折式望遠鏡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1C24E7-8668-1CB9-8084-0A35F8F696B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https://www.city.tottori.lg.jp/www/contents/1425107882625/html/common/54f66b0d076.htm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04F5F0-D30A-3D9D-C581-54CA5BCE481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43D765-2DDC-CE48-EAF5-AD29124824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4"/>
          <a:stretch/>
        </p:blipFill>
        <p:spPr bwMode="auto">
          <a:xfrm>
            <a:off x="607625" y="2137022"/>
            <a:ext cx="5441576" cy="37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5E682FE-25A5-0593-06F9-1BC1D55D8B1C}"/>
              </a:ext>
            </a:extLst>
          </p:cNvPr>
          <p:cNvGraphicFramePr>
            <a:graphicFrameLocks noGrp="1"/>
          </p:cNvGraphicFramePr>
          <p:nvPr/>
        </p:nvGraphicFramePr>
        <p:xfrm>
          <a:off x="6481483" y="1692036"/>
          <a:ext cx="5441576" cy="468204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8288">
                  <a:extLst>
                    <a:ext uri="{9D8B030D-6E8A-4147-A177-3AD203B41FA5}">
                      <a16:colId xmlns:a16="http://schemas.microsoft.com/office/drawing/2014/main" val="2055828384"/>
                    </a:ext>
                  </a:extLst>
                </a:gridCol>
                <a:gridCol w="2076644">
                  <a:extLst>
                    <a:ext uri="{9D8B030D-6E8A-4147-A177-3AD203B41FA5}">
                      <a16:colId xmlns:a16="http://schemas.microsoft.com/office/drawing/2014/main" val="1639086552"/>
                    </a:ext>
                  </a:extLst>
                </a:gridCol>
                <a:gridCol w="2076644">
                  <a:extLst>
                    <a:ext uri="{9D8B030D-6E8A-4147-A177-3AD203B41FA5}">
                      <a16:colId xmlns:a16="http://schemas.microsoft.com/office/drawing/2014/main" val="3269488255"/>
                    </a:ext>
                  </a:extLst>
                </a:gridCol>
              </a:tblGrid>
              <a:tr h="536562"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利点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欠点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755707"/>
                  </a:ext>
                </a:extLst>
              </a:tr>
              <a:tr h="20727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ガリレオ</a:t>
                      </a:r>
                      <a:endParaRPr kumimoji="1" lang="en-US" altLang="ja-JP" sz="20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像が</a:t>
                      </a:r>
                      <a:r>
                        <a:rPr kumimoji="1" lang="ja-JP" altLang="en-US" sz="2000" dirty="0">
                          <a:solidFill>
                            <a:schemeClr val="accent6"/>
                          </a:solidFill>
                        </a:rPr>
                        <a:t>上下逆に</a:t>
                      </a:r>
                      <a:endParaRPr kumimoji="1" lang="en-US" altLang="ja-JP" sz="2000" dirty="0">
                        <a:solidFill>
                          <a:schemeClr val="accent6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 dirty="0">
                          <a:solidFill>
                            <a:schemeClr val="accent6"/>
                          </a:solidFill>
                        </a:rPr>
                        <a:t>ならない</a:t>
                      </a: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．</a:t>
                      </a:r>
                      <a:endParaRPr kumimoji="1" lang="en-US" altLang="ja-JP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accent6"/>
                          </a:solidFill>
                        </a:rPr>
                        <a:t>倍率を高く</a:t>
                      </a:r>
                      <a:endParaRPr kumimoji="1" lang="en-US" altLang="ja-JP" sz="2000">
                        <a:solidFill>
                          <a:schemeClr val="accent6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>
                          <a:solidFill>
                            <a:schemeClr val="accent6"/>
                          </a:solidFill>
                        </a:rPr>
                        <a:t>できない</a:t>
                      </a:r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705637"/>
                  </a:ext>
                </a:extLst>
              </a:tr>
              <a:tr h="20727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ケプラー</a:t>
                      </a:r>
                      <a:endParaRPr kumimoji="1" lang="en-US" altLang="ja-JP" sz="20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solidFill>
                            <a:schemeClr val="accent6"/>
                          </a:solidFill>
                        </a:rPr>
                        <a:t>高倍率</a:t>
                      </a:r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にしても，</a:t>
                      </a:r>
                      <a:endParaRPr kumimoji="1" lang="en-US" altLang="ja-JP" sz="20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>
                          <a:solidFill>
                            <a:schemeClr val="tx1"/>
                          </a:solidFill>
                        </a:rPr>
                        <a:t>視野が狭くならない．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像が</a:t>
                      </a:r>
                      <a:r>
                        <a:rPr kumimoji="1" lang="ja-JP" altLang="en-US" sz="2000" dirty="0">
                          <a:solidFill>
                            <a:schemeClr val="accent6"/>
                          </a:solidFill>
                        </a:rPr>
                        <a:t>上下逆に</a:t>
                      </a:r>
                      <a:endParaRPr kumimoji="1" lang="en-US" altLang="ja-JP" sz="2000" dirty="0">
                        <a:solidFill>
                          <a:schemeClr val="accent6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2000" dirty="0">
                          <a:solidFill>
                            <a:schemeClr val="accent6"/>
                          </a:solidFill>
                        </a:rPr>
                        <a:t>なる</a:t>
                      </a:r>
                      <a:r>
                        <a:rPr kumimoji="1" lang="ja-JP" altLang="en-US" sz="2000" dirty="0">
                          <a:solidFill>
                            <a:schemeClr val="tx1"/>
                          </a:solidFill>
                        </a:rPr>
                        <a:t>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61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37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858D5E4-09B6-9D25-7FE2-AE0A4A2981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7626" y="1514369"/>
            <a:ext cx="11157066" cy="4724057"/>
          </a:xfrm>
        </p:spPr>
        <p:txBody>
          <a:bodyPr anchor="ctr"/>
          <a:lstStyle/>
          <a:p>
            <a:pPr marL="723900" indent="-723900">
              <a:buFont typeface="Wingdings" panose="05000000000000000000" pitchFamily="2" charset="2"/>
              <a:buChar char="u"/>
            </a:pPr>
            <a:r>
              <a:rPr lang="ja-JP" altLang="en-US" dirty="0"/>
              <a:t>なぜ，</a:t>
            </a:r>
            <a:r>
              <a:rPr kumimoji="1" lang="ja-JP" altLang="en-US" dirty="0"/>
              <a:t>鳥が取り残されないのか？</a:t>
            </a:r>
            <a:endParaRPr kumimoji="1" lang="en-US" altLang="ja-JP" dirty="0"/>
          </a:p>
          <a:p>
            <a:endParaRPr kumimoji="1" lang="en-US" altLang="ja-JP" sz="1000" dirty="0"/>
          </a:p>
          <a:p>
            <a:pPr marL="723900" indent="-723900">
              <a:buFont typeface="Wingdings" panose="05000000000000000000" pitchFamily="2" charset="2"/>
              <a:buChar char="u"/>
            </a:pPr>
            <a:r>
              <a:rPr lang="ja-JP" altLang="en-US" dirty="0"/>
              <a:t>なぜ，地球は止まらないで動き続けているのか？</a:t>
            </a:r>
            <a:endParaRPr lang="en-US" altLang="ja-JP" dirty="0"/>
          </a:p>
          <a:p>
            <a:endParaRPr lang="en-US" altLang="ja-JP" sz="1000" dirty="0"/>
          </a:p>
          <a:p>
            <a:pPr marL="723900" indent="-723900">
              <a:buFont typeface="Wingdings" panose="05000000000000000000" pitchFamily="2" charset="2"/>
              <a:buChar char="u"/>
            </a:pPr>
            <a:r>
              <a:rPr lang="ja-JP" altLang="en-US" dirty="0"/>
              <a:t>なぜ，物体が下に落ちるのか</a:t>
            </a:r>
            <a:r>
              <a:rPr kumimoji="1" lang="ja-JP" altLang="en-US" dirty="0"/>
              <a:t>？</a:t>
            </a:r>
            <a:endParaRPr kumimoji="1" lang="en-US" altLang="ja-JP" dirty="0"/>
          </a:p>
          <a:p>
            <a:endParaRPr lang="en-US" altLang="ja-JP" sz="1000" dirty="0"/>
          </a:p>
          <a:p>
            <a:pPr algn="ctr"/>
            <a:r>
              <a:rPr kumimoji="1" lang="ja-JP" altLang="en-US" dirty="0">
                <a:latin typeface="+mn-lt"/>
              </a:rPr>
              <a:t>↓</a:t>
            </a:r>
            <a:endParaRPr lang="en-US" altLang="ja-JP" dirty="0">
              <a:latin typeface="+mn-lt"/>
            </a:endParaRPr>
          </a:p>
          <a:p>
            <a:endParaRPr kumimoji="1" lang="en-US" altLang="ja-JP" sz="1000" dirty="0">
              <a:latin typeface="+mn-lt"/>
            </a:endParaRPr>
          </a:p>
          <a:p>
            <a:r>
              <a:rPr lang="ja-JP" altLang="en-US" dirty="0"/>
              <a:t>「万有引力」「慣性の法則」はまだ知られていない</a:t>
            </a:r>
            <a:r>
              <a:rPr lang="en-US" altLang="ja-JP" dirty="0"/>
              <a:t>…</a:t>
            </a:r>
          </a:p>
          <a:p>
            <a:r>
              <a:rPr lang="en-US" altLang="ja-JP" dirty="0"/>
              <a:t>		</a:t>
            </a:r>
            <a:r>
              <a:rPr lang="ja-JP" altLang="en-US" dirty="0">
                <a:latin typeface="+mn-lt"/>
              </a:rPr>
              <a:t>→</a:t>
            </a:r>
            <a:r>
              <a:rPr lang="ja-JP" altLang="en-US" dirty="0"/>
              <a:t> 運動の動力源を</a:t>
            </a:r>
            <a:r>
              <a:rPr lang="ja-JP" altLang="en-US" dirty="0">
                <a:solidFill>
                  <a:schemeClr val="accent6"/>
                </a:solidFill>
              </a:rPr>
              <a:t>運動霊</a:t>
            </a:r>
            <a:r>
              <a:rPr lang="ja-JP" altLang="en-US" dirty="0"/>
              <a:t>とした．</a:t>
            </a: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39CC383-D68D-F057-FAF3-190D38E9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まだ分からないこと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5D44656-300E-3C5B-82AD-F625EBC5AF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>
                <a:hlinkClick r:id="rId2"/>
              </a:rPr>
              <a:t>https://www2.yukawa.kyoto-u.ac.jp/~takehiro.azuma/kagakugijutsu_azuma_slide.pdf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BCD385-2165-93ED-CC74-829319EEFC7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45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v2_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36EC0"/>
      </a:accent6>
      <a:hlink>
        <a:srgbClr val="0563C1"/>
      </a:hlink>
      <a:folHlink>
        <a:srgbClr val="954F72"/>
      </a:folHlink>
    </a:clrScheme>
    <a:fontScheme name="V1">
      <a:majorFont>
        <a:latin typeface="CMU Serif"/>
        <a:ea typeface="Noto Sans JP Medium"/>
        <a:cs typeface=""/>
      </a:majorFont>
      <a:minorFont>
        <a:latin typeface="Pretendard ExtraBold"/>
        <a:ea typeface="Noto Sans JP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2_Template" id="{E7783FFD-4434-402E-B6CD-8C5ECE0DEDC1}" vid="{AE5B49FE-91B6-45E4-B59D-FE511226859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E82F6B-97B3-4EE3-A797-A2AB1E1AF34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52ab04-0ae3-4d00-bda6-702fdc5fffab"/>
    <ds:schemaRef ds:uri="a9997899-e6ea-448c-9370-6665c1cb1ca9"/>
  </ds:schemaRefs>
</ds:datastoreItem>
</file>

<file path=customXml/itemProps2.xml><?xml version="1.0" encoding="utf-8"?>
<ds:datastoreItem xmlns:ds="http://schemas.openxmlformats.org/officeDocument/2006/customXml" ds:itemID="{E38103BD-56D6-4207-B87E-FF19B0F8B945}">
  <ds:schemaRefs>
    <ds:schemaRef ds:uri="http://schemas.microsoft.com/office/2006/metadata/properties"/>
    <ds:schemaRef ds:uri="http://www.w3.org/2000/xmlns/"/>
    <ds:schemaRef ds:uri="4952ab04-0ae3-4d00-bda6-702fdc5fffab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551BC847-82FD-4133-AC89-B7EEEDBFF6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v2_Template</Template>
  <TotalTime>618</TotalTime>
  <Words>1306</Words>
  <Application>Microsoft Office PowerPoint</Application>
  <PresentationFormat>ワイド画面</PresentationFormat>
  <Paragraphs>231</Paragraphs>
  <Slides>20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1" baseType="lpstr">
      <vt:lpstr>v2_Template</vt:lpstr>
      <vt:lpstr>PowerPoint プレゼンテーション</vt:lpstr>
      <vt:lpstr>科学史 ～天動説から地動説へ～</vt:lpstr>
      <vt:lpstr>宗教上の教え</vt:lpstr>
      <vt:lpstr>アリストテレス （B.C. 384-322年）</vt:lpstr>
      <vt:lpstr>ガリレオ・ガリレイ （A.D. 1564-1642年）</vt:lpstr>
      <vt:lpstr>物理学とは</vt:lpstr>
      <vt:lpstr>ガリレオが提唱した「地動説」</vt:lpstr>
      <vt:lpstr>ガリレオが発見した「落体の法則」</vt:lpstr>
      <vt:lpstr>ガリレオが行った実験</vt:lpstr>
      <vt:lpstr>ガリレオが行った実験</vt:lpstr>
      <vt:lpstr>実験してみよう！</vt:lpstr>
      <vt:lpstr>表の書き方</vt:lpstr>
      <vt:lpstr>ガリレオが行った実験</vt:lpstr>
      <vt:lpstr>ヨハネス・ケプラー （A.Ｄ. 1571-1630年）</vt:lpstr>
      <vt:lpstr>ケプラー第2法則</vt:lpstr>
      <vt:lpstr>ケプラー第1法則</vt:lpstr>
      <vt:lpstr>ケプラー第3法則</vt:lpstr>
      <vt:lpstr>ヨハネス・ケプラーの功績</vt:lpstr>
      <vt:lpstr>屈折式望遠鏡</vt:lpstr>
      <vt:lpstr>まだ分からないこと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優輝 寺谷</cp:lastModifiedBy>
  <cp:revision>2</cp:revision>
  <dcterms:created xsi:type="dcterms:W3CDTF">2024-12-23T03:52:23Z</dcterms:created>
  <dcterms:modified xsi:type="dcterms:W3CDTF">2025-07-21T09:04:45Z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