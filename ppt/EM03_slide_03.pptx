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webextensions/webextension1.xml" ContentType="application/vnd.ms-office.webextension+xml"/>
  <Override PartName="/ppt/notesSlides/notesSlide1.xml" ContentType="application/vnd.openxmlformats-officedocument.presentationml.notesSlide+xml"/>
  <Override PartName="/ppt/webextensions/webextension2.xml" ContentType="application/vnd.ms-office.webextension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40"/>
  </p:notesMasterIdLst>
  <p:handoutMasterIdLst>
    <p:handoutMasterId r:id="rId41"/>
  </p:handoutMasterIdLst>
  <p:sldIdLst>
    <p:sldId id="369" r:id="rId5"/>
    <p:sldId id="463" r:id="rId6"/>
    <p:sldId id="260" r:id="rId7"/>
    <p:sldId id="270" r:id="rId8"/>
    <p:sldId id="501" r:id="rId9"/>
    <p:sldId id="266" r:id="rId10"/>
    <p:sldId id="502" r:id="rId11"/>
    <p:sldId id="351" r:id="rId12"/>
    <p:sldId id="464" r:id="rId13"/>
    <p:sldId id="495" r:id="rId14"/>
    <p:sldId id="370" r:id="rId15"/>
    <p:sldId id="465" r:id="rId16"/>
    <p:sldId id="261" r:id="rId17"/>
    <p:sldId id="285" r:id="rId18"/>
    <p:sldId id="514" r:id="rId19"/>
    <p:sldId id="291" r:id="rId20"/>
    <p:sldId id="467" r:id="rId21"/>
    <p:sldId id="267" r:id="rId22"/>
    <p:sldId id="504" r:id="rId23"/>
    <p:sldId id="445" r:id="rId24"/>
    <p:sldId id="468" r:id="rId25"/>
    <p:sldId id="378" r:id="rId26"/>
    <p:sldId id="503" r:id="rId27"/>
    <p:sldId id="379" r:id="rId28"/>
    <p:sldId id="505" r:id="rId29"/>
    <p:sldId id="380" r:id="rId30"/>
    <p:sldId id="470" r:id="rId31"/>
    <p:sldId id="506" r:id="rId32"/>
    <p:sldId id="524" r:id="rId33"/>
    <p:sldId id="515" r:id="rId34"/>
    <p:sldId id="517" r:id="rId35"/>
    <p:sldId id="518" r:id="rId36"/>
    <p:sldId id="516" r:id="rId37"/>
    <p:sldId id="520" r:id="rId38"/>
    <p:sldId id="519" r:id="rId39"/>
  </p:sldIdLst>
  <p:sldSz cx="9906000" cy="6858000" type="A4"/>
  <p:notesSz cx="7104063" cy="10234613"/>
  <p:defaultTextStyle>
    <a:defPPr>
      <a:defRPr lang="en-US"/>
    </a:defPPr>
    <a:lvl1pPr marL="0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304770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609539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914309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219078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1523848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1828617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2133387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2438156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40" userDrawn="1">
          <p15:clr>
            <a:srgbClr val="A4A3A4"/>
          </p15:clr>
        </p15:guide>
        <p15:guide id="2" pos="15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816" autoAdjust="0"/>
    <p:restoredTop sz="94667" autoAdjust="0"/>
  </p:normalViewPr>
  <p:slideViewPr>
    <p:cSldViewPr snapToGrid="0">
      <p:cViewPr varScale="1">
        <p:scale>
          <a:sx n="107" d="100"/>
          <a:sy n="107" d="100"/>
        </p:scale>
        <p:origin x="1272" y="102"/>
      </p:cViewPr>
      <p:guideLst>
        <p:guide orient="horz" pos="1440"/>
        <p:guide pos="156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32337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4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791D68A4-3080-DB10-A46F-97BFD0CC26C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F2F2363-DFEA-7A2B-2CE6-E1AA8701A9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4CBB43-E31D-44A0-A53C-703516A088F9}" type="datetimeFigureOut">
              <a:rPr kumimoji="1" lang="ja-JP" altLang="en-US" smtClean="0"/>
              <a:t>2025/8/9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EB16FE3-5221-238E-D460-2DAC269E49A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2B5AC95-9C93-152E-BE48-A43D7E86BED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420034-BF4B-405D-8914-167741DAB7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083109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0F5249E7-E526-41BC-878D-DBB27AF3BCB6}" type="datetimeFigureOut">
              <a:rPr kumimoji="1" lang="ja-JP" altLang="en-US" smtClean="0"/>
              <a:t>2025/8/9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79E39443-4C2A-4AA4-9DFB-12BD22F5BBC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973240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1057275" y="1279525"/>
            <a:ext cx="4989513" cy="34544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E39443-4C2A-4AA4-9DFB-12BD22F5BBC2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96370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_日付あ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テキスト プレースホルダー 10">
            <a:extLst>
              <a:ext uri="{FF2B5EF4-FFF2-40B4-BE49-F238E27FC236}">
                <a16:creationId xmlns:a16="http://schemas.microsoft.com/office/drawing/2014/main" id="{2E60C66A-5246-0C33-7EFB-B03F24BFA49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0262" y="948258"/>
            <a:ext cx="5241925" cy="215476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400"/>
            </a:lvl1pPr>
          </a:lstStyle>
          <a:p>
            <a:pPr lvl="0"/>
            <a:r>
              <a:rPr kumimoji="1" lang="ja-JP" altLang="en-US" dirty="0"/>
              <a:t>（タイトル）</a:t>
            </a:r>
          </a:p>
        </p:txBody>
      </p:sp>
      <p:sp>
        <p:nvSpPr>
          <p:cNvPr id="18" name="テキスト プレースホルダー 17">
            <a:extLst>
              <a:ext uri="{FF2B5EF4-FFF2-40B4-BE49-F238E27FC236}">
                <a16:creationId xmlns:a16="http://schemas.microsoft.com/office/drawing/2014/main" id="{1E0EC0E2-760D-335E-B4B2-F185B7AB771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025" y="4629151"/>
            <a:ext cx="5365750" cy="17166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232184" indent="-232184">
              <a:buFont typeface="Wingdings" panose="05000000000000000000" pitchFamily="2" charset="2"/>
              <a:buChar char="u"/>
              <a:defRPr sz="1800" b="0">
                <a:latin typeface="+mn-ea"/>
                <a:ea typeface="+mn-ea"/>
              </a:defRPr>
            </a:lvl1pPr>
          </a:lstStyle>
          <a:p>
            <a:pPr lvl="0"/>
            <a:r>
              <a:rPr kumimoji="1" lang="ja-JP" altLang="en-US"/>
              <a:t>（内容）</a:t>
            </a:r>
            <a:endParaRPr kumimoji="1" lang="en-US" altLang="ja-JP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2A1B4DB4-7D95-3782-5925-79D44D0B0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1586" y="0"/>
            <a:ext cx="3164417" cy="6858000"/>
          </a:xfrm>
          <a:prstGeom prst="rect">
            <a:avLst/>
          </a:prstGeom>
        </p:spPr>
      </p:pic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C70B0BBE-9A5D-26A4-4CFA-B017A77E553F}"/>
              </a:ext>
            </a:extLst>
          </p:cNvPr>
          <p:cNvCxnSpPr>
            <a:cxnSpLocks/>
          </p:cNvCxnSpPr>
          <p:nvPr/>
        </p:nvCxnSpPr>
        <p:spPr>
          <a:xfrm flipH="1" flipV="1">
            <a:off x="454026" y="4008967"/>
            <a:ext cx="9458854" cy="4233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テキスト プレースホルダー 14">
            <a:extLst>
              <a:ext uri="{FF2B5EF4-FFF2-40B4-BE49-F238E27FC236}">
                <a16:creationId xmlns:a16="http://schemas.microsoft.com/office/drawing/2014/main" id="{0DFCDE98-8427-3226-3E05-AC9346EB3C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415743" y="5816607"/>
            <a:ext cx="2483379" cy="5291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0" indent="0">
              <a:buNone/>
              <a:defRPr sz="2000" b="0">
                <a:latin typeface="+mn-ea"/>
                <a:ea typeface="+mn-ea"/>
              </a:defRPr>
            </a:lvl1pPr>
          </a:lstStyle>
          <a:p>
            <a:pPr lvl="0"/>
            <a:r>
              <a:rPr kumimoji="1" lang="ja-JP" altLang="en-US"/>
              <a:t>（名前）</a:t>
            </a:r>
          </a:p>
        </p:txBody>
      </p:sp>
      <p:sp>
        <p:nvSpPr>
          <p:cNvPr id="4" name="テキスト プレースホルダー 14">
            <a:extLst>
              <a:ext uri="{FF2B5EF4-FFF2-40B4-BE49-F238E27FC236}">
                <a16:creationId xmlns:a16="http://schemas.microsoft.com/office/drawing/2014/main" id="{7C654B0C-B33A-8D8D-ACEC-BB834B95B8D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415743" y="5054599"/>
            <a:ext cx="2483379" cy="5291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0" indent="0">
              <a:buNone/>
              <a:defRPr sz="2000" b="0">
                <a:latin typeface="+mn-ea"/>
                <a:ea typeface="+mn-ea"/>
              </a:defRPr>
            </a:lvl1pPr>
          </a:lstStyle>
          <a:p>
            <a:pPr lvl="0"/>
            <a:r>
              <a:rPr kumimoji="1" lang="ja-JP" altLang="en-US"/>
              <a:t>（所属）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D38704C9-B8A5-3B2A-734D-4CEEF6C32AF9}"/>
              </a:ext>
            </a:extLst>
          </p:cNvPr>
          <p:cNvCxnSpPr>
            <a:cxnSpLocks/>
          </p:cNvCxnSpPr>
          <p:nvPr userDrawn="1"/>
        </p:nvCxnSpPr>
        <p:spPr>
          <a:xfrm flipH="1">
            <a:off x="7415741" y="5588000"/>
            <a:ext cx="2490260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489B81ED-3985-E7B4-FEB4-A9BD86E8D12D}"/>
              </a:ext>
            </a:extLst>
          </p:cNvPr>
          <p:cNvCxnSpPr>
            <a:cxnSpLocks/>
          </p:cNvCxnSpPr>
          <p:nvPr userDrawn="1"/>
        </p:nvCxnSpPr>
        <p:spPr>
          <a:xfrm flipH="1">
            <a:off x="7415741" y="6350000"/>
            <a:ext cx="2490260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テキスト プレースホルダー 11">
            <a:extLst>
              <a:ext uri="{FF2B5EF4-FFF2-40B4-BE49-F238E27FC236}">
                <a16:creationId xmlns:a16="http://schemas.microsoft.com/office/drawing/2014/main" id="{6FBA7A68-C898-560C-CB3E-ADD8B948CB3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415743" y="677338"/>
            <a:ext cx="2483379" cy="5418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0" indent="0">
              <a:buNone/>
              <a:defRPr sz="2000" b="0">
                <a:latin typeface="+mn-lt"/>
                <a:ea typeface="+mn-ea"/>
              </a:defRPr>
            </a:lvl1pPr>
          </a:lstStyle>
          <a:p>
            <a:pPr lvl="0"/>
            <a:r>
              <a:rPr kumimoji="1" lang="en-US" altLang="ja-JP"/>
              <a:t>20XX.XX.XX</a:t>
            </a:r>
            <a:endParaRPr kumimoji="1" lang="ja-JP" altLang="en-US"/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9B99BA9C-1175-8A0A-1481-F936CED2E7E7}"/>
              </a:ext>
            </a:extLst>
          </p:cNvPr>
          <p:cNvCxnSpPr>
            <a:cxnSpLocks/>
          </p:cNvCxnSpPr>
          <p:nvPr/>
        </p:nvCxnSpPr>
        <p:spPr>
          <a:xfrm flipH="1">
            <a:off x="7415741" y="1219200"/>
            <a:ext cx="2490260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3697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セクション区切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2A1B4DB4-7D95-3782-5925-79D44D0B0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1586" y="0"/>
            <a:ext cx="3164417" cy="6858000"/>
          </a:xfrm>
          <a:prstGeom prst="rect">
            <a:avLst/>
          </a:prstGeom>
        </p:spPr>
      </p:pic>
      <p:sp>
        <p:nvSpPr>
          <p:cNvPr id="5" name="テキスト プレースホルダー 45">
            <a:extLst>
              <a:ext uri="{FF2B5EF4-FFF2-40B4-BE49-F238E27FC236}">
                <a16:creationId xmlns:a16="http://schemas.microsoft.com/office/drawing/2014/main" id="{203D433D-72F7-8B64-6191-AFA717FB80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4691" y="2647876"/>
            <a:ext cx="1114750" cy="1269598"/>
          </a:xfrm>
          <a:prstGeom prst="rect">
            <a:avLst/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buNone/>
              <a:defRPr sz="4800" b="0">
                <a:latin typeface="+mn-lt"/>
                <a:ea typeface="+mn-ea"/>
              </a:defRPr>
            </a:lvl1pPr>
          </a:lstStyle>
          <a:p>
            <a:pPr lvl="0"/>
            <a:r>
              <a:rPr kumimoji="1" lang="en-US" altLang="ja-JP"/>
              <a:t>XX</a:t>
            </a:r>
            <a:endParaRPr kumimoji="1" lang="ja-JP" altLang="en-US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7AC37C91-B49D-89A9-E0AC-8107531AC8E2}"/>
              </a:ext>
            </a:extLst>
          </p:cNvPr>
          <p:cNvCxnSpPr>
            <a:cxnSpLocks/>
          </p:cNvCxnSpPr>
          <p:nvPr/>
        </p:nvCxnSpPr>
        <p:spPr>
          <a:xfrm flipH="1">
            <a:off x="774691" y="5193467"/>
            <a:ext cx="9131310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Google Shape;14;p3">
            <a:extLst>
              <a:ext uri="{FF2B5EF4-FFF2-40B4-BE49-F238E27FC236}">
                <a16:creationId xmlns:a16="http://schemas.microsoft.com/office/drawing/2014/main" id="{69C38065-EA1F-9A97-BBFE-4F92E612E1F7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774691" y="4064718"/>
            <a:ext cx="9131310" cy="11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0"/>
              <a:buNone/>
              <a:defRPr sz="4400" b="0">
                <a:solidFill>
                  <a:schemeClr val="tx1"/>
                </a:solidFill>
                <a:latin typeface="+mn-lt"/>
                <a:ea typeface="+mn-e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9pPr>
          </a:lstStyle>
          <a:p>
            <a:r>
              <a:rPr lang="ja-JP" altLang="en-US"/>
              <a:t>（タイトル）</a:t>
            </a:r>
            <a:endParaRPr/>
          </a:p>
        </p:txBody>
      </p:sp>
      <p:sp>
        <p:nvSpPr>
          <p:cNvPr id="8" name="Google Shape;16;p3">
            <a:extLst>
              <a:ext uri="{FF2B5EF4-FFF2-40B4-BE49-F238E27FC236}">
                <a16:creationId xmlns:a16="http://schemas.microsoft.com/office/drawing/2014/main" id="{9669B9E8-8BFE-9E3C-BD38-68177AB2768D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774691" y="5195583"/>
            <a:ext cx="9131310" cy="11501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78620" lvl="0" indent="-27862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Wingdings" panose="05000000000000000000" pitchFamily="2" charset="2"/>
              <a:buChar char="n"/>
              <a:defRPr sz="1800" b="0">
                <a:solidFill>
                  <a:schemeClr val="tx1"/>
                </a:solidFill>
                <a:latin typeface="+mn-lt"/>
                <a:ea typeface="+mn-e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ja-JP" altLang="en-US" dirty="0"/>
              <a:t>（サブタイトル）</a:t>
            </a:r>
          </a:p>
        </p:txBody>
      </p:sp>
    </p:spTree>
    <p:extLst>
      <p:ext uri="{BB962C8B-B14F-4D97-AF65-F5344CB8AC3E}">
        <p14:creationId xmlns:p14="http://schemas.microsoft.com/office/powerpoint/2010/main" val="3745293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98F4FBA-23B1-E7BC-55EA-C92157C76A8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94231" y="864129"/>
            <a:ext cx="5533910" cy="9525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3600"/>
            </a:lvl1pPr>
          </a:lstStyle>
          <a:p>
            <a:pPr lvl="0"/>
            <a:r>
              <a:rPr kumimoji="1" lang="ja-JP" altLang="en-US" dirty="0"/>
              <a:t>（タイトル）</a:t>
            </a:r>
          </a:p>
        </p:txBody>
      </p:sp>
      <p:sp>
        <p:nvSpPr>
          <p:cNvPr id="46" name="テキスト プレースホルダー 45">
            <a:extLst>
              <a:ext uri="{FF2B5EF4-FFF2-40B4-BE49-F238E27FC236}">
                <a16:creationId xmlns:a16="http://schemas.microsoft.com/office/drawing/2014/main" id="{A02B195C-D26F-AEBF-35FD-AFFE38E6795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86067" y="873076"/>
            <a:ext cx="938207" cy="952500"/>
          </a:xfrm>
          <a:prstGeom prst="rect">
            <a:avLst/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buNone/>
              <a:defRPr sz="3200" b="0">
                <a:latin typeface="+mn-lt"/>
                <a:ea typeface="+mn-ea"/>
              </a:defRPr>
            </a:lvl1pPr>
          </a:lstStyle>
          <a:p>
            <a:pPr lvl="0"/>
            <a:r>
              <a:rPr kumimoji="1" lang="en-US" altLang="ja-JP" dirty="0"/>
              <a:t>XX</a:t>
            </a:r>
            <a:endParaRPr kumimoji="1" lang="ja-JP" altLang="en-US" dirty="0"/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2016D126-5BFD-DCAD-051B-6AFFA7CB486E}"/>
              </a:ext>
            </a:extLst>
          </p:cNvPr>
          <p:cNvSpPr txBox="1"/>
          <p:nvPr/>
        </p:nvSpPr>
        <p:spPr>
          <a:xfrm>
            <a:off x="0" y="864129"/>
            <a:ext cx="2238723" cy="94826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5449"/>
              </a:lnSpc>
            </a:pPr>
            <a:r>
              <a:rPr lang="ja-JP" altLang="en-US" sz="4388" b="0" dirty="0">
                <a:solidFill>
                  <a:srgbClr val="222222"/>
                </a:solidFill>
                <a:latin typeface="+mn-ea"/>
                <a:ea typeface="+mn-ea"/>
              </a:rPr>
              <a:t>目次</a:t>
            </a:r>
          </a:p>
        </p:txBody>
      </p:sp>
      <p:sp>
        <p:nvSpPr>
          <p:cNvPr id="48" name="テキスト プレースホルダー 45">
            <a:extLst>
              <a:ext uri="{FF2B5EF4-FFF2-40B4-BE49-F238E27FC236}">
                <a16:creationId xmlns:a16="http://schemas.microsoft.com/office/drawing/2014/main" id="{FF58D3B2-4F5A-697D-B687-F1780927D13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86067" y="2954992"/>
            <a:ext cx="938206" cy="952500"/>
          </a:xfrm>
          <a:prstGeom prst="rect">
            <a:avLst/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buNone/>
              <a:defRPr sz="3200" b="0">
                <a:latin typeface="+mn-lt"/>
                <a:ea typeface="+mn-ea"/>
              </a:defRPr>
            </a:lvl1pPr>
          </a:lstStyle>
          <a:p>
            <a:pPr lvl="0"/>
            <a:r>
              <a:rPr kumimoji="1" lang="en-US" altLang="ja-JP" dirty="0"/>
              <a:t>XX</a:t>
            </a:r>
            <a:endParaRPr kumimoji="1" lang="ja-JP" altLang="en-US" dirty="0"/>
          </a:p>
        </p:txBody>
      </p:sp>
      <p:sp>
        <p:nvSpPr>
          <p:cNvPr id="50" name="テキスト プレースホルダー 45">
            <a:extLst>
              <a:ext uri="{FF2B5EF4-FFF2-40B4-BE49-F238E27FC236}">
                <a16:creationId xmlns:a16="http://schemas.microsoft.com/office/drawing/2014/main" id="{DD732C78-41F6-EF18-3FA8-ED21F4BC6F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86067" y="5045379"/>
            <a:ext cx="938205" cy="952500"/>
          </a:xfrm>
          <a:prstGeom prst="rect">
            <a:avLst/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buNone/>
              <a:defRPr sz="3200" b="0">
                <a:latin typeface="+mn-lt"/>
                <a:ea typeface="+mn-ea"/>
              </a:defRPr>
            </a:lvl1pPr>
          </a:lstStyle>
          <a:p>
            <a:pPr lvl="0"/>
            <a:r>
              <a:rPr kumimoji="1" lang="en-US" altLang="ja-JP" dirty="0"/>
              <a:t>XX</a:t>
            </a:r>
            <a:endParaRPr kumimoji="1" lang="ja-JP" altLang="en-US" dirty="0"/>
          </a:p>
        </p:txBody>
      </p:sp>
      <p:cxnSp>
        <p:nvCxnSpPr>
          <p:cNvPr id="42" name="直線コネクタ 41">
            <a:extLst>
              <a:ext uri="{FF2B5EF4-FFF2-40B4-BE49-F238E27FC236}">
                <a16:creationId xmlns:a16="http://schemas.microsoft.com/office/drawing/2014/main" id="{04960C4E-CEB3-B901-89C2-3CEA6ACA3694}"/>
              </a:ext>
            </a:extLst>
          </p:cNvPr>
          <p:cNvCxnSpPr>
            <a:cxnSpLocks/>
          </p:cNvCxnSpPr>
          <p:nvPr/>
        </p:nvCxnSpPr>
        <p:spPr>
          <a:xfrm>
            <a:off x="2238724" y="0"/>
            <a:ext cx="0" cy="6858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Picture 5">
            <a:extLst>
              <a:ext uri="{FF2B5EF4-FFF2-40B4-BE49-F238E27FC236}">
                <a16:creationId xmlns:a16="http://schemas.microsoft.com/office/drawing/2014/main" id="{910A060F-F713-D733-95DE-DEC083F78B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9906000" cy="118533"/>
          </a:xfrm>
          <a:prstGeom prst="rect">
            <a:avLst/>
          </a:prstGeom>
        </p:spPr>
      </p:pic>
      <p:sp>
        <p:nvSpPr>
          <p:cNvPr id="4" name="テキスト プレースホルダー 2">
            <a:extLst>
              <a:ext uri="{FF2B5EF4-FFF2-40B4-BE49-F238E27FC236}">
                <a16:creationId xmlns:a16="http://schemas.microsoft.com/office/drawing/2014/main" id="{28F37403-90D7-BC04-FE36-2BFFC707CA5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94231" y="2952750"/>
            <a:ext cx="5533910" cy="9525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3600"/>
            </a:lvl1pPr>
          </a:lstStyle>
          <a:p>
            <a:pPr lvl="0"/>
            <a:r>
              <a:rPr kumimoji="1" lang="ja-JP" altLang="en-US" dirty="0"/>
              <a:t>（タイトル）</a:t>
            </a:r>
          </a:p>
        </p:txBody>
      </p:sp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5C8A0F62-5953-6705-A53D-7E6C6089783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794231" y="5041371"/>
            <a:ext cx="5533910" cy="9525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3600"/>
            </a:lvl1pPr>
          </a:lstStyle>
          <a:p>
            <a:pPr lvl="0"/>
            <a:r>
              <a:rPr kumimoji="1" lang="ja-JP" altLang="en-US" dirty="0"/>
              <a:t>（タイトル）</a:t>
            </a:r>
          </a:p>
        </p:txBody>
      </p:sp>
    </p:spTree>
    <p:extLst>
      <p:ext uri="{BB962C8B-B14F-4D97-AF65-F5344CB8AC3E}">
        <p14:creationId xmlns:p14="http://schemas.microsoft.com/office/powerpoint/2010/main" val="804486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_下線_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スライド番号プレースホルダー 7">
            <a:extLst>
              <a:ext uri="{FF2B5EF4-FFF2-40B4-BE49-F238E27FC236}">
                <a16:creationId xmlns:a16="http://schemas.microsoft.com/office/drawing/2014/main" id="{894DFE0A-23DB-321A-C61C-D109C8EFEFDA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65429B45-9F93-27EB-62DC-23964D2D445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0" y="1195131"/>
            <a:ext cx="9906000" cy="5336227"/>
          </a:xfrm>
          <a:prstGeom prst="rect">
            <a:avLst/>
          </a:prstGeom>
        </p:spPr>
        <p:txBody>
          <a:bodyPr anchor="ctr"/>
          <a:lstStyle>
            <a:lvl1pPr marL="685800" indent="-685800">
              <a:buFont typeface="Arial" panose="020B0604020202020204" pitchFamily="34" charset="0"/>
              <a:buChar char="•"/>
              <a:defRPr sz="5400">
                <a:latin typeface="+mn-lt"/>
              </a:defRPr>
            </a:lvl1pPr>
          </a:lstStyle>
          <a:p>
            <a:pPr lvl="0"/>
            <a:r>
              <a:rPr kumimoji="1" lang="ja-JP" altLang="en-US" dirty="0"/>
              <a:t>（内容）</a:t>
            </a:r>
          </a:p>
        </p:txBody>
      </p:sp>
      <p:sp>
        <p:nvSpPr>
          <p:cNvPr id="13" name="タイトル 2">
            <a:extLst>
              <a:ext uri="{FF2B5EF4-FFF2-40B4-BE49-F238E27FC236}">
                <a16:creationId xmlns:a16="http://schemas.microsoft.com/office/drawing/2014/main" id="{4E335B14-1B39-F44D-D009-78A0A022A5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699" y="367766"/>
            <a:ext cx="9412301" cy="809528"/>
          </a:xfrm>
          <a:prstGeom prst="rect">
            <a:avLst/>
          </a:prstGeom>
        </p:spPr>
        <p:txBody>
          <a:bodyPr anchor="b"/>
          <a:lstStyle>
            <a:lvl1pPr algn="l">
              <a:defRPr sz="40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kumimoji="1" lang="ja-JP" altLang="en-US" dirty="0"/>
              <a:t>（タイトル）</a:t>
            </a:r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71168D24-BE76-7146-D29A-A6FA4823975E}"/>
              </a:ext>
            </a:extLst>
          </p:cNvPr>
          <p:cNvCxnSpPr>
            <a:cxnSpLocks/>
          </p:cNvCxnSpPr>
          <p:nvPr/>
        </p:nvCxnSpPr>
        <p:spPr>
          <a:xfrm>
            <a:off x="493700" y="1159454"/>
            <a:ext cx="9412301" cy="0"/>
          </a:xfrm>
          <a:prstGeom prst="line">
            <a:avLst/>
          </a:prstGeom>
          <a:ln w="76200">
            <a:gradFill flip="none" rotWithShape="1">
              <a:gsLst>
                <a:gs pos="0">
                  <a:schemeClr val="accent1"/>
                </a:gs>
                <a:gs pos="35000">
                  <a:schemeClr val="accent1">
                    <a:lumMod val="60000"/>
                    <a:lumOff val="40000"/>
                  </a:schemeClr>
                </a:gs>
                <a:gs pos="69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0" scaled="1"/>
              <a:tileRect/>
            </a:gradFill>
          </a:ln>
          <a:effectLst>
            <a:softEdge rad="127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テキスト プレースホルダー 11">
            <a:extLst>
              <a:ext uri="{FF2B5EF4-FFF2-40B4-BE49-F238E27FC236}">
                <a16:creationId xmlns:a16="http://schemas.microsoft.com/office/drawing/2014/main" id="{673F2A49-0F9F-A740-A77C-01775AA0B9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0" y="6549197"/>
            <a:ext cx="9882033" cy="30702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400" b="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 dirty="0"/>
              <a:t>（</a:t>
            </a:r>
            <a:r>
              <a:rPr kumimoji="1" lang="en-US" altLang="ja-JP" dirty="0"/>
              <a:t>URL</a:t>
            </a:r>
            <a:r>
              <a:rPr kumimoji="1" lang="ja-JP" altLang="en-US" dirty="0"/>
              <a:t>）</a:t>
            </a:r>
          </a:p>
        </p:txBody>
      </p:sp>
      <p:cxnSp>
        <p:nvCxnSpPr>
          <p:cNvPr id="2" name="Google Shape;146;p21">
            <a:extLst>
              <a:ext uri="{FF2B5EF4-FFF2-40B4-BE49-F238E27FC236}">
                <a16:creationId xmlns:a16="http://schemas.microsoft.com/office/drawing/2014/main" id="{C90C7DF0-8530-E32B-4E1E-BC2C4CCF8839}"/>
              </a:ext>
            </a:extLst>
          </p:cNvPr>
          <p:cNvCxnSpPr/>
          <p:nvPr userDrawn="1"/>
        </p:nvCxnSpPr>
        <p:spPr>
          <a:xfrm rot="10800000">
            <a:off x="277686" y="6531359"/>
            <a:ext cx="1189175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926038884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_下線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スライド番号プレースホルダー 7">
            <a:extLst>
              <a:ext uri="{FF2B5EF4-FFF2-40B4-BE49-F238E27FC236}">
                <a16:creationId xmlns:a16="http://schemas.microsoft.com/office/drawing/2014/main" id="{903F63D6-75C4-873E-9AEB-48A0A594F2BE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65429B45-9F93-27EB-62DC-23964D2D445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0" y="4385887"/>
            <a:ext cx="9906000" cy="2145471"/>
          </a:xfrm>
          <a:prstGeom prst="rect">
            <a:avLst/>
          </a:prstGeom>
        </p:spPr>
        <p:txBody>
          <a:bodyPr anchor="ctr"/>
          <a:lstStyle>
            <a:lvl1pPr marL="571500" indent="-571500">
              <a:buFont typeface="Wingdings" panose="05000000000000000000" pitchFamily="2" charset="2"/>
              <a:buChar char="u"/>
              <a:defRPr sz="3600">
                <a:latin typeface="+mn-lt"/>
              </a:defRPr>
            </a:lvl1pPr>
          </a:lstStyle>
          <a:p>
            <a:pPr lvl="0"/>
            <a:r>
              <a:rPr kumimoji="1" lang="ja-JP" altLang="en-US" dirty="0"/>
              <a:t>（内容）</a:t>
            </a:r>
          </a:p>
        </p:txBody>
      </p:sp>
      <p:sp>
        <p:nvSpPr>
          <p:cNvPr id="13" name="タイトル 2">
            <a:extLst>
              <a:ext uri="{FF2B5EF4-FFF2-40B4-BE49-F238E27FC236}">
                <a16:creationId xmlns:a16="http://schemas.microsoft.com/office/drawing/2014/main" id="{4E335B14-1B39-F44D-D009-78A0A022A5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699" y="367766"/>
            <a:ext cx="9412301" cy="809528"/>
          </a:xfrm>
          <a:prstGeom prst="rect">
            <a:avLst/>
          </a:prstGeom>
        </p:spPr>
        <p:txBody>
          <a:bodyPr anchor="b"/>
          <a:lstStyle>
            <a:lvl1pPr algn="l">
              <a:defRPr sz="40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kumimoji="1" lang="ja-JP" altLang="en-US" dirty="0"/>
              <a:t>（タイトル）</a:t>
            </a:r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71168D24-BE76-7146-D29A-A6FA4823975E}"/>
              </a:ext>
            </a:extLst>
          </p:cNvPr>
          <p:cNvCxnSpPr>
            <a:cxnSpLocks/>
          </p:cNvCxnSpPr>
          <p:nvPr/>
        </p:nvCxnSpPr>
        <p:spPr>
          <a:xfrm>
            <a:off x="493700" y="1159454"/>
            <a:ext cx="9412301" cy="0"/>
          </a:xfrm>
          <a:prstGeom prst="line">
            <a:avLst/>
          </a:prstGeom>
          <a:ln w="76200">
            <a:gradFill flip="none" rotWithShape="1">
              <a:gsLst>
                <a:gs pos="0">
                  <a:schemeClr val="accent1"/>
                </a:gs>
                <a:gs pos="35000">
                  <a:schemeClr val="accent1">
                    <a:lumMod val="60000"/>
                    <a:lumOff val="40000"/>
                  </a:schemeClr>
                </a:gs>
                <a:gs pos="69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0" scaled="1"/>
              <a:tileRect/>
            </a:gradFill>
          </a:ln>
          <a:effectLst>
            <a:softEdge rad="127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テキスト プレースホルダー 11">
            <a:extLst>
              <a:ext uri="{FF2B5EF4-FFF2-40B4-BE49-F238E27FC236}">
                <a16:creationId xmlns:a16="http://schemas.microsoft.com/office/drawing/2014/main" id="{673F2A49-0F9F-A740-A77C-01775AA0B9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0" y="6549197"/>
            <a:ext cx="9882033" cy="30702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400" b="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 dirty="0"/>
              <a:t>（</a:t>
            </a:r>
            <a:r>
              <a:rPr kumimoji="1" lang="en-US" altLang="ja-JP" dirty="0"/>
              <a:t>URL</a:t>
            </a:r>
            <a:r>
              <a:rPr kumimoji="1" lang="ja-JP" altLang="en-US" dirty="0"/>
              <a:t>）</a:t>
            </a:r>
          </a:p>
        </p:txBody>
      </p:sp>
      <p:cxnSp>
        <p:nvCxnSpPr>
          <p:cNvPr id="2" name="Google Shape;146;p21">
            <a:extLst>
              <a:ext uri="{FF2B5EF4-FFF2-40B4-BE49-F238E27FC236}">
                <a16:creationId xmlns:a16="http://schemas.microsoft.com/office/drawing/2014/main" id="{C90C7DF0-8530-E32B-4E1E-BC2C4CCF8839}"/>
              </a:ext>
            </a:extLst>
          </p:cNvPr>
          <p:cNvCxnSpPr/>
          <p:nvPr userDrawn="1"/>
        </p:nvCxnSpPr>
        <p:spPr>
          <a:xfrm rot="10800000">
            <a:off x="277686" y="6531359"/>
            <a:ext cx="1189175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0C99DC69-B2BE-AF3C-2016-7072E86F3ADF}"/>
              </a:ext>
            </a:extLst>
          </p:cNvPr>
          <p:cNvCxnSpPr>
            <a:cxnSpLocks/>
          </p:cNvCxnSpPr>
          <p:nvPr userDrawn="1"/>
        </p:nvCxnSpPr>
        <p:spPr>
          <a:xfrm>
            <a:off x="529698" y="4385887"/>
            <a:ext cx="884660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9029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_下線_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スライド番号プレースホルダー 7">
            <a:extLst>
              <a:ext uri="{FF2B5EF4-FFF2-40B4-BE49-F238E27FC236}">
                <a16:creationId xmlns:a16="http://schemas.microsoft.com/office/drawing/2014/main" id="{11CDBE10-81F4-8A38-6D5A-AF98C75BB630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65429B45-9F93-27EB-62DC-23964D2D445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53000" y="1195131"/>
            <a:ext cx="4953000" cy="5661084"/>
          </a:xfrm>
          <a:prstGeom prst="rect">
            <a:avLst/>
          </a:prstGeom>
        </p:spPr>
        <p:txBody>
          <a:bodyPr anchor="ctr"/>
          <a:lstStyle>
            <a:lvl1pPr marL="685800" indent="-685800">
              <a:buFont typeface="Wingdings" panose="05000000000000000000" pitchFamily="2" charset="2"/>
              <a:buChar char="u"/>
              <a:defRPr sz="3600">
                <a:latin typeface="+mn-lt"/>
              </a:defRPr>
            </a:lvl1pPr>
          </a:lstStyle>
          <a:p>
            <a:pPr lvl="0"/>
            <a:r>
              <a:rPr kumimoji="1" lang="ja-JP" altLang="en-US" dirty="0"/>
              <a:t>（内容）</a:t>
            </a:r>
            <a:endParaRPr kumimoji="1" lang="en-US" altLang="ja-JP" dirty="0"/>
          </a:p>
        </p:txBody>
      </p:sp>
      <p:sp>
        <p:nvSpPr>
          <p:cNvPr id="13" name="タイトル 2">
            <a:extLst>
              <a:ext uri="{FF2B5EF4-FFF2-40B4-BE49-F238E27FC236}">
                <a16:creationId xmlns:a16="http://schemas.microsoft.com/office/drawing/2014/main" id="{4E335B14-1B39-F44D-D009-78A0A022A5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699" y="367766"/>
            <a:ext cx="9412301" cy="809528"/>
          </a:xfrm>
          <a:prstGeom prst="rect">
            <a:avLst/>
          </a:prstGeom>
        </p:spPr>
        <p:txBody>
          <a:bodyPr anchor="b"/>
          <a:lstStyle>
            <a:lvl1pPr algn="l">
              <a:defRPr sz="40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kumimoji="1" lang="ja-JP" altLang="en-US" dirty="0"/>
              <a:t>（タイトル）</a:t>
            </a:r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71168D24-BE76-7146-D29A-A6FA4823975E}"/>
              </a:ext>
            </a:extLst>
          </p:cNvPr>
          <p:cNvCxnSpPr>
            <a:cxnSpLocks/>
          </p:cNvCxnSpPr>
          <p:nvPr/>
        </p:nvCxnSpPr>
        <p:spPr>
          <a:xfrm>
            <a:off x="493700" y="1159454"/>
            <a:ext cx="9412301" cy="0"/>
          </a:xfrm>
          <a:prstGeom prst="line">
            <a:avLst/>
          </a:prstGeom>
          <a:ln w="76200">
            <a:gradFill flip="none" rotWithShape="1">
              <a:gsLst>
                <a:gs pos="0">
                  <a:schemeClr val="accent1"/>
                </a:gs>
                <a:gs pos="35000">
                  <a:schemeClr val="accent1">
                    <a:lumMod val="60000"/>
                    <a:lumOff val="40000"/>
                  </a:schemeClr>
                </a:gs>
                <a:gs pos="69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0" scaled="1"/>
              <a:tileRect/>
            </a:gradFill>
          </a:ln>
          <a:effectLst>
            <a:softEdge rad="127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テキスト プレースホルダー 11">
            <a:extLst>
              <a:ext uri="{FF2B5EF4-FFF2-40B4-BE49-F238E27FC236}">
                <a16:creationId xmlns:a16="http://schemas.microsoft.com/office/drawing/2014/main" id="{673F2A49-0F9F-A740-A77C-01775AA0B9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0" y="6549197"/>
            <a:ext cx="9882033" cy="30702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400" b="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/>
              <a:t>（</a:t>
            </a:r>
            <a:r>
              <a:rPr kumimoji="1" lang="en-US" altLang="ja-JP"/>
              <a:t>URL</a:t>
            </a:r>
            <a:r>
              <a:rPr kumimoji="1" lang="ja-JP" altLang="en-US"/>
              <a:t>）</a:t>
            </a:r>
          </a:p>
        </p:txBody>
      </p:sp>
      <p:cxnSp>
        <p:nvCxnSpPr>
          <p:cNvPr id="2" name="Google Shape;146;p21">
            <a:extLst>
              <a:ext uri="{FF2B5EF4-FFF2-40B4-BE49-F238E27FC236}">
                <a16:creationId xmlns:a16="http://schemas.microsoft.com/office/drawing/2014/main" id="{C90C7DF0-8530-E32B-4E1E-BC2C4CCF8839}"/>
              </a:ext>
            </a:extLst>
          </p:cNvPr>
          <p:cNvCxnSpPr/>
          <p:nvPr userDrawn="1"/>
        </p:nvCxnSpPr>
        <p:spPr>
          <a:xfrm rot="10800000">
            <a:off x="277686" y="6531359"/>
            <a:ext cx="1189175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462718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_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7">
            <a:extLst>
              <a:ext uri="{FF2B5EF4-FFF2-40B4-BE49-F238E27FC236}">
                <a16:creationId xmlns:a16="http://schemas.microsoft.com/office/drawing/2014/main" id="{E7852104-1467-691B-B27B-A4C34267C1CA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13" name="タイトル 2">
            <a:extLst>
              <a:ext uri="{FF2B5EF4-FFF2-40B4-BE49-F238E27FC236}">
                <a16:creationId xmlns:a16="http://schemas.microsoft.com/office/drawing/2014/main" id="{4E335B14-1B39-F44D-D009-78A0A022A5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8843505" cy="719689"/>
          </a:xfrm>
          <a:prstGeom prst="rect">
            <a:avLst/>
          </a:prstGeom>
        </p:spPr>
        <p:txBody>
          <a:bodyPr anchor="b"/>
          <a:lstStyle>
            <a:lvl1pPr algn="l">
              <a:defRPr sz="40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kumimoji="1" lang="ja-JP" altLang="en-US" dirty="0"/>
              <a:t>（タイトル）</a:t>
            </a:r>
          </a:p>
        </p:txBody>
      </p:sp>
      <p:sp>
        <p:nvSpPr>
          <p:cNvPr id="2" name="テキスト プレースホルダー 5">
            <a:extLst>
              <a:ext uri="{FF2B5EF4-FFF2-40B4-BE49-F238E27FC236}">
                <a16:creationId xmlns:a16="http://schemas.microsoft.com/office/drawing/2014/main" id="{DCB1C015-A3C0-D2EB-C569-9A9530B2046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0" y="1732177"/>
            <a:ext cx="9906000" cy="4244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400">
                <a:latin typeface="+mn-lt"/>
              </a:defRPr>
            </a:lvl1pPr>
          </a:lstStyle>
          <a:p>
            <a:pPr lvl="0"/>
            <a:r>
              <a:rPr kumimoji="1" lang="ja-JP" altLang="en-US"/>
              <a:t>（内容）</a:t>
            </a:r>
          </a:p>
        </p:txBody>
      </p:sp>
      <p:sp>
        <p:nvSpPr>
          <p:cNvPr id="4" name="テキスト プレースホルダー 11">
            <a:extLst>
              <a:ext uri="{FF2B5EF4-FFF2-40B4-BE49-F238E27FC236}">
                <a16:creationId xmlns:a16="http://schemas.microsoft.com/office/drawing/2014/main" id="{0D17589A-FF8B-457E-3793-602EE0F910F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0" y="6549197"/>
            <a:ext cx="9882033" cy="30702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400" b="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 dirty="0"/>
              <a:t>（</a:t>
            </a:r>
            <a:r>
              <a:rPr kumimoji="1" lang="en-US" altLang="ja-JP" dirty="0"/>
              <a:t>URL</a:t>
            </a:r>
            <a:r>
              <a:rPr kumimoji="1" lang="ja-JP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434574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4;p3">
            <a:extLst>
              <a:ext uri="{FF2B5EF4-FFF2-40B4-BE49-F238E27FC236}">
                <a16:creationId xmlns:a16="http://schemas.microsoft.com/office/drawing/2014/main" id="{B989BA91-A029-83C8-8B85-B5DC0A72F6E3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3080147" y="2430882"/>
            <a:ext cx="3745706" cy="199624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9345" b="0">
                <a:solidFill>
                  <a:schemeClr val="tx1"/>
                </a:solidFill>
                <a:latin typeface="+mn-ea"/>
                <a:ea typeface="+mn-e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9pPr>
          </a:lstStyle>
          <a:p>
            <a:r>
              <a:rPr lang="ja-JP" altLang="en-US"/>
              <a:t>（終）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19112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63" r:id="rId2"/>
    <p:sldLayoutId id="2147483657" r:id="rId3"/>
    <p:sldLayoutId id="2147483666" r:id="rId4"/>
    <p:sldLayoutId id="2147483672" r:id="rId5"/>
    <p:sldLayoutId id="2147483673" r:id="rId6"/>
    <p:sldLayoutId id="2147483668" r:id="rId7"/>
    <p:sldLayoutId id="2147483667" r:id="rId8"/>
  </p:sldLayoutIdLst>
  <p:hf hdr="0" ftr="0" dt="0"/>
  <p:txStyles>
    <p:titleStyle>
      <a:lvl1pPr algn="ctr" defTabSz="495350" rtl="0" eaLnBrk="1" latinLnBrk="0" hangingPunct="1">
        <a:spcBef>
          <a:spcPct val="0"/>
        </a:spcBef>
        <a:buNone/>
        <a:defRPr kumimoji="1" sz="238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55" indent="-185755" algn="l" defTabSz="495350" rtl="0" eaLnBrk="1" latinLnBrk="0" hangingPunct="1">
        <a:spcBef>
          <a:spcPct val="20000"/>
        </a:spcBef>
        <a:buFont typeface="Arial" pitchFamily="34" charset="0"/>
        <a:buChar char="•"/>
        <a:defRPr kumimoji="1" sz="1733" kern="1200">
          <a:solidFill>
            <a:schemeClr val="tx1"/>
          </a:solidFill>
          <a:latin typeface="+mn-lt"/>
          <a:ea typeface="+mn-ea"/>
          <a:cs typeface="+mn-cs"/>
        </a:defRPr>
      </a:lvl1pPr>
      <a:lvl2pPr marL="402472" indent="-154797" algn="l" defTabSz="495350" rtl="0" eaLnBrk="1" latinLnBrk="0" hangingPunct="1">
        <a:spcBef>
          <a:spcPct val="20000"/>
        </a:spcBef>
        <a:buFont typeface="Arial" pitchFamily="34" charset="0"/>
        <a:buChar char="–"/>
        <a:defRPr kumimoji="1" sz="1517" kern="1200">
          <a:solidFill>
            <a:schemeClr val="tx1"/>
          </a:solidFill>
          <a:latin typeface="+mn-lt"/>
          <a:ea typeface="+mn-ea"/>
          <a:cs typeface="+mn-cs"/>
        </a:defRPr>
      </a:lvl2pPr>
      <a:lvl3pPr marL="619187" indent="-123838" algn="l" defTabSz="495350" rtl="0" eaLnBrk="1" latinLnBrk="0" hangingPunct="1">
        <a:spcBef>
          <a:spcPct val="20000"/>
        </a:spcBef>
        <a:buFont typeface="Arial" pitchFamily="34" charset="0"/>
        <a:buChar char="•"/>
        <a:defRPr kumimoji="1"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866862" indent="-123838" algn="l" defTabSz="495350" rtl="0" eaLnBrk="1" latinLnBrk="0" hangingPunct="1">
        <a:spcBef>
          <a:spcPct val="20000"/>
        </a:spcBef>
        <a:buFont typeface="Arial" pitchFamily="34" charset="0"/>
        <a:buChar char="–"/>
        <a:defRPr kumimoji="1" sz="1083" kern="1200">
          <a:solidFill>
            <a:schemeClr val="tx1"/>
          </a:solidFill>
          <a:latin typeface="+mn-lt"/>
          <a:ea typeface="+mn-ea"/>
          <a:cs typeface="+mn-cs"/>
        </a:defRPr>
      </a:lvl4pPr>
      <a:lvl5pPr marL="1114537" indent="-123838" algn="l" defTabSz="495350" rtl="0" eaLnBrk="1" latinLnBrk="0" hangingPunct="1">
        <a:spcBef>
          <a:spcPct val="20000"/>
        </a:spcBef>
        <a:buFont typeface="Arial" pitchFamily="34" charset="0"/>
        <a:buChar char="»"/>
        <a:defRPr kumimoji="1" sz="1083" kern="1200">
          <a:solidFill>
            <a:schemeClr val="tx1"/>
          </a:solidFill>
          <a:latin typeface="+mn-lt"/>
          <a:ea typeface="+mn-ea"/>
          <a:cs typeface="+mn-cs"/>
        </a:defRPr>
      </a:lvl5pPr>
      <a:lvl6pPr marL="1362211" indent="-123838" algn="l" defTabSz="495350" rtl="0" eaLnBrk="1" latinLnBrk="0" hangingPunct="1">
        <a:spcBef>
          <a:spcPct val="20000"/>
        </a:spcBef>
        <a:buFont typeface="Arial" pitchFamily="34" charset="0"/>
        <a:buChar char="•"/>
        <a:defRPr kumimoji="1" sz="1083" kern="1200">
          <a:solidFill>
            <a:schemeClr val="tx1"/>
          </a:solidFill>
          <a:latin typeface="+mn-lt"/>
          <a:ea typeface="+mn-ea"/>
          <a:cs typeface="+mn-cs"/>
        </a:defRPr>
      </a:lvl6pPr>
      <a:lvl7pPr marL="1609885" indent="-123838" algn="l" defTabSz="495350" rtl="0" eaLnBrk="1" latinLnBrk="0" hangingPunct="1">
        <a:spcBef>
          <a:spcPct val="20000"/>
        </a:spcBef>
        <a:buFont typeface="Arial" pitchFamily="34" charset="0"/>
        <a:buChar char="•"/>
        <a:defRPr kumimoji="1" sz="1083" kern="1200">
          <a:solidFill>
            <a:schemeClr val="tx1"/>
          </a:solidFill>
          <a:latin typeface="+mn-lt"/>
          <a:ea typeface="+mn-ea"/>
          <a:cs typeface="+mn-cs"/>
        </a:defRPr>
      </a:lvl7pPr>
      <a:lvl8pPr marL="1857561" indent="-123838" algn="l" defTabSz="495350" rtl="0" eaLnBrk="1" latinLnBrk="0" hangingPunct="1">
        <a:spcBef>
          <a:spcPct val="20000"/>
        </a:spcBef>
        <a:buFont typeface="Arial" pitchFamily="34" charset="0"/>
        <a:buChar char="•"/>
        <a:defRPr kumimoji="1" sz="1083" kern="1200">
          <a:solidFill>
            <a:schemeClr val="tx1"/>
          </a:solidFill>
          <a:latin typeface="+mn-lt"/>
          <a:ea typeface="+mn-ea"/>
          <a:cs typeface="+mn-cs"/>
        </a:defRPr>
      </a:lvl8pPr>
      <a:lvl9pPr marL="2105235" indent="-123838" algn="l" defTabSz="495350" rtl="0" eaLnBrk="1" latinLnBrk="0" hangingPunct="1">
        <a:spcBef>
          <a:spcPct val="20000"/>
        </a:spcBef>
        <a:buFont typeface="Arial" pitchFamily="34" charset="0"/>
        <a:buChar char="•"/>
        <a:defRPr kumimoji="1" sz="108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95350" rtl="0" eaLnBrk="1" latinLnBrk="0" hangingPunct="1">
        <a:defRPr kumimoji="1" sz="975" kern="1200">
          <a:solidFill>
            <a:schemeClr val="tx1"/>
          </a:solidFill>
          <a:latin typeface="+mn-lt"/>
          <a:ea typeface="+mn-ea"/>
          <a:cs typeface="+mn-cs"/>
        </a:defRPr>
      </a:lvl1pPr>
      <a:lvl2pPr marL="247674" algn="l" defTabSz="495350" rtl="0" eaLnBrk="1" latinLnBrk="0" hangingPunct="1">
        <a:defRPr kumimoji="1" sz="975" kern="1200">
          <a:solidFill>
            <a:schemeClr val="tx1"/>
          </a:solidFill>
          <a:latin typeface="+mn-lt"/>
          <a:ea typeface="+mn-ea"/>
          <a:cs typeface="+mn-cs"/>
        </a:defRPr>
      </a:lvl2pPr>
      <a:lvl3pPr marL="495350" algn="l" defTabSz="495350" rtl="0" eaLnBrk="1" latinLnBrk="0" hangingPunct="1">
        <a:defRPr kumimoji="1" sz="975" kern="1200">
          <a:solidFill>
            <a:schemeClr val="tx1"/>
          </a:solidFill>
          <a:latin typeface="+mn-lt"/>
          <a:ea typeface="+mn-ea"/>
          <a:cs typeface="+mn-cs"/>
        </a:defRPr>
      </a:lvl3pPr>
      <a:lvl4pPr marL="743024" algn="l" defTabSz="495350" rtl="0" eaLnBrk="1" latinLnBrk="0" hangingPunct="1">
        <a:defRPr kumimoji="1" sz="975" kern="1200">
          <a:solidFill>
            <a:schemeClr val="tx1"/>
          </a:solidFill>
          <a:latin typeface="+mn-lt"/>
          <a:ea typeface="+mn-ea"/>
          <a:cs typeface="+mn-cs"/>
        </a:defRPr>
      </a:lvl4pPr>
      <a:lvl5pPr marL="990700" algn="l" defTabSz="495350" rtl="0" eaLnBrk="1" latinLnBrk="0" hangingPunct="1">
        <a:defRPr kumimoji="1" sz="975" kern="1200">
          <a:solidFill>
            <a:schemeClr val="tx1"/>
          </a:solidFill>
          <a:latin typeface="+mn-lt"/>
          <a:ea typeface="+mn-ea"/>
          <a:cs typeface="+mn-cs"/>
        </a:defRPr>
      </a:lvl5pPr>
      <a:lvl6pPr marL="1238374" algn="l" defTabSz="495350" rtl="0" eaLnBrk="1" latinLnBrk="0" hangingPunct="1">
        <a:defRPr kumimoji="1" sz="975" kern="1200">
          <a:solidFill>
            <a:schemeClr val="tx1"/>
          </a:solidFill>
          <a:latin typeface="+mn-lt"/>
          <a:ea typeface="+mn-ea"/>
          <a:cs typeface="+mn-cs"/>
        </a:defRPr>
      </a:lvl6pPr>
      <a:lvl7pPr marL="1486048" algn="l" defTabSz="495350" rtl="0" eaLnBrk="1" latinLnBrk="0" hangingPunct="1">
        <a:defRPr kumimoji="1" sz="975" kern="1200">
          <a:solidFill>
            <a:schemeClr val="tx1"/>
          </a:solidFill>
          <a:latin typeface="+mn-lt"/>
          <a:ea typeface="+mn-ea"/>
          <a:cs typeface="+mn-cs"/>
        </a:defRPr>
      </a:lvl7pPr>
      <a:lvl8pPr marL="1733723" algn="l" defTabSz="495350" rtl="0" eaLnBrk="1" latinLnBrk="0" hangingPunct="1">
        <a:defRPr kumimoji="1" sz="975" kern="1200">
          <a:solidFill>
            <a:schemeClr val="tx1"/>
          </a:solidFill>
          <a:latin typeface="+mn-lt"/>
          <a:ea typeface="+mn-ea"/>
          <a:cs typeface="+mn-cs"/>
        </a:defRPr>
      </a:lvl8pPr>
      <a:lvl9pPr marL="1981398" algn="l" defTabSz="495350" rtl="0" eaLnBrk="1" latinLnBrk="0" hangingPunct="1">
        <a:defRPr kumimoji="1" sz="9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forms.office.com/r/aRzn5guZGF" TargetMode="Externa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forms.office.com/r/aRzn5guZGF" TargetMode="Externa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microsoft.com/office/2011/relationships/webextension" Target="../webextensions/webextension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rasutoya.com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rasutoya.com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rasutoya.com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forms.office.com/r/jwc9KG5T5r" TargetMode="Externa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forms.office.com/r/jwc9KG5T5r" TargetMode="Externa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hyperlink" Target="https://ja.wikipedia.org/wiki/&#12450;&#12523;&#12461;&#12513;&#12487;&#12473;" TargetMode="Externa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hyperlink" Target="https://ja.wikipedia.org/wiki/&#12450;&#12523;&#12461;&#12513;&#12487;&#12473;" TargetMode="Externa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://ktymtskz.my.coocan.jp/S/physic/phi2.htm" TargetMode="Externa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://ktymtskz.my.coocan.jp/S/physic/phi2.htm" TargetMode="Externa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rasutoya.com/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rasutoya.com/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illustcenter.com/2021/12/21/rdesign_8759" TargetMode="Externa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illustcenter.com/2021/12/21/rdesign_8759" TargetMode="Externa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illustcenter.com/2021/12/21/rdesign_8759" TargetMode="Externa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illustcenter.com/2021/12/21/rdesign_8762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illustcenter.com/2021/12/21/rdesign_8762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illustcenter.com/2021/12/21/rdesign_8762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48B0E-1ED4-777A-689F-9B7872049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9FE2F535-5163-A7C2-7DA0-46003A7E72E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0" y="2312064"/>
            <a:ext cx="9906000" cy="2233869"/>
          </a:xfrm>
        </p:spPr>
        <p:txBody>
          <a:bodyPr anchor="ctr"/>
          <a:lstStyle/>
          <a:p>
            <a:pPr marL="0" indent="0">
              <a:buNone/>
            </a:pPr>
            <a:r>
              <a:rPr lang="ja-JP" altLang="en-US" dirty="0"/>
              <a:t>風船の上に本を乗せたら，</a:t>
            </a:r>
            <a:r>
              <a:rPr lang="ja-JP" altLang="en-US" dirty="0">
                <a:solidFill>
                  <a:schemeClr val="accent6"/>
                </a:solidFill>
              </a:rPr>
              <a:t>風船は</a:t>
            </a:r>
            <a:r>
              <a:rPr lang="ja-JP" altLang="en-US" dirty="0"/>
              <a:t>どうなった？</a:t>
            </a: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DB95EE75-A6FB-0F7B-8E15-2E189C75B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実験考察</a:t>
            </a:r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A5271BE-2BF1-DFB9-E1DB-DFA2B4538EC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altLang="ja-JP" dirty="0">
                <a:hlinkClick r:id="rId2"/>
              </a:rPr>
              <a:t>https://forms.office.com/r/aRzn5guZGF</a:t>
            </a:r>
            <a:endParaRPr lang="ja-JP" altLang="en-US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14875C4D-6EDF-4B49-EB4C-3777C8B4CD8E}"/>
              </a:ext>
            </a:extLst>
          </p:cNvPr>
          <p:cNvSpPr/>
          <p:nvPr/>
        </p:nvSpPr>
        <p:spPr>
          <a:xfrm>
            <a:off x="731222" y="4866512"/>
            <a:ext cx="8443555" cy="10884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3200" dirty="0">
                <a:solidFill>
                  <a:schemeClr val="accent6"/>
                </a:solidFill>
              </a:rPr>
              <a:t>風船が本に与える力</a:t>
            </a:r>
            <a:r>
              <a:rPr kumimoji="1" lang="ja-JP" altLang="en-US" sz="3200" dirty="0"/>
              <a:t>についてまで考えられるとなお良い．</a:t>
            </a:r>
          </a:p>
        </p:txBody>
      </p:sp>
      <p:sp>
        <p:nvSpPr>
          <p:cNvPr id="12" name="正方形/長方形 11" descr="白い背景">
            <a:extLst>
              <a:ext uri="{FF2B5EF4-FFF2-40B4-BE49-F238E27FC236}">
                <a16:creationId xmlns:a16="http://schemas.microsoft.com/office/drawing/2014/main" id="{9204E4D4-7DB8-D2EB-4B31-3196D4D057A0}"/>
              </a:ext>
            </a:extLst>
          </p:cNvPr>
          <p:cNvSpPr/>
          <p:nvPr/>
        </p:nvSpPr>
        <p:spPr>
          <a:xfrm>
            <a:off x="0" y="4545933"/>
            <a:ext cx="9906000" cy="19443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6" name="図 15">
            <a:extLst>
              <a:ext uri="{FF2B5EF4-FFF2-40B4-BE49-F238E27FC236}">
                <a16:creationId xmlns:a16="http://schemas.microsoft.com/office/drawing/2014/main" id="{D17AD5A9-9237-FF7F-CB9C-9FB66B53B7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383" y="3429000"/>
            <a:ext cx="3061232" cy="3061232"/>
          </a:xfrm>
          <a:prstGeom prst="rect">
            <a:avLst/>
          </a:prstGeom>
        </p:spPr>
      </p:pic>
      <p:sp>
        <p:nvSpPr>
          <p:cNvPr id="2" name="スライド番号プレースホルダー 7">
            <a:extLst>
              <a:ext uri="{FF2B5EF4-FFF2-40B4-BE49-F238E27FC236}">
                <a16:creationId xmlns:a16="http://schemas.microsoft.com/office/drawing/2014/main" id="{489BC7CF-0CCF-B004-4453-477F58FE6CF6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8742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641E-7 1.48148E-6 L -2.5641E-7 -0.16273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8148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8" grpId="1" build="p"/>
      <p:bldP spid="10" grpId="0" animBg="1"/>
      <p:bldP spid="1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4670144-C22B-FC19-0486-452FE930C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559B2928-2DFF-2713-6FEE-A71DAA0303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0" y="2312064"/>
            <a:ext cx="9906000" cy="2233869"/>
          </a:xfrm>
        </p:spPr>
        <p:txBody>
          <a:bodyPr anchor="ctr"/>
          <a:lstStyle/>
          <a:p>
            <a:pPr marL="0" indent="0">
              <a:buNone/>
            </a:pPr>
            <a:r>
              <a:rPr lang="ja-JP" altLang="en-US" dirty="0"/>
              <a:t>風船の上に本を乗せたら，</a:t>
            </a:r>
            <a:r>
              <a:rPr lang="ja-JP" altLang="en-US" dirty="0">
                <a:solidFill>
                  <a:schemeClr val="accent6"/>
                </a:solidFill>
              </a:rPr>
              <a:t>風船は</a:t>
            </a:r>
            <a:r>
              <a:rPr lang="ja-JP" altLang="en-US" dirty="0"/>
              <a:t>どうなった？</a:t>
            </a: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59BEFA1F-2F6A-AB59-8237-32EF61A16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実験考察</a:t>
            </a:r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DD36DF9-DB37-EEDC-A53C-0D11F3FF6EB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altLang="ja-JP" dirty="0">
                <a:hlinkClick r:id="rId2"/>
              </a:rPr>
              <a:t>https://forms.office.com/r/aRzn5guZGF</a:t>
            </a:r>
            <a:endParaRPr lang="ja-JP" altLang="en-US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CB034EBB-0089-31E9-EA89-D3CCCBF40848}"/>
              </a:ext>
            </a:extLst>
          </p:cNvPr>
          <p:cNvSpPr/>
          <p:nvPr/>
        </p:nvSpPr>
        <p:spPr>
          <a:xfrm>
            <a:off x="731222" y="4866512"/>
            <a:ext cx="8443555" cy="108840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3200" dirty="0">
                <a:solidFill>
                  <a:schemeClr val="accent6"/>
                </a:solidFill>
              </a:rPr>
              <a:t>風船が本に与える力</a:t>
            </a:r>
            <a:r>
              <a:rPr kumimoji="1" lang="ja-JP" altLang="en-US" sz="3200" dirty="0"/>
              <a:t>についてまで考えられるとなお良い．</a:t>
            </a:r>
          </a:p>
        </p:txBody>
      </p:sp>
      <p:sp>
        <p:nvSpPr>
          <p:cNvPr id="2" name="スライド番号プレースホルダー 7">
            <a:extLst>
              <a:ext uri="{FF2B5EF4-FFF2-40B4-BE49-F238E27FC236}">
                <a16:creationId xmlns:a16="http://schemas.microsoft.com/office/drawing/2014/main" id="{8C13F827-4D0E-241B-55BE-A233121E3D15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5059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we="http://schemas.microsoft.com/office/webextensions/webextension/2010/11" xmlns:pca="http://schemas.microsoft.com/office/powerpoint/2013/contentapp">
        <mc:Choice Requires="we pca">
          <p:graphicFrame>
            <p:nvGraphicFramePr>
              <p:cNvPr id="8" name="アドイン 7" title="Forms">
                <a:extLst>
                  <a:ext uri="{FF2B5EF4-FFF2-40B4-BE49-F238E27FC236}">
                    <a16:creationId xmlns:a16="http://schemas.microsoft.com/office/drawing/2014/main" id="{041BB682-8A73-B67E-FB99-2D87C53A9A5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53467657"/>
                  </p:ext>
                </p:extLst>
              </p:nvPr>
            </p:nvGraphicFramePr>
            <p:xfrm>
              <a:off x="0" y="719688"/>
              <a:ext cx="9906000" cy="6138311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8" name="アドイン 7" title="Forms">
                <a:extLst>
                  <a:ext uri="{FF2B5EF4-FFF2-40B4-BE49-F238E27FC236}">
                    <a16:creationId xmlns:a16="http://schemas.microsoft.com/office/drawing/2014/main" id="{041BB682-8A73-B67E-FB99-2D87C53A9A5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719688"/>
                <a:ext cx="9906000" cy="6138311"/>
              </a:xfrm>
              <a:prstGeom prst="rect">
                <a:avLst/>
              </a:prstGeom>
            </p:spPr>
          </p:pic>
        </mc:Fallback>
      </mc:AlternateContent>
      <p:sp>
        <p:nvSpPr>
          <p:cNvPr id="3" name="タイトル 2">
            <a:extLst>
              <a:ext uri="{FF2B5EF4-FFF2-40B4-BE49-F238E27FC236}">
                <a16:creationId xmlns:a16="http://schemas.microsoft.com/office/drawing/2014/main" id="{269EBE00-16AD-7EB5-2704-4038198F0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>
                <a:solidFill>
                  <a:srgbClr val="00B0F0"/>
                </a:solidFill>
              </a:rPr>
              <a:t>実験考察</a:t>
            </a:r>
            <a:r>
              <a:rPr kumimoji="1" lang="en-US" altLang="ja-JP" dirty="0">
                <a:solidFill>
                  <a:srgbClr val="00B0F0"/>
                </a:solidFill>
              </a:rPr>
              <a:t>1</a:t>
            </a:r>
            <a:endParaRPr kumimoji="1" lang="ja-JP" altLang="en-US" dirty="0">
              <a:solidFill>
                <a:srgbClr val="00B0F0"/>
              </a:solidFill>
            </a:endParaRPr>
          </a:p>
        </p:txBody>
      </p:sp>
      <p:sp>
        <p:nvSpPr>
          <p:cNvPr id="2" name="スライド番号プレースホルダー 7">
            <a:extLst>
              <a:ext uri="{FF2B5EF4-FFF2-40B4-BE49-F238E27FC236}">
                <a16:creationId xmlns:a16="http://schemas.microsoft.com/office/drawing/2014/main" id="{C3875484-4ED8-B9A2-2E77-9347102D35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1099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52B33-50C8-3124-E7A3-F61A7B07A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9AC9A3A2-F6BA-93AB-4A3E-BFA8E613312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ja-JP" altLang="en-US" sz="11500" dirty="0"/>
              <a:t>力は</a:t>
            </a:r>
            <a:r>
              <a:rPr lang="ja-JP" altLang="en-US" sz="11500" dirty="0">
                <a:solidFill>
                  <a:schemeClr val="accent6"/>
                </a:solidFill>
              </a:rPr>
              <a:t>物体を</a:t>
            </a:r>
            <a:endParaRPr lang="en-US" altLang="ja-JP" sz="11500" dirty="0">
              <a:solidFill>
                <a:schemeClr val="accent6"/>
              </a:solidFill>
            </a:endParaRPr>
          </a:p>
          <a:p>
            <a:pPr marL="0" indent="0" algn="ctr">
              <a:buNone/>
            </a:pPr>
            <a:r>
              <a:rPr lang="ja-JP" altLang="en-US" sz="11500" dirty="0">
                <a:solidFill>
                  <a:schemeClr val="accent6"/>
                </a:solidFill>
              </a:rPr>
              <a:t>支える</a:t>
            </a:r>
            <a:r>
              <a:rPr lang="ja-JP" altLang="en-US" sz="11500" dirty="0"/>
              <a:t>！</a:t>
            </a:r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E5FE8114-A058-3B8F-957A-BB283A6B6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力</a:t>
            </a:r>
            <a:r>
              <a:rPr kumimoji="1" lang="ja-JP" altLang="en-US" dirty="0"/>
              <a:t>の性質 </a:t>
            </a:r>
            <a:r>
              <a:rPr kumimoji="1" lang="en-US" altLang="ja-JP" dirty="0"/>
              <a:t>No. 3</a:t>
            </a:r>
            <a:endParaRPr kumimoji="1" lang="ja-JP" altLang="en-US" dirty="0"/>
          </a:p>
        </p:txBody>
      </p:sp>
      <p:sp>
        <p:nvSpPr>
          <p:cNvPr id="3" name="スライド番号プレースホルダー 7">
            <a:extLst>
              <a:ext uri="{FF2B5EF4-FFF2-40B4-BE49-F238E27FC236}">
                <a16:creationId xmlns:a16="http://schemas.microsoft.com/office/drawing/2014/main" id="{D7A8A3FF-5AFD-3EE2-43B8-535FB6733B44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5157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allAtOnce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E0B051F-8BEA-FC9F-808E-5CAB35908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9C40A7B1-55FD-7B2A-4DA2-578C4F12C47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ja-JP" altLang="en-US" sz="11500" dirty="0"/>
              <a:t>力は</a:t>
            </a:r>
            <a:r>
              <a:rPr lang="ja-JP" altLang="en-US" sz="11500" dirty="0">
                <a:solidFill>
                  <a:schemeClr val="accent6"/>
                </a:solidFill>
              </a:rPr>
              <a:t>物体を</a:t>
            </a:r>
            <a:endParaRPr lang="en-US" altLang="ja-JP" sz="11500" dirty="0">
              <a:solidFill>
                <a:schemeClr val="accent6"/>
              </a:solidFill>
            </a:endParaRPr>
          </a:p>
          <a:p>
            <a:pPr marL="0" indent="0" algn="ctr">
              <a:buNone/>
            </a:pPr>
            <a:r>
              <a:rPr lang="ja-JP" altLang="en-US" sz="11500" dirty="0">
                <a:solidFill>
                  <a:schemeClr val="accent6"/>
                </a:solidFill>
              </a:rPr>
              <a:t>支える</a:t>
            </a:r>
            <a:r>
              <a:rPr lang="ja-JP" altLang="en-US" sz="11500" dirty="0"/>
              <a:t>！</a:t>
            </a:r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7CEECCF1-F998-C1CC-8A72-9B0D6C3C4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力</a:t>
            </a:r>
            <a:r>
              <a:rPr kumimoji="1" lang="ja-JP" altLang="en-US" dirty="0"/>
              <a:t>の性質 </a:t>
            </a:r>
            <a:r>
              <a:rPr kumimoji="1" lang="en-US" altLang="ja-JP" dirty="0"/>
              <a:t>No. 3</a:t>
            </a:r>
            <a:endParaRPr kumimoji="1" lang="ja-JP" altLang="en-US" dirty="0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68383751-1FFF-64F7-6ED4-20EDDF555961}"/>
              </a:ext>
            </a:extLst>
          </p:cNvPr>
          <p:cNvSpPr/>
          <p:nvPr/>
        </p:nvSpPr>
        <p:spPr>
          <a:xfrm>
            <a:off x="4232041" y="1859256"/>
            <a:ext cx="4611464" cy="174455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2B025E2-00F8-FF0E-E135-1764C5ED2EE4}"/>
              </a:ext>
            </a:extLst>
          </p:cNvPr>
          <p:cNvSpPr/>
          <p:nvPr/>
        </p:nvSpPr>
        <p:spPr>
          <a:xfrm>
            <a:off x="1926309" y="3918313"/>
            <a:ext cx="4611464" cy="174455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スライド番号プレースホルダー 7">
            <a:extLst>
              <a:ext uri="{FF2B5EF4-FFF2-40B4-BE49-F238E27FC236}">
                <a16:creationId xmlns:a16="http://schemas.microsoft.com/office/drawing/2014/main" id="{4A0307A0-5E49-9E74-D69E-5BFD1FE202BD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23079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FD082B89-E445-87CB-6011-76B945BB0DF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pPr marL="696551" indent="-696551">
              <a:buFont typeface="Arial" panose="020B0604020202020204" pitchFamily="34" charset="0"/>
              <a:buChar char="•"/>
            </a:pPr>
            <a:r>
              <a:rPr lang="en-US" altLang="ja-JP" dirty="0"/>
              <a:t>1</a:t>
            </a:r>
            <a:r>
              <a:rPr lang="ja-JP" altLang="en-US" dirty="0"/>
              <a:t>つの物体がもう一方の物体に力を加えると，</a:t>
            </a:r>
            <a:r>
              <a:rPr lang="ja-JP" altLang="en-US" dirty="0">
                <a:solidFill>
                  <a:schemeClr val="accent6"/>
                </a:solidFill>
              </a:rPr>
              <a:t>同じ大きさ</a:t>
            </a:r>
            <a:r>
              <a:rPr lang="ja-JP" altLang="en-US" dirty="0"/>
              <a:t>，</a:t>
            </a:r>
            <a:r>
              <a:rPr lang="ja-JP" altLang="en-US" dirty="0">
                <a:solidFill>
                  <a:schemeClr val="accent6"/>
                </a:solidFill>
              </a:rPr>
              <a:t>逆向きの力</a:t>
            </a:r>
            <a:r>
              <a:rPr lang="ja-JP" altLang="en-US" dirty="0"/>
              <a:t>がはたらく．</a:t>
            </a:r>
            <a:endParaRPr lang="en-US" altLang="ja-JP" dirty="0"/>
          </a:p>
          <a:p>
            <a:pPr marL="696551" indent="-696551">
              <a:buFont typeface="Arial" panose="020B0604020202020204" pitchFamily="34" charset="0"/>
              <a:buChar char="•"/>
            </a:pPr>
            <a:r>
              <a:rPr lang="ja-JP" altLang="en-US" dirty="0"/>
              <a:t>これを</a:t>
            </a:r>
            <a:r>
              <a:rPr lang="ja-JP" altLang="en-US" dirty="0">
                <a:solidFill>
                  <a:schemeClr val="accent6"/>
                </a:solidFill>
              </a:rPr>
              <a:t>作用・反作用の法則</a:t>
            </a:r>
            <a:r>
              <a:rPr lang="ja-JP" altLang="en-US" dirty="0"/>
              <a:t>という．</a:t>
            </a:r>
            <a:endParaRPr lang="en-US" altLang="ja-JP" dirty="0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53FC94F0-05E7-1887-2C92-444E785E1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目には目を，歯には歯を</a:t>
            </a:r>
            <a:r>
              <a:rPr lang="en-US" altLang="ja-JP" dirty="0"/>
              <a:t>…</a:t>
            </a:r>
            <a:endParaRPr kumimoji="1" lang="ja-JP" altLang="en-US" dirty="0"/>
          </a:p>
        </p:txBody>
      </p:sp>
      <p:sp>
        <p:nvSpPr>
          <p:cNvPr id="3" name="スライド番号プレースホルダー 7">
            <a:extLst>
              <a:ext uri="{FF2B5EF4-FFF2-40B4-BE49-F238E27FC236}">
                <a16:creationId xmlns:a16="http://schemas.microsoft.com/office/drawing/2014/main" id="{64DFB760-E133-782D-7A95-AAD69686718E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8260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11F763F-FBEC-BBE4-F57B-2F4E8FAB4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62501B5B-F093-BE3E-04A1-97BCD007BAF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pPr marL="696551" indent="-696551">
              <a:buFont typeface="Arial" panose="020B0604020202020204" pitchFamily="34" charset="0"/>
              <a:buChar char="•"/>
            </a:pPr>
            <a:r>
              <a:rPr lang="en-US" altLang="ja-JP" dirty="0"/>
              <a:t>1</a:t>
            </a:r>
            <a:r>
              <a:rPr lang="ja-JP" altLang="en-US" dirty="0"/>
              <a:t>つの物体がもう一方の物体に力を加えると，</a:t>
            </a:r>
            <a:r>
              <a:rPr lang="ja-JP" altLang="en-US" dirty="0">
                <a:solidFill>
                  <a:schemeClr val="accent6"/>
                </a:solidFill>
              </a:rPr>
              <a:t>同じ大きさ</a:t>
            </a:r>
            <a:r>
              <a:rPr lang="ja-JP" altLang="en-US" dirty="0"/>
              <a:t>，</a:t>
            </a:r>
            <a:r>
              <a:rPr lang="ja-JP" altLang="en-US" dirty="0">
                <a:solidFill>
                  <a:schemeClr val="accent6"/>
                </a:solidFill>
              </a:rPr>
              <a:t>逆向きの力</a:t>
            </a:r>
            <a:r>
              <a:rPr lang="ja-JP" altLang="en-US" dirty="0"/>
              <a:t>がはたらく．</a:t>
            </a:r>
            <a:endParaRPr lang="en-US" altLang="ja-JP" dirty="0"/>
          </a:p>
          <a:p>
            <a:pPr marL="696551" indent="-696551">
              <a:buFont typeface="Arial" panose="020B0604020202020204" pitchFamily="34" charset="0"/>
              <a:buChar char="•"/>
            </a:pPr>
            <a:r>
              <a:rPr lang="ja-JP" altLang="en-US" dirty="0"/>
              <a:t>これを</a:t>
            </a:r>
            <a:r>
              <a:rPr lang="ja-JP" altLang="en-US" dirty="0">
                <a:solidFill>
                  <a:schemeClr val="accent6"/>
                </a:solidFill>
              </a:rPr>
              <a:t>作用・反作用の法則</a:t>
            </a:r>
            <a:r>
              <a:rPr lang="ja-JP" altLang="en-US" dirty="0"/>
              <a:t>という．</a:t>
            </a:r>
            <a:endParaRPr lang="en-US" altLang="ja-JP" dirty="0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A074B000-A8EC-F662-36D3-F7F260E22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目には目を，歯には歯を</a:t>
            </a:r>
            <a:r>
              <a:rPr lang="en-US" altLang="ja-JP" dirty="0"/>
              <a:t>…</a:t>
            </a:r>
            <a:endParaRPr kumimoji="1" lang="ja-JP" altLang="en-US" dirty="0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AF013FA9-F9FB-7F6F-1CC5-5A1E7652ABF1}"/>
              </a:ext>
            </a:extLst>
          </p:cNvPr>
          <p:cNvSpPr/>
          <p:nvPr/>
        </p:nvSpPr>
        <p:spPr>
          <a:xfrm>
            <a:off x="6057900" y="2501900"/>
            <a:ext cx="3584575" cy="9271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5ADADFC-AD0B-3278-9B0E-C7E1DDF0E851}"/>
              </a:ext>
            </a:extLst>
          </p:cNvPr>
          <p:cNvSpPr/>
          <p:nvPr/>
        </p:nvSpPr>
        <p:spPr>
          <a:xfrm>
            <a:off x="736601" y="3323494"/>
            <a:ext cx="3467100" cy="9271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352A754-96D8-D609-3D77-56CB72DDE3F0}"/>
              </a:ext>
            </a:extLst>
          </p:cNvPr>
          <p:cNvSpPr/>
          <p:nvPr/>
        </p:nvSpPr>
        <p:spPr>
          <a:xfrm>
            <a:off x="2832102" y="4319231"/>
            <a:ext cx="6235698" cy="9271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スライド番号プレースホルダー 7">
            <a:extLst>
              <a:ext uri="{FF2B5EF4-FFF2-40B4-BE49-F238E27FC236}">
                <a16:creationId xmlns:a16="http://schemas.microsoft.com/office/drawing/2014/main" id="{89D3178B-DB97-8EF1-B00B-7D945774361B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71543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4D1CF-5C56-3374-07AD-EF13D5D06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4" descr="横から見た足のイラスト">
            <a:extLst>
              <a:ext uri="{FF2B5EF4-FFF2-40B4-BE49-F238E27FC236}">
                <a16:creationId xmlns:a16="http://schemas.microsoft.com/office/drawing/2014/main" id="{4595F8C4-115F-13C5-8D95-2EDE00B827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61309">
            <a:off x="6537744" y="1821366"/>
            <a:ext cx="2304317" cy="2304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タイトル 2">
            <a:extLst>
              <a:ext uri="{FF2B5EF4-FFF2-40B4-BE49-F238E27FC236}">
                <a16:creationId xmlns:a16="http://schemas.microsoft.com/office/drawing/2014/main" id="{C58E1CA1-6BE4-292F-731A-E93C94FA1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なぜ</a:t>
            </a:r>
            <a:r>
              <a:rPr lang="ja-JP" altLang="en-US" dirty="0">
                <a:solidFill>
                  <a:srgbClr val="00B0F0"/>
                </a:solidFill>
              </a:rPr>
              <a:t>前に進める</a:t>
            </a:r>
            <a:r>
              <a:rPr lang="ja-JP" altLang="en-US" dirty="0"/>
              <a:t>のか？</a:t>
            </a:r>
            <a:endParaRPr kumimoji="1" lang="ja-JP" altLang="en-US" dirty="0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08375890-C52F-503D-4205-C3F67FF68F7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ja-JP" dirty="0">
                <a:hlinkClick r:id="rId3"/>
              </a:rPr>
              <a:t>https://www.irasutoya.com</a:t>
            </a:r>
            <a:endParaRPr lang="ja-JP" altLang="en-US" dirty="0"/>
          </a:p>
        </p:txBody>
      </p:sp>
      <p:pic>
        <p:nvPicPr>
          <p:cNvPr id="2" name="Picture 2" descr="走る男の子のイラスト">
            <a:extLst>
              <a:ext uri="{FF2B5EF4-FFF2-40B4-BE49-F238E27FC236}">
                <a16:creationId xmlns:a16="http://schemas.microsoft.com/office/drawing/2014/main" id="{F39DB88A-9CA2-5438-6AF1-8E9C18B19B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12768" y="1099415"/>
            <a:ext cx="2820259" cy="4291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74B54A7-CAA7-59DA-0FE9-18F068CB2B31}"/>
              </a:ext>
            </a:extLst>
          </p:cNvPr>
          <p:cNvSpPr/>
          <p:nvPr/>
        </p:nvSpPr>
        <p:spPr>
          <a:xfrm>
            <a:off x="4551338" y="4904626"/>
            <a:ext cx="4471467" cy="524261"/>
          </a:xfrm>
          <a:prstGeom prst="rect">
            <a:avLst/>
          </a:prstGeom>
          <a:gradFill flip="none" rotWithShape="1">
            <a:gsLst>
              <a:gs pos="0">
                <a:srgbClr val="996633">
                  <a:tint val="66000"/>
                  <a:satMod val="160000"/>
                </a:srgbClr>
              </a:gs>
              <a:gs pos="50000">
                <a:srgbClr val="996633">
                  <a:tint val="44500"/>
                  <a:satMod val="160000"/>
                </a:srgbClr>
              </a:gs>
              <a:gs pos="100000">
                <a:srgbClr val="996633">
                  <a:tint val="23500"/>
                  <a:satMod val="160000"/>
                </a:srgbClr>
              </a:gs>
            </a:gsLst>
            <a:lin ang="5400000" scaled="1"/>
            <a:tileRect/>
          </a:gradFill>
          <a:ln>
            <a:solidFill>
              <a:srgbClr val="996633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400" dirty="0">
                <a:solidFill>
                  <a:srgbClr val="996633"/>
                </a:solidFill>
              </a:rPr>
              <a:t>地面</a:t>
            </a:r>
          </a:p>
        </p:txBody>
      </p: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DB130C52-59AE-5D5F-B076-5C4C28CE3B07}"/>
              </a:ext>
            </a:extLst>
          </p:cNvPr>
          <p:cNvCxnSpPr>
            <a:cxnSpLocks/>
          </p:cNvCxnSpPr>
          <p:nvPr/>
        </p:nvCxnSpPr>
        <p:spPr>
          <a:xfrm flipH="1">
            <a:off x="5272795" y="4875201"/>
            <a:ext cx="1063838" cy="1129725"/>
          </a:xfrm>
          <a:prstGeom prst="straightConnector1">
            <a:avLst/>
          </a:prstGeom>
          <a:ln w="57150">
            <a:solidFill>
              <a:schemeClr val="accent6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C81D4EE3-6B55-71F5-F84E-0495BB3C5D40}"/>
              </a:ext>
            </a:extLst>
          </p:cNvPr>
          <p:cNvCxnSpPr>
            <a:cxnSpLocks/>
          </p:cNvCxnSpPr>
          <p:nvPr/>
        </p:nvCxnSpPr>
        <p:spPr>
          <a:xfrm flipH="1">
            <a:off x="6365387" y="3745962"/>
            <a:ext cx="1064393" cy="1165250"/>
          </a:xfrm>
          <a:prstGeom prst="straightConnector1">
            <a:avLst/>
          </a:prstGeom>
          <a:ln w="57150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ECA79665-5009-1751-9667-44AE0B79805B}"/>
              </a:ext>
            </a:extLst>
          </p:cNvPr>
          <p:cNvSpPr/>
          <p:nvPr/>
        </p:nvSpPr>
        <p:spPr>
          <a:xfrm>
            <a:off x="529484" y="4387422"/>
            <a:ext cx="839877" cy="657742"/>
          </a:xfrm>
          <a:prstGeom prst="rect">
            <a:avLst/>
          </a:prstGeom>
          <a:noFill/>
          <a:ln w="38100">
            <a:solidFill>
              <a:schemeClr val="accent6"/>
            </a:solidFill>
            <a:prstDash val="dash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2600" dirty="0"/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C39DA59A-8849-D298-D20D-5915025EB5C7}"/>
              </a:ext>
            </a:extLst>
          </p:cNvPr>
          <p:cNvCxnSpPr>
            <a:cxnSpLocks/>
          </p:cNvCxnSpPr>
          <p:nvPr/>
        </p:nvCxnSpPr>
        <p:spPr>
          <a:xfrm flipV="1">
            <a:off x="1369359" y="1878751"/>
            <a:ext cx="4872878" cy="2508670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CE5BCB5F-64D2-9364-8284-DB449A0EF51E}"/>
              </a:ext>
            </a:extLst>
          </p:cNvPr>
          <p:cNvCxnSpPr>
            <a:cxnSpLocks/>
          </p:cNvCxnSpPr>
          <p:nvPr/>
        </p:nvCxnSpPr>
        <p:spPr>
          <a:xfrm>
            <a:off x="1369361" y="5045166"/>
            <a:ext cx="4950757" cy="1534922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DEF16F98-2CB5-0419-751C-DCA13AE79D1D}"/>
              </a:ext>
            </a:extLst>
          </p:cNvPr>
          <p:cNvSpPr/>
          <p:nvPr/>
        </p:nvSpPr>
        <p:spPr>
          <a:xfrm>
            <a:off x="4494306" y="3127922"/>
            <a:ext cx="1356922" cy="40019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kumimoji="1" lang="ja-JP" altLang="en-US" sz="2800" dirty="0">
                <a:solidFill>
                  <a:schemeClr val="accent1"/>
                </a:solidFill>
              </a:rPr>
              <a:t>反作用</a:t>
            </a: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90DDB93E-D1AF-A299-AAC0-158F101407DE}"/>
              </a:ext>
            </a:extLst>
          </p:cNvPr>
          <p:cNvSpPr/>
          <p:nvPr/>
        </p:nvSpPr>
        <p:spPr>
          <a:xfrm>
            <a:off x="6883066" y="5714097"/>
            <a:ext cx="1152033" cy="40019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2800" dirty="0">
                <a:solidFill>
                  <a:schemeClr val="accent6"/>
                </a:solidFill>
              </a:rPr>
              <a:t>作用</a:t>
            </a: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B1C190FC-9C99-356F-6D41-CC39AF2C4E9F}"/>
              </a:ext>
            </a:extLst>
          </p:cNvPr>
          <p:cNvSpPr/>
          <p:nvPr/>
        </p:nvSpPr>
        <p:spPr>
          <a:xfrm>
            <a:off x="3441538" y="2368995"/>
            <a:ext cx="1152033" cy="40019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800" dirty="0">
                <a:solidFill>
                  <a:schemeClr val="accent6"/>
                </a:solidFill>
              </a:rPr>
              <a:t>拡大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5DE0545E-B316-652F-5E46-586DC2894F7F}"/>
              </a:ext>
            </a:extLst>
          </p:cNvPr>
          <p:cNvSpPr/>
          <p:nvPr/>
        </p:nvSpPr>
        <p:spPr>
          <a:xfrm>
            <a:off x="6881361" y="6113489"/>
            <a:ext cx="2141444" cy="47176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800" dirty="0"/>
              <a:t>地面を蹴る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BE5537D8-3972-BF13-FF2C-01DD07532531}"/>
              </a:ext>
            </a:extLst>
          </p:cNvPr>
          <p:cNvSpPr/>
          <p:nvPr/>
        </p:nvSpPr>
        <p:spPr>
          <a:xfrm>
            <a:off x="3712948" y="3525030"/>
            <a:ext cx="2141444" cy="103467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800" dirty="0"/>
              <a:t>地面が足を</a:t>
            </a:r>
            <a:endParaRPr kumimoji="1" lang="en-US" altLang="ja-JP" sz="2800" dirty="0"/>
          </a:p>
          <a:p>
            <a:pPr algn="ctr"/>
            <a:r>
              <a:rPr kumimoji="1" lang="ja-JP" altLang="en-US" sz="2800" dirty="0"/>
              <a:t>押し返す</a:t>
            </a:r>
          </a:p>
        </p:txBody>
      </p:sp>
      <p:sp>
        <p:nvSpPr>
          <p:cNvPr id="5" name="スライド番号プレースホルダー 7">
            <a:extLst>
              <a:ext uri="{FF2B5EF4-FFF2-40B4-BE49-F238E27FC236}">
                <a16:creationId xmlns:a16="http://schemas.microsoft.com/office/drawing/2014/main" id="{0FB31824-9D07-FC81-7B97-816FCE58013E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12402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grpId="2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" presetClass="exit" presetSubtype="0" fill="hold" grpId="3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1" presetClass="entr" presetSubtype="0" fill="hold" grpId="4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5128E-6 -4.81481E-6 L -0.06298 0.1 " pathEditMode="relative" rAng="0" ptsTypes="AA">
                                      <p:cBhvr>
                                        <p:cTn id="47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157" y="5000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000"/>
                            </p:stCondLst>
                            <p:childTnLst>
                              <p:par>
                                <p:cTn id="5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6298 0.1 L -2.05128E-6 -4.81481E-6 " pathEditMode="relative" rAng="0" ptsTypes="AA">
                                      <p:cBhvr>
                                        <p:cTn id="66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41" y="-50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9" grpId="0" animBg="1"/>
      <p:bldP spid="19" grpId="1" animBg="1"/>
      <p:bldP spid="19" grpId="2" animBg="1"/>
      <p:bldP spid="19" grpId="3" animBg="1"/>
      <p:bldP spid="19" grpId="4" animBg="1"/>
      <p:bldP spid="26" grpId="0" animBg="1"/>
      <p:bldP spid="27" grpId="0"/>
      <p:bldP spid="28" grpId="0"/>
      <p:bldP spid="11" grpId="0" animBg="1"/>
      <p:bldP spid="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A73BCFB-A212-327E-8C61-1271541BB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4" descr="横から見た足のイラスト">
            <a:extLst>
              <a:ext uri="{FF2B5EF4-FFF2-40B4-BE49-F238E27FC236}">
                <a16:creationId xmlns:a16="http://schemas.microsoft.com/office/drawing/2014/main" id="{6AF1C81F-8866-3DDB-A7F9-B4905311B9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61309">
            <a:off x="6537744" y="1821366"/>
            <a:ext cx="2304317" cy="2304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タイトル 2">
            <a:extLst>
              <a:ext uri="{FF2B5EF4-FFF2-40B4-BE49-F238E27FC236}">
                <a16:creationId xmlns:a16="http://schemas.microsoft.com/office/drawing/2014/main" id="{B8F7BA8E-31E0-E665-05C7-9D7D70DB0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なぜ</a:t>
            </a:r>
            <a:r>
              <a:rPr lang="ja-JP" altLang="en-US" dirty="0">
                <a:solidFill>
                  <a:srgbClr val="00B0F0"/>
                </a:solidFill>
              </a:rPr>
              <a:t>前に進める</a:t>
            </a:r>
            <a:r>
              <a:rPr lang="ja-JP" altLang="en-US" dirty="0"/>
              <a:t>のか？</a:t>
            </a:r>
            <a:endParaRPr kumimoji="1" lang="ja-JP" altLang="en-US" dirty="0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48731D88-74C6-9A4D-C32B-BBB798EB852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ja-JP" dirty="0">
                <a:hlinkClick r:id="rId3"/>
              </a:rPr>
              <a:t>https://www.irasutoya.com</a:t>
            </a:r>
            <a:endParaRPr lang="ja-JP" altLang="en-US" dirty="0"/>
          </a:p>
        </p:txBody>
      </p:sp>
      <p:pic>
        <p:nvPicPr>
          <p:cNvPr id="2" name="Picture 2" descr="走る男の子のイラスト">
            <a:extLst>
              <a:ext uri="{FF2B5EF4-FFF2-40B4-BE49-F238E27FC236}">
                <a16:creationId xmlns:a16="http://schemas.microsoft.com/office/drawing/2014/main" id="{4D477B95-20B3-C2DF-0B18-EEA453E4ED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12768" y="1099415"/>
            <a:ext cx="2820259" cy="4291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A2B902B-0DC1-11DF-24E2-AEB59780B8EC}"/>
              </a:ext>
            </a:extLst>
          </p:cNvPr>
          <p:cNvSpPr/>
          <p:nvPr/>
        </p:nvSpPr>
        <p:spPr>
          <a:xfrm>
            <a:off x="4551338" y="4904626"/>
            <a:ext cx="4471467" cy="524261"/>
          </a:xfrm>
          <a:prstGeom prst="rect">
            <a:avLst/>
          </a:prstGeom>
          <a:gradFill flip="none" rotWithShape="1">
            <a:gsLst>
              <a:gs pos="0">
                <a:srgbClr val="996633">
                  <a:tint val="66000"/>
                  <a:satMod val="160000"/>
                </a:srgbClr>
              </a:gs>
              <a:gs pos="50000">
                <a:srgbClr val="996633">
                  <a:tint val="44500"/>
                  <a:satMod val="160000"/>
                </a:srgbClr>
              </a:gs>
              <a:gs pos="100000">
                <a:srgbClr val="996633">
                  <a:tint val="23500"/>
                  <a:satMod val="160000"/>
                </a:srgbClr>
              </a:gs>
            </a:gsLst>
            <a:lin ang="5400000" scaled="1"/>
            <a:tileRect/>
          </a:gradFill>
          <a:ln>
            <a:solidFill>
              <a:srgbClr val="996633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400" dirty="0">
                <a:solidFill>
                  <a:srgbClr val="996633"/>
                </a:solidFill>
              </a:rPr>
              <a:t>地面</a:t>
            </a:r>
          </a:p>
        </p:txBody>
      </p: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D943CD08-2060-3620-222F-19B1455A1170}"/>
              </a:ext>
            </a:extLst>
          </p:cNvPr>
          <p:cNvCxnSpPr>
            <a:cxnSpLocks/>
          </p:cNvCxnSpPr>
          <p:nvPr/>
        </p:nvCxnSpPr>
        <p:spPr>
          <a:xfrm flipH="1">
            <a:off x="5272795" y="4875201"/>
            <a:ext cx="1063838" cy="1129725"/>
          </a:xfrm>
          <a:prstGeom prst="straightConnector1">
            <a:avLst/>
          </a:prstGeom>
          <a:ln w="57150">
            <a:solidFill>
              <a:schemeClr val="accent6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91174D7B-ED67-1A31-4FD3-9AA449F8605B}"/>
              </a:ext>
            </a:extLst>
          </p:cNvPr>
          <p:cNvCxnSpPr>
            <a:cxnSpLocks/>
          </p:cNvCxnSpPr>
          <p:nvPr/>
        </p:nvCxnSpPr>
        <p:spPr>
          <a:xfrm flipH="1">
            <a:off x="6365387" y="3745962"/>
            <a:ext cx="1064393" cy="1165250"/>
          </a:xfrm>
          <a:prstGeom prst="straightConnector1">
            <a:avLst/>
          </a:prstGeom>
          <a:ln w="57150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CA6C4EB9-1736-A89A-4626-99F49E6BDE37}"/>
              </a:ext>
            </a:extLst>
          </p:cNvPr>
          <p:cNvSpPr/>
          <p:nvPr/>
        </p:nvSpPr>
        <p:spPr>
          <a:xfrm>
            <a:off x="529484" y="4387422"/>
            <a:ext cx="839877" cy="657742"/>
          </a:xfrm>
          <a:prstGeom prst="rect">
            <a:avLst/>
          </a:prstGeom>
          <a:noFill/>
          <a:ln w="38100">
            <a:solidFill>
              <a:schemeClr val="accent6"/>
            </a:solidFill>
            <a:prstDash val="dash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2600" dirty="0"/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195A2C34-1446-1FBE-9C7A-7F6A233189F3}"/>
              </a:ext>
            </a:extLst>
          </p:cNvPr>
          <p:cNvCxnSpPr>
            <a:cxnSpLocks/>
          </p:cNvCxnSpPr>
          <p:nvPr/>
        </p:nvCxnSpPr>
        <p:spPr>
          <a:xfrm flipV="1">
            <a:off x="1369359" y="1878751"/>
            <a:ext cx="4872878" cy="2508670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151E5BA5-6001-B2A1-9761-A59B03474A60}"/>
              </a:ext>
            </a:extLst>
          </p:cNvPr>
          <p:cNvCxnSpPr>
            <a:cxnSpLocks/>
          </p:cNvCxnSpPr>
          <p:nvPr/>
        </p:nvCxnSpPr>
        <p:spPr>
          <a:xfrm>
            <a:off x="1369361" y="5045166"/>
            <a:ext cx="4950757" cy="1534922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C54F4903-4546-0EFB-1887-39D22AEB7B0B}"/>
              </a:ext>
            </a:extLst>
          </p:cNvPr>
          <p:cNvSpPr/>
          <p:nvPr/>
        </p:nvSpPr>
        <p:spPr>
          <a:xfrm>
            <a:off x="4494306" y="3127922"/>
            <a:ext cx="1356922" cy="40019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kumimoji="1" lang="ja-JP" altLang="en-US" sz="2800" dirty="0">
                <a:solidFill>
                  <a:schemeClr val="accent1"/>
                </a:solidFill>
              </a:rPr>
              <a:t>反作用</a:t>
            </a: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F6AA49DD-1AEE-107E-B6EB-F5857FF0C7B3}"/>
              </a:ext>
            </a:extLst>
          </p:cNvPr>
          <p:cNvSpPr/>
          <p:nvPr/>
        </p:nvSpPr>
        <p:spPr>
          <a:xfrm>
            <a:off x="6883066" y="5714097"/>
            <a:ext cx="1152033" cy="40019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2800" dirty="0">
                <a:solidFill>
                  <a:schemeClr val="accent6"/>
                </a:solidFill>
              </a:rPr>
              <a:t>作用</a:t>
            </a: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4AEBF4C1-80A5-87FF-5D73-20F65801FD19}"/>
              </a:ext>
            </a:extLst>
          </p:cNvPr>
          <p:cNvSpPr/>
          <p:nvPr/>
        </p:nvSpPr>
        <p:spPr>
          <a:xfrm>
            <a:off x="3441538" y="2368995"/>
            <a:ext cx="1152033" cy="40019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800" dirty="0">
                <a:solidFill>
                  <a:schemeClr val="accent6"/>
                </a:solidFill>
              </a:rPr>
              <a:t>拡大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E960CDB5-E30A-9706-79EA-EEDC0F0CEDF8}"/>
              </a:ext>
            </a:extLst>
          </p:cNvPr>
          <p:cNvSpPr/>
          <p:nvPr/>
        </p:nvSpPr>
        <p:spPr>
          <a:xfrm>
            <a:off x="6881361" y="6113489"/>
            <a:ext cx="2141444" cy="47176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800" dirty="0"/>
              <a:t>地面を蹴る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E700E4AE-8F3E-83AC-0125-CF185742DC7C}"/>
              </a:ext>
            </a:extLst>
          </p:cNvPr>
          <p:cNvSpPr/>
          <p:nvPr/>
        </p:nvSpPr>
        <p:spPr>
          <a:xfrm>
            <a:off x="3712948" y="3525030"/>
            <a:ext cx="2141444" cy="103467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800" dirty="0"/>
              <a:t>地面が足を</a:t>
            </a:r>
            <a:endParaRPr kumimoji="1" lang="en-US" altLang="ja-JP" sz="2800" dirty="0"/>
          </a:p>
          <a:p>
            <a:pPr algn="ctr"/>
            <a:r>
              <a:rPr kumimoji="1" lang="ja-JP" altLang="en-US" sz="2800" dirty="0"/>
              <a:t>押し返す</a:t>
            </a:r>
          </a:p>
        </p:txBody>
      </p:sp>
      <p:sp>
        <p:nvSpPr>
          <p:cNvPr id="5" name="スライド番号プレースホルダー 7">
            <a:extLst>
              <a:ext uri="{FF2B5EF4-FFF2-40B4-BE49-F238E27FC236}">
                <a16:creationId xmlns:a16="http://schemas.microsoft.com/office/drawing/2014/main" id="{C1884533-D5A0-FCBE-41B6-F2191475A54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89237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3FC804D-E6DC-0C5E-FBF5-C526E7043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4" descr="横から見た足のイラスト">
            <a:extLst>
              <a:ext uri="{FF2B5EF4-FFF2-40B4-BE49-F238E27FC236}">
                <a16:creationId xmlns:a16="http://schemas.microsoft.com/office/drawing/2014/main" id="{6B4A9830-8D53-0BB8-D32C-50573A4235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61309">
            <a:off x="6537744" y="1821366"/>
            <a:ext cx="2304317" cy="2304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タイトル 2">
            <a:extLst>
              <a:ext uri="{FF2B5EF4-FFF2-40B4-BE49-F238E27FC236}">
                <a16:creationId xmlns:a16="http://schemas.microsoft.com/office/drawing/2014/main" id="{8CD090EA-3EE4-795A-E1C5-6A10AD88C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なぜ</a:t>
            </a:r>
            <a:r>
              <a:rPr lang="ja-JP" altLang="en-US" dirty="0">
                <a:solidFill>
                  <a:srgbClr val="00B0F0"/>
                </a:solidFill>
              </a:rPr>
              <a:t>前に進める</a:t>
            </a:r>
            <a:r>
              <a:rPr lang="ja-JP" altLang="en-US" dirty="0"/>
              <a:t>のか？</a:t>
            </a:r>
            <a:endParaRPr kumimoji="1" lang="ja-JP" altLang="en-US" dirty="0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9476E499-488E-F32A-4742-BEE3B0566FA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ja-JP" dirty="0">
                <a:hlinkClick r:id="rId3"/>
              </a:rPr>
              <a:t>https://www.irasutoya.com</a:t>
            </a:r>
            <a:endParaRPr lang="ja-JP" altLang="en-US" dirty="0"/>
          </a:p>
        </p:txBody>
      </p:sp>
      <p:pic>
        <p:nvPicPr>
          <p:cNvPr id="2" name="Picture 2" descr="走る男の子のイラスト">
            <a:extLst>
              <a:ext uri="{FF2B5EF4-FFF2-40B4-BE49-F238E27FC236}">
                <a16:creationId xmlns:a16="http://schemas.microsoft.com/office/drawing/2014/main" id="{89DE0530-0E79-0F0E-047A-10DC7BBCFD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12768" y="1099415"/>
            <a:ext cx="2820259" cy="4291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6F378C1-53D5-8981-9C42-112413678F0F}"/>
              </a:ext>
            </a:extLst>
          </p:cNvPr>
          <p:cNvSpPr/>
          <p:nvPr/>
        </p:nvSpPr>
        <p:spPr>
          <a:xfrm>
            <a:off x="4551338" y="4904626"/>
            <a:ext cx="4471467" cy="524261"/>
          </a:xfrm>
          <a:prstGeom prst="rect">
            <a:avLst/>
          </a:prstGeom>
          <a:gradFill flip="none" rotWithShape="1">
            <a:gsLst>
              <a:gs pos="0">
                <a:srgbClr val="996633">
                  <a:tint val="66000"/>
                  <a:satMod val="160000"/>
                </a:srgbClr>
              </a:gs>
              <a:gs pos="50000">
                <a:srgbClr val="996633">
                  <a:tint val="44500"/>
                  <a:satMod val="160000"/>
                </a:srgbClr>
              </a:gs>
              <a:gs pos="100000">
                <a:srgbClr val="996633">
                  <a:tint val="23500"/>
                  <a:satMod val="160000"/>
                </a:srgbClr>
              </a:gs>
            </a:gsLst>
            <a:lin ang="5400000" scaled="1"/>
            <a:tileRect/>
          </a:gradFill>
          <a:ln>
            <a:solidFill>
              <a:srgbClr val="996633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400" dirty="0">
                <a:solidFill>
                  <a:srgbClr val="996633"/>
                </a:solidFill>
              </a:rPr>
              <a:t>地面</a:t>
            </a:r>
          </a:p>
        </p:txBody>
      </p: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4E1BB2CE-FD31-1168-0A56-832E72F2F690}"/>
              </a:ext>
            </a:extLst>
          </p:cNvPr>
          <p:cNvCxnSpPr>
            <a:cxnSpLocks/>
          </p:cNvCxnSpPr>
          <p:nvPr/>
        </p:nvCxnSpPr>
        <p:spPr>
          <a:xfrm flipH="1">
            <a:off x="5272795" y="4875201"/>
            <a:ext cx="1063838" cy="1129725"/>
          </a:xfrm>
          <a:prstGeom prst="straightConnector1">
            <a:avLst/>
          </a:prstGeom>
          <a:ln w="57150">
            <a:solidFill>
              <a:schemeClr val="accent6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340D96F1-25E5-702F-7D91-1E79973B3A04}"/>
              </a:ext>
            </a:extLst>
          </p:cNvPr>
          <p:cNvCxnSpPr>
            <a:cxnSpLocks/>
          </p:cNvCxnSpPr>
          <p:nvPr/>
        </p:nvCxnSpPr>
        <p:spPr>
          <a:xfrm flipH="1">
            <a:off x="6365387" y="3745962"/>
            <a:ext cx="1064393" cy="1165250"/>
          </a:xfrm>
          <a:prstGeom prst="straightConnector1">
            <a:avLst/>
          </a:prstGeom>
          <a:ln w="57150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E3BBB78D-C813-D44D-F683-E85FAB569529}"/>
              </a:ext>
            </a:extLst>
          </p:cNvPr>
          <p:cNvSpPr/>
          <p:nvPr/>
        </p:nvSpPr>
        <p:spPr>
          <a:xfrm>
            <a:off x="529484" y="4387422"/>
            <a:ext cx="839877" cy="657742"/>
          </a:xfrm>
          <a:prstGeom prst="rect">
            <a:avLst/>
          </a:prstGeom>
          <a:noFill/>
          <a:ln w="38100">
            <a:solidFill>
              <a:schemeClr val="accent6"/>
            </a:solidFill>
            <a:prstDash val="dash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2600" dirty="0"/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C6BBE655-E14D-2A25-C8E5-D05AD7428869}"/>
              </a:ext>
            </a:extLst>
          </p:cNvPr>
          <p:cNvCxnSpPr>
            <a:cxnSpLocks/>
          </p:cNvCxnSpPr>
          <p:nvPr/>
        </p:nvCxnSpPr>
        <p:spPr>
          <a:xfrm flipV="1">
            <a:off x="1369359" y="1878751"/>
            <a:ext cx="4872878" cy="2508670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443EED2A-BA91-D77E-A9E7-74C6BD014730}"/>
              </a:ext>
            </a:extLst>
          </p:cNvPr>
          <p:cNvCxnSpPr>
            <a:cxnSpLocks/>
          </p:cNvCxnSpPr>
          <p:nvPr/>
        </p:nvCxnSpPr>
        <p:spPr>
          <a:xfrm>
            <a:off x="1369361" y="5045166"/>
            <a:ext cx="4950757" cy="1534922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BC97648A-FFB7-59AF-8CF0-3C36781B6BFF}"/>
              </a:ext>
            </a:extLst>
          </p:cNvPr>
          <p:cNvSpPr/>
          <p:nvPr/>
        </p:nvSpPr>
        <p:spPr>
          <a:xfrm>
            <a:off x="4494306" y="3127922"/>
            <a:ext cx="1356922" cy="40019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kumimoji="1" lang="ja-JP" altLang="en-US" sz="2800" dirty="0">
                <a:solidFill>
                  <a:schemeClr val="accent1"/>
                </a:solidFill>
              </a:rPr>
              <a:t>反作用</a:t>
            </a: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7ADE9717-8C8F-2A3B-C28E-E01E4E0E1E8E}"/>
              </a:ext>
            </a:extLst>
          </p:cNvPr>
          <p:cNvSpPr/>
          <p:nvPr/>
        </p:nvSpPr>
        <p:spPr>
          <a:xfrm>
            <a:off x="6883066" y="5714097"/>
            <a:ext cx="1152033" cy="40019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2800" dirty="0">
                <a:solidFill>
                  <a:schemeClr val="accent6"/>
                </a:solidFill>
              </a:rPr>
              <a:t>作用</a:t>
            </a: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15D42FA6-C424-2CC7-5041-C18C0ACB56BA}"/>
              </a:ext>
            </a:extLst>
          </p:cNvPr>
          <p:cNvSpPr/>
          <p:nvPr/>
        </p:nvSpPr>
        <p:spPr>
          <a:xfrm>
            <a:off x="3441538" y="2368995"/>
            <a:ext cx="1152033" cy="40019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800" dirty="0">
                <a:solidFill>
                  <a:schemeClr val="accent6"/>
                </a:solidFill>
              </a:rPr>
              <a:t>拡大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18597A96-2887-633B-D364-3D3EABDA0015}"/>
              </a:ext>
            </a:extLst>
          </p:cNvPr>
          <p:cNvSpPr/>
          <p:nvPr/>
        </p:nvSpPr>
        <p:spPr>
          <a:xfrm>
            <a:off x="6881361" y="6113488"/>
            <a:ext cx="2141444" cy="66831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2800" dirty="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33ABFB2A-F227-8936-7D07-A2EF5F4F2967}"/>
              </a:ext>
            </a:extLst>
          </p:cNvPr>
          <p:cNvSpPr/>
          <p:nvPr/>
        </p:nvSpPr>
        <p:spPr>
          <a:xfrm>
            <a:off x="3712948" y="3525030"/>
            <a:ext cx="2141444" cy="103467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2800" dirty="0"/>
          </a:p>
        </p:txBody>
      </p:sp>
      <p:sp>
        <p:nvSpPr>
          <p:cNvPr id="5" name="スライド番号プレースホルダー 7">
            <a:extLst>
              <a:ext uri="{FF2B5EF4-FFF2-40B4-BE49-F238E27FC236}">
                <a16:creationId xmlns:a16="http://schemas.microsoft.com/office/drawing/2014/main" id="{213BFFFD-6235-263F-4524-536181424E6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6157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DF9DD-8A7C-78A8-5373-3A7041CE5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D6D94A87-EF89-3AC7-C9A3-5A2C76B6854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0" y="2312064"/>
            <a:ext cx="9906000" cy="2233866"/>
          </a:xfrm>
        </p:spPr>
        <p:txBody>
          <a:bodyPr anchor="ctr"/>
          <a:lstStyle/>
          <a:p>
            <a:pPr marL="0" indent="0">
              <a:buNone/>
            </a:pPr>
            <a:r>
              <a:rPr lang="ja-JP" altLang="en-US" dirty="0">
                <a:solidFill>
                  <a:schemeClr val="accent6"/>
                </a:solidFill>
              </a:rPr>
              <a:t>バネばかりを使った</a:t>
            </a:r>
            <a:r>
              <a:rPr lang="ja-JP" altLang="en-US" dirty="0"/>
              <a:t>力のつり合い実験から，分かったことは？</a:t>
            </a: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4D0814BB-9DF5-BF16-A4FB-542153F62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実験考察</a:t>
            </a:r>
            <a:r>
              <a:rPr kumimoji="1" lang="en-US" altLang="ja-JP" dirty="0"/>
              <a:t>2</a:t>
            </a:r>
            <a:endParaRPr kumimoji="1" lang="ja-JP" alt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92D1AC0-3DB4-608F-2E4B-092C130D9AD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altLang="ja-JP" dirty="0">
                <a:hlinkClick r:id="rId2"/>
              </a:rPr>
              <a:t>https://forms.office.com/r/jwc9KG5T5r</a:t>
            </a:r>
            <a:endParaRPr lang="ja-JP" altLang="en-US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376D3903-05D6-5655-B8BE-38C8F86D0750}"/>
              </a:ext>
            </a:extLst>
          </p:cNvPr>
          <p:cNvSpPr/>
          <p:nvPr/>
        </p:nvSpPr>
        <p:spPr>
          <a:xfrm>
            <a:off x="731222" y="4866512"/>
            <a:ext cx="8443555" cy="10884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3200" dirty="0">
                <a:solidFill>
                  <a:schemeClr val="accent6"/>
                </a:solidFill>
              </a:rPr>
              <a:t>厚紙の移動方向</a:t>
            </a:r>
            <a:r>
              <a:rPr kumimoji="1" lang="ja-JP" altLang="en-US" sz="3200" dirty="0">
                <a:solidFill>
                  <a:schemeClr val="tx1"/>
                </a:solidFill>
              </a:rPr>
              <a:t>，</a:t>
            </a:r>
            <a:r>
              <a:rPr kumimoji="1" lang="ja-JP" altLang="en-US" sz="3200" dirty="0">
                <a:solidFill>
                  <a:schemeClr val="accent6"/>
                </a:solidFill>
              </a:rPr>
              <a:t>バネばかりの力の向き</a:t>
            </a:r>
            <a:r>
              <a:rPr kumimoji="1" lang="ja-JP" altLang="en-US" sz="3200" dirty="0">
                <a:solidFill>
                  <a:schemeClr val="tx1"/>
                </a:solidFill>
              </a:rPr>
              <a:t>と</a:t>
            </a:r>
            <a:r>
              <a:rPr kumimoji="1" lang="ja-JP" altLang="en-US" sz="3200" dirty="0">
                <a:solidFill>
                  <a:schemeClr val="accent6"/>
                </a:solidFill>
              </a:rPr>
              <a:t>位置関係</a:t>
            </a:r>
            <a:r>
              <a:rPr kumimoji="1" lang="ja-JP" altLang="en-US" sz="3200" dirty="0">
                <a:solidFill>
                  <a:schemeClr val="tx1"/>
                </a:solidFill>
              </a:rPr>
              <a:t>についてまで考えられるとなお良い．</a:t>
            </a:r>
          </a:p>
        </p:txBody>
      </p:sp>
      <p:sp>
        <p:nvSpPr>
          <p:cNvPr id="12" name="正方形/長方形 11" descr="白い背景">
            <a:extLst>
              <a:ext uri="{FF2B5EF4-FFF2-40B4-BE49-F238E27FC236}">
                <a16:creationId xmlns:a16="http://schemas.microsoft.com/office/drawing/2014/main" id="{8F563D91-1161-0580-6ED1-B48DF830090F}"/>
              </a:ext>
            </a:extLst>
          </p:cNvPr>
          <p:cNvSpPr/>
          <p:nvPr/>
        </p:nvSpPr>
        <p:spPr>
          <a:xfrm>
            <a:off x="0" y="4545930"/>
            <a:ext cx="9906000" cy="1944303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5" name="図 14">
            <a:extLst>
              <a:ext uri="{FF2B5EF4-FFF2-40B4-BE49-F238E27FC236}">
                <a16:creationId xmlns:a16="http://schemas.microsoft.com/office/drawing/2014/main" id="{3C64F9D1-08A0-6770-3579-BAB4B03D69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383" y="3428999"/>
            <a:ext cx="3061232" cy="3061232"/>
          </a:xfrm>
          <a:prstGeom prst="rect">
            <a:avLst/>
          </a:prstGeom>
        </p:spPr>
      </p:pic>
      <p:sp>
        <p:nvSpPr>
          <p:cNvPr id="2" name="スライド番号プレースホルダー 7">
            <a:extLst>
              <a:ext uri="{FF2B5EF4-FFF2-40B4-BE49-F238E27FC236}">
                <a16:creationId xmlns:a16="http://schemas.microsoft.com/office/drawing/2014/main" id="{D086DE6B-4C43-F903-F83E-DE0FCD41BCE6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46366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641E-6 1.48148E-6 L -2.5641E-6 -0.16273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8148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8" grpId="1" build="p"/>
      <p:bldP spid="10" grpId="0" animBg="1"/>
      <p:bldP spid="1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92F9B80-ECFD-69F8-98CE-56ABAE022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3EC0EBA2-D99E-DB93-09AE-03AE735ABC6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0" y="2312064"/>
            <a:ext cx="9906000" cy="2233866"/>
          </a:xfrm>
        </p:spPr>
        <p:txBody>
          <a:bodyPr anchor="ctr"/>
          <a:lstStyle/>
          <a:p>
            <a:pPr marL="0" indent="0">
              <a:buNone/>
            </a:pPr>
            <a:r>
              <a:rPr lang="ja-JP" altLang="en-US" dirty="0">
                <a:solidFill>
                  <a:schemeClr val="accent6"/>
                </a:solidFill>
              </a:rPr>
              <a:t>バネばかりを使った</a:t>
            </a:r>
            <a:r>
              <a:rPr lang="ja-JP" altLang="en-US" dirty="0"/>
              <a:t>力のつり合い実験から，分かったことは？</a:t>
            </a: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C8E1AC95-20F5-00E0-8C38-54B5A4586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実験考察</a:t>
            </a:r>
            <a:r>
              <a:rPr kumimoji="1" lang="en-US" altLang="ja-JP" dirty="0"/>
              <a:t>2</a:t>
            </a:r>
            <a:endParaRPr kumimoji="1" lang="ja-JP" alt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56DA546-99B9-771D-98F3-D82C88D889D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altLang="ja-JP" dirty="0">
                <a:hlinkClick r:id="rId2"/>
              </a:rPr>
              <a:t>https://forms.office.com/r/jwc9KG5T5r</a:t>
            </a:r>
            <a:endParaRPr lang="ja-JP" altLang="en-US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F8DD3388-00AE-C7D3-AEAC-31C97B5DB055}"/>
              </a:ext>
            </a:extLst>
          </p:cNvPr>
          <p:cNvSpPr/>
          <p:nvPr/>
        </p:nvSpPr>
        <p:spPr>
          <a:xfrm>
            <a:off x="731222" y="4866512"/>
            <a:ext cx="8443555" cy="108840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3200" dirty="0">
                <a:solidFill>
                  <a:schemeClr val="accent6"/>
                </a:solidFill>
              </a:rPr>
              <a:t>厚紙の移動方向</a:t>
            </a:r>
            <a:r>
              <a:rPr kumimoji="1" lang="ja-JP" altLang="en-US" sz="3200" dirty="0">
                <a:solidFill>
                  <a:schemeClr val="tx1"/>
                </a:solidFill>
              </a:rPr>
              <a:t>，</a:t>
            </a:r>
            <a:r>
              <a:rPr kumimoji="1" lang="ja-JP" altLang="en-US" sz="3200" dirty="0">
                <a:solidFill>
                  <a:schemeClr val="accent6"/>
                </a:solidFill>
              </a:rPr>
              <a:t>バネばかりの力の向き</a:t>
            </a:r>
            <a:r>
              <a:rPr kumimoji="1" lang="ja-JP" altLang="en-US" sz="3200" dirty="0">
                <a:solidFill>
                  <a:schemeClr val="tx1"/>
                </a:solidFill>
              </a:rPr>
              <a:t>と</a:t>
            </a:r>
            <a:r>
              <a:rPr kumimoji="1" lang="ja-JP" altLang="en-US" sz="3200" dirty="0">
                <a:solidFill>
                  <a:schemeClr val="accent6"/>
                </a:solidFill>
              </a:rPr>
              <a:t>位置関係</a:t>
            </a:r>
            <a:r>
              <a:rPr kumimoji="1" lang="ja-JP" altLang="en-US" sz="3200" dirty="0">
                <a:solidFill>
                  <a:schemeClr val="tx1"/>
                </a:solidFill>
              </a:rPr>
              <a:t>についてまで考えられるとなお良い．</a:t>
            </a:r>
          </a:p>
        </p:txBody>
      </p:sp>
      <p:sp>
        <p:nvSpPr>
          <p:cNvPr id="2" name="スライド番号プレースホルダー 7">
            <a:extLst>
              <a:ext uri="{FF2B5EF4-FFF2-40B4-BE49-F238E27FC236}">
                <a16:creationId xmlns:a16="http://schemas.microsoft.com/office/drawing/2014/main" id="{67EF6516-873A-F493-FB79-FE31BCFE1FD6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119484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we="http://schemas.microsoft.com/office/webextensions/webextension/2010/11" xmlns:pca="http://schemas.microsoft.com/office/powerpoint/2013/contentapp">
        <mc:Choice Requires="we pca">
          <p:graphicFrame>
            <p:nvGraphicFramePr>
              <p:cNvPr id="8" name="アドイン 7" title="Forms">
                <a:extLst>
                  <a:ext uri="{FF2B5EF4-FFF2-40B4-BE49-F238E27FC236}">
                    <a16:creationId xmlns:a16="http://schemas.microsoft.com/office/drawing/2014/main" id="{43EF6104-6DE8-C33B-26EC-7A150C2B222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99645506"/>
                  </p:ext>
                </p:extLst>
              </p:nvPr>
            </p:nvGraphicFramePr>
            <p:xfrm>
              <a:off x="0" y="719689"/>
              <a:ext cx="9906000" cy="6138303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 xmlns="">
          <p:pic>
            <p:nvPicPr>
              <p:cNvPr id="8" name="アドイン 7" title="Forms">
                <a:extLst>
                  <a:ext uri="{FF2B5EF4-FFF2-40B4-BE49-F238E27FC236}">
                    <a16:creationId xmlns:a16="http://schemas.microsoft.com/office/drawing/2014/main" id="{43EF6104-6DE8-C33B-26EC-7A150C2B222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0" y="719689"/>
                <a:ext cx="9906000" cy="6138303"/>
              </a:xfrm>
              <a:prstGeom prst="rect">
                <a:avLst/>
              </a:prstGeom>
            </p:spPr>
          </p:pic>
        </mc:Fallback>
      </mc:AlternateContent>
      <p:sp>
        <p:nvSpPr>
          <p:cNvPr id="3" name="タイトル 2">
            <a:extLst>
              <a:ext uri="{FF2B5EF4-FFF2-40B4-BE49-F238E27FC236}">
                <a16:creationId xmlns:a16="http://schemas.microsoft.com/office/drawing/2014/main" id="{ADD0E10E-D70D-6409-5E7E-C75DD8614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>
                <a:solidFill>
                  <a:srgbClr val="00B0F0"/>
                </a:solidFill>
              </a:rPr>
              <a:t>実験考察</a:t>
            </a:r>
            <a:r>
              <a:rPr kumimoji="1" lang="en-US" altLang="ja-JP">
                <a:solidFill>
                  <a:srgbClr val="00B0F0"/>
                </a:solidFill>
              </a:rPr>
              <a:t>2</a:t>
            </a:r>
            <a:endParaRPr kumimoji="1" lang="ja-JP" altLang="en-US">
              <a:solidFill>
                <a:srgbClr val="00B0F0"/>
              </a:solidFill>
            </a:endParaRPr>
          </a:p>
        </p:txBody>
      </p:sp>
      <p:sp>
        <p:nvSpPr>
          <p:cNvPr id="2" name="スライド番号プレースホルダー 7">
            <a:extLst>
              <a:ext uri="{FF2B5EF4-FFF2-40B4-BE49-F238E27FC236}">
                <a16:creationId xmlns:a16="http://schemas.microsoft.com/office/drawing/2014/main" id="{2BC4AE55-C41B-452A-0032-9FC8FB6BE42A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3027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60ADAD7-91BF-FE2A-C1D8-980BC9E9AC0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ja-JP" baseline="30000" dirty="0"/>
              <a:t>[7] </a:t>
            </a:r>
            <a:r>
              <a:rPr lang="en-US" altLang="ja-JP" dirty="0">
                <a:hlinkClick r:id="rId2"/>
              </a:rPr>
              <a:t>https://ja.wikipedia.org/wiki/</a:t>
            </a:r>
            <a:r>
              <a:rPr lang="ja-JP" altLang="en-US" dirty="0">
                <a:hlinkClick r:id="rId2"/>
              </a:rPr>
              <a:t>アルキメデス</a:t>
            </a:r>
            <a:endParaRPr lang="en-US" altLang="ja-JP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42000B41-77D3-675C-1BA7-71209EB566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1" r="581"/>
          <a:stretch/>
        </p:blipFill>
        <p:spPr bwMode="auto">
          <a:xfrm>
            <a:off x="350386" y="567960"/>
            <a:ext cx="4197596" cy="5624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吹き出し: 角を丸めた四角形 10">
            <a:extLst>
              <a:ext uri="{FF2B5EF4-FFF2-40B4-BE49-F238E27FC236}">
                <a16:creationId xmlns:a16="http://schemas.microsoft.com/office/drawing/2014/main" id="{CEE3B6ED-E533-E39C-BB05-FBA3678D7AE3}"/>
              </a:ext>
            </a:extLst>
          </p:cNvPr>
          <p:cNvSpPr/>
          <p:nvPr/>
        </p:nvSpPr>
        <p:spPr>
          <a:xfrm>
            <a:off x="5163426" y="3568507"/>
            <a:ext cx="4127130" cy="2111611"/>
          </a:xfrm>
          <a:prstGeom prst="wedgeRoundRectCallout">
            <a:avLst>
              <a:gd name="adj1" fmla="val -83537"/>
              <a:gd name="adj2" fmla="val -70975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200" dirty="0"/>
              <a:t>我に</a:t>
            </a:r>
            <a:r>
              <a:rPr lang="ja-JP" altLang="en-US" sz="3200" dirty="0">
                <a:solidFill>
                  <a:schemeClr val="accent6"/>
                </a:solidFill>
              </a:rPr>
              <a:t>支点</a:t>
            </a:r>
            <a:r>
              <a:rPr lang="ja-JP" altLang="en-US" sz="3200" dirty="0"/>
              <a:t>を与えよ．</a:t>
            </a:r>
            <a:endParaRPr lang="en-US" altLang="ja-JP" sz="3200" dirty="0"/>
          </a:p>
          <a:p>
            <a:pPr algn="ctr"/>
            <a:r>
              <a:rPr kumimoji="1" lang="ja-JP" altLang="en-US" sz="3200" dirty="0">
                <a:solidFill>
                  <a:schemeClr val="tx1"/>
                </a:solidFill>
              </a:rPr>
              <a:t>されば地球も動かさん．</a:t>
            </a:r>
            <a:endParaRPr kumimoji="1" lang="en-US" altLang="ja-JP" sz="3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2400" dirty="0">
                <a:solidFill>
                  <a:schemeClr val="tx1"/>
                </a:solidFill>
              </a:rPr>
              <a:t>（てこの原理）</a:t>
            </a:r>
          </a:p>
        </p:txBody>
      </p:sp>
      <p:sp>
        <p:nvSpPr>
          <p:cNvPr id="6" name="タイトル 2">
            <a:extLst>
              <a:ext uri="{FF2B5EF4-FFF2-40B4-BE49-F238E27FC236}">
                <a16:creationId xmlns:a16="http://schemas.microsoft.com/office/drawing/2014/main" id="{400FB004-1F7C-BF34-15EB-3AC4DCA0E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7982" y="1177880"/>
            <a:ext cx="5358018" cy="1227201"/>
          </a:xfrm>
        </p:spPr>
        <p:txBody>
          <a:bodyPr anchor="ctr"/>
          <a:lstStyle/>
          <a:p>
            <a:pPr algn="ctr"/>
            <a:r>
              <a:rPr lang="ja-JP" altLang="en-US" dirty="0"/>
              <a:t>アルキメデス</a:t>
            </a:r>
            <a:br>
              <a:rPr kumimoji="1" lang="en-US" altLang="ja-JP" dirty="0"/>
            </a:br>
            <a:r>
              <a:rPr lang="ja-JP" altLang="en-US" sz="2800" dirty="0"/>
              <a:t>（</a:t>
            </a:r>
            <a:r>
              <a:rPr lang="en-US" altLang="ja-JP" sz="2800" dirty="0"/>
              <a:t>B.C. 287-212</a:t>
            </a:r>
            <a:r>
              <a:rPr lang="ja-JP" altLang="en-US" sz="2800" dirty="0"/>
              <a:t>年）</a:t>
            </a:r>
            <a:endParaRPr kumimoji="1" lang="ja-JP" altLang="en-US" dirty="0"/>
          </a:p>
        </p:txBody>
      </p:sp>
      <p:sp>
        <p:nvSpPr>
          <p:cNvPr id="2" name="スライド番号プレースホルダー 7">
            <a:extLst>
              <a:ext uri="{FF2B5EF4-FFF2-40B4-BE49-F238E27FC236}">
                <a16:creationId xmlns:a16="http://schemas.microsoft.com/office/drawing/2014/main" id="{CE8DE72E-B78A-1386-6370-CDD7D632099E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3977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7651406-87E3-EEFF-AB1D-C2E3CF2D8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3941ED9-8041-B57A-5B50-00C6C93E968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ja-JP" baseline="30000" dirty="0"/>
              <a:t>[7] </a:t>
            </a:r>
            <a:r>
              <a:rPr lang="en-US" altLang="ja-JP" dirty="0">
                <a:hlinkClick r:id="rId2"/>
              </a:rPr>
              <a:t>https://ja.wikipedia.org/wiki/</a:t>
            </a:r>
            <a:r>
              <a:rPr lang="ja-JP" altLang="en-US" dirty="0">
                <a:hlinkClick r:id="rId2"/>
              </a:rPr>
              <a:t>アルキメデス</a:t>
            </a:r>
            <a:endParaRPr lang="en-US" altLang="ja-JP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CEF0E940-C8DC-E7B5-208B-6A5B3F4FBC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1" r="581"/>
          <a:stretch/>
        </p:blipFill>
        <p:spPr bwMode="auto">
          <a:xfrm>
            <a:off x="350386" y="567960"/>
            <a:ext cx="4197596" cy="5624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吹き出し: 角を丸めた四角形 10">
            <a:extLst>
              <a:ext uri="{FF2B5EF4-FFF2-40B4-BE49-F238E27FC236}">
                <a16:creationId xmlns:a16="http://schemas.microsoft.com/office/drawing/2014/main" id="{89D2C641-6F61-3088-B023-E5A8BC88F1A4}"/>
              </a:ext>
            </a:extLst>
          </p:cNvPr>
          <p:cNvSpPr/>
          <p:nvPr/>
        </p:nvSpPr>
        <p:spPr>
          <a:xfrm>
            <a:off x="5163426" y="3568507"/>
            <a:ext cx="4127130" cy="2111611"/>
          </a:xfrm>
          <a:prstGeom prst="wedgeRoundRectCallout">
            <a:avLst>
              <a:gd name="adj1" fmla="val -83537"/>
              <a:gd name="adj2" fmla="val -70975"/>
              <a:gd name="adj3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200" dirty="0"/>
              <a:t>我に</a:t>
            </a:r>
            <a:r>
              <a:rPr lang="ja-JP" altLang="en-US" sz="3200" dirty="0">
                <a:solidFill>
                  <a:schemeClr val="accent6"/>
                </a:solidFill>
              </a:rPr>
              <a:t>支点</a:t>
            </a:r>
            <a:r>
              <a:rPr lang="ja-JP" altLang="en-US" sz="3200" dirty="0"/>
              <a:t>を与えよ．</a:t>
            </a:r>
            <a:endParaRPr lang="en-US" altLang="ja-JP" sz="3200" dirty="0"/>
          </a:p>
          <a:p>
            <a:pPr algn="ctr"/>
            <a:r>
              <a:rPr kumimoji="1" lang="ja-JP" altLang="en-US" sz="3200" dirty="0">
                <a:solidFill>
                  <a:schemeClr val="tx1"/>
                </a:solidFill>
              </a:rPr>
              <a:t>されば地球も動かさん．</a:t>
            </a:r>
            <a:endParaRPr kumimoji="1" lang="en-US" altLang="ja-JP" sz="3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2400" dirty="0">
                <a:solidFill>
                  <a:schemeClr val="tx1"/>
                </a:solidFill>
              </a:rPr>
              <a:t>（てこの原理）</a:t>
            </a:r>
          </a:p>
        </p:txBody>
      </p:sp>
      <p:sp>
        <p:nvSpPr>
          <p:cNvPr id="6" name="タイトル 2">
            <a:extLst>
              <a:ext uri="{FF2B5EF4-FFF2-40B4-BE49-F238E27FC236}">
                <a16:creationId xmlns:a16="http://schemas.microsoft.com/office/drawing/2014/main" id="{C805981E-87C8-CF90-787E-12B4E7D10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7982" y="1177880"/>
            <a:ext cx="5358018" cy="1227201"/>
          </a:xfrm>
        </p:spPr>
        <p:txBody>
          <a:bodyPr anchor="ctr"/>
          <a:lstStyle/>
          <a:p>
            <a:pPr algn="ctr"/>
            <a:r>
              <a:rPr lang="ja-JP" altLang="en-US" dirty="0"/>
              <a:t>アルキメデス</a:t>
            </a:r>
            <a:br>
              <a:rPr kumimoji="1" lang="en-US" altLang="ja-JP" dirty="0"/>
            </a:br>
            <a:r>
              <a:rPr lang="ja-JP" altLang="en-US" sz="2800" dirty="0"/>
              <a:t>（</a:t>
            </a:r>
            <a:r>
              <a:rPr lang="en-US" altLang="ja-JP" sz="2800" dirty="0"/>
              <a:t>B.C. 287-212</a:t>
            </a:r>
            <a:r>
              <a:rPr lang="ja-JP" altLang="en-US" sz="2800" dirty="0"/>
              <a:t>年）</a:t>
            </a:r>
            <a:endParaRPr kumimoji="1" lang="ja-JP" altLang="en-US" dirty="0"/>
          </a:p>
        </p:txBody>
      </p:sp>
      <p:sp>
        <p:nvSpPr>
          <p:cNvPr id="2" name="スライド番号プレースホルダー 7">
            <a:extLst>
              <a:ext uri="{FF2B5EF4-FFF2-40B4-BE49-F238E27FC236}">
                <a16:creationId xmlns:a16="http://schemas.microsoft.com/office/drawing/2014/main" id="{4FD67D53-7EB4-1FDD-D107-5F5D3D05B5C0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84739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テキスト プレースホルダー 10">
            <a:extLst>
              <a:ext uri="{FF2B5EF4-FFF2-40B4-BE49-F238E27FC236}">
                <a16:creationId xmlns:a16="http://schemas.microsoft.com/office/drawing/2014/main" id="{067FF248-90A8-C305-5336-3E6221C2831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pPr marL="583038" indent="-583038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u"/>
            </a:pPr>
            <a:r>
              <a:rPr lang="ja-JP" altLang="en-US" sz="3600" dirty="0">
                <a:latin typeface="+mn-ea"/>
                <a:cs typeface="CMU Serif" panose="02000603000000000000" pitchFamily="2" charset="0"/>
              </a:rPr>
              <a:t>投石器に応用</a:t>
            </a:r>
            <a:endParaRPr lang="en-US" altLang="ja-JP" sz="3600" dirty="0">
              <a:latin typeface="+mn-ea"/>
              <a:cs typeface="CMU Serif" panose="02000603000000000000" pitchFamily="2" charset="0"/>
            </a:endParaRPr>
          </a:p>
          <a:p>
            <a:pPr marL="583038" indent="-583038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u"/>
            </a:pPr>
            <a:r>
              <a:rPr lang="ja-JP" altLang="en-US" sz="3600" dirty="0"/>
              <a:t>海岸からローマ海軍の船を攻撃した．</a:t>
            </a:r>
            <a:endParaRPr lang="en-US" altLang="ja-JP" sz="3600" dirty="0"/>
          </a:p>
          <a:p>
            <a:pPr marL="583038" indent="-583038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u"/>
            </a:pPr>
            <a:r>
              <a:rPr lang="ja-JP" altLang="en-US" sz="3600" dirty="0"/>
              <a:t>船に大きな穴を開け海からの攻撃もうまくいかなかった．</a:t>
            </a:r>
            <a:endParaRPr lang="en-US" altLang="ja-JP" sz="3600" dirty="0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B9BBA4FB-3395-77C4-3BCA-4195299DA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てこの原理</a:t>
            </a:r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0CE36B9D-F107-112C-2E5E-F18F03414F1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altLang="ja-JP" baseline="30000" dirty="0"/>
              <a:t>[8] </a:t>
            </a:r>
            <a:r>
              <a:rPr lang="en-US" altLang="ja-JP" dirty="0">
                <a:hlinkClick r:id="rId2"/>
              </a:rPr>
              <a:t>http://ktymtskz.my.coocan.jp/S/physic/phi2.htm</a:t>
            </a:r>
            <a:endParaRPr lang="en-US" altLang="ja-JP" dirty="0"/>
          </a:p>
        </p:txBody>
      </p:sp>
      <p:sp>
        <p:nvSpPr>
          <p:cNvPr id="3" name="フリーフォーム: 図形 2">
            <a:extLst>
              <a:ext uri="{FF2B5EF4-FFF2-40B4-BE49-F238E27FC236}">
                <a16:creationId xmlns:a16="http://schemas.microsoft.com/office/drawing/2014/main" id="{E99B09EA-867D-D0F1-BD02-AEACA396A5B3}"/>
              </a:ext>
            </a:extLst>
          </p:cNvPr>
          <p:cNvSpPr/>
          <p:nvPr/>
        </p:nvSpPr>
        <p:spPr>
          <a:xfrm rot="1003818">
            <a:off x="340908" y="3435569"/>
            <a:ext cx="4293816" cy="809170"/>
          </a:xfrm>
          <a:custGeom>
            <a:avLst/>
            <a:gdLst>
              <a:gd name="connsiteX0" fmla="*/ 2651570 w 5284696"/>
              <a:gd name="connsiteY0" fmla="*/ 145561 h 995901"/>
              <a:gd name="connsiteX1" fmla="*/ 3289205 w 5284696"/>
              <a:gd name="connsiteY1" fmla="*/ 743418 h 995901"/>
              <a:gd name="connsiteX2" fmla="*/ 2449250 w 5284696"/>
              <a:gd name="connsiteY2" fmla="*/ 995901 h 995901"/>
              <a:gd name="connsiteX3" fmla="*/ 0 w 5284696"/>
              <a:gd name="connsiteY3" fmla="*/ 0 h 995901"/>
              <a:gd name="connsiteX4" fmla="*/ 5284696 w 5284696"/>
              <a:gd name="connsiteY4" fmla="*/ 0 h 995901"/>
              <a:gd name="connsiteX5" fmla="*/ 5284696 w 5284696"/>
              <a:gd name="connsiteY5" fmla="*/ 144787 h 995901"/>
              <a:gd name="connsiteX6" fmla="*/ 0 w 5284696"/>
              <a:gd name="connsiteY6" fmla="*/ 144787 h 995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84696" h="995901">
                <a:moveTo>
                  <a:pt x="2651570" y="145561"/>
                </a:moveTo>
                <a:lnTo>
                  <a:pt x="3289205" y="743418"/>
                </a:lnTo>
                <a:lnTo>
                  <a:pt x="2449250" y="995901"/>
                </a:lnTo>
                <a:close/>
                <a:moveTo>
                  <a:pt x="0" y="0"/>
                </a:moveTo>
                <a:lnTo>
                  <a:pt x="5284696" y="0"/>
                </a:lnTo>
                <a:lnTo>
                  <a:pt x="5284696" y="144787"/>
                </a:lnTo>
                <a:lnTo>
                  <a:pt x="0" y="144787"/>
                </a:lnTo>
                <a:close/>
              </a:path>
            </a:pathLst>
          </a:cu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 sz="975"/>
          </a:p>
        </p:txBody>
      </p:sp>
      <p:sp>
        <p:nvSpPr>
          <p:cNvPr id="14" name="吹き出し: 円形 13">
            <a:extLst>
              <a:ext uri="{FF2B5EF4-FFF2-40B4-BE49-F238E27FC236}">
                <a16:creationId xmlns:a16="http://schemas.microsoft.com/office/drawing/2014/main" id="{EEF1A307-F803-E1DC-E531-A5C97C4733CD}"/>
              </a:ext>
            </a:extLst>
          </p:cNvPr>
          <p:cNvSpPr/>
          <p:nvPr/>
        </p:nvSpPr>
        <p:spPr>
          <a:xfrm>
            <a:off x="2384565" y="2592213"/>
            <a:ext cx="1385396" cy="614335"/>
          </a:xfrm>
          <a:prstGeom prst="wedgeEllipseCallout">
            <a:avLst>
              <a:gd name="adj1" fmla="val -28695"/>
              <a:gd name="adj2" fmla="val 7809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000"/>
              <a:t>支点</a:t>
            </a:r>
          </a:p>
        </p:txBody>
      </p:sp>
      <p:sp>
        <p:nvSpPr>
          <p:cNvPr id="15" name="吹き出し: 円形 14">
            <a:extLst>
              <a:ext uri="{FF2B5EF4-FFF2-40B4-BE49-F238E27FC236}">
                <a16:creationId xmlns:a16="http://schemas.microsoft.com/office/drawing/2014/main" id="{0653EBC6-E504-3CFF-39B6-8C46A8A5ED3A}"/>
              </a:ext>
            </a:extLst>
          </p:cNvPr>
          <p:cNvSpPr/>
          <p:nvPr/>
        </p:nvSpPr>
        <p:spPr>
          <a:xfrm>
            <a:off x="3584103" y="4480082"/>
            <a:ext cx="1385396" cy="614335"/>
          </a:xfrm>
          <a:prstGeom prst="wedgeEllipseCallout">
            <a:avLst>
              <a:gd name="adj1" fmla="val 20330"/>
              <a:gd name="adj2" fmla="val -74011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000"/>
              <a:t>作用点</a:t>
            </a:r>
          </a:p>
        </p:txBody>
      </p:sp>
      <p:sp>
        <p:nvSpPr>
          <p:cNvPr id="16" name="吹き出し: 円形 15">
            <a:extLst>
              <a:ext uri="{FF2B5EF4-FFF2-40B4-BE49-F238E27FC236}">
                <a16:creationId xmlns:a16="http://schemas.microsoft.com/office/drawing/2014/main" id="{A8BCE42D-EFB7-3322-2234-DC45826A6FFA}"/>
              </a:ext>
            </a:extLst>
          </p:cNvPr>
          <p:cNvSpPr/>
          <p:nvPr/>
        </p:nvSpPr>
        <p:spPr>
          <a:xfrm>
            <a:off x="116852" y="3364870"/>
            <a:ext cx="1385396" cy="614335"/>
          </a:xfrm>
          <a:prstGeom prst="wedgeEllipseCallout">
            <a:avLst>
              <a:gd name="adj1" fmla="val -17982"/>
              <a:gd name="adj2" fmla="val -85025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000" dirty="0"/>
              <a:t>力点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5BDEA97E-B3B7-BB62-D9C5-30F659416FE7}"/>
              </a:ext>
            </a:extLst>
          </p:cNvPr>
          <p:cNvSpPr txBox="1"/>
          <p:nvPr/>
        </p:nvSpPr>
        <p:spPr>
          <a:xfrm>
            <a:off x="60980" y="4079363"/>
            <a:ext cx="14971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000" dirty="0">
                <a:solidFill>
                  <a:schemeClr val="accent6"/>
                </a:solidFill>
              </a:rPr>
              <a:t>力を加えている点</a:t>
            </a:r>
            <a:endParaRPr kumimoji="1" lang="ja-JP" altLang="en-US" sz="2000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0ACBBB08-A5C9-8ECF-E1A2-D5754DFC44F9}"/>
              </a:ext>
            </a:extLst>
          </p:cNvPr>
          <p:cNvSpPr txBox="1"/>
          <p:nvPr/>
        </p:nvSpPr>
        <p:spPr>
          <a:xfrm>
            <a:off x="3179882" y="5193143"/>
            <a:ext cx="21852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000" dirty="0">
                <a:solidFill>
                  <a:schemeClr val="accent6"/>
                </a:solidFill>
              </a:rPr>
              <a:t>力のはたらきが</a:t>
            </a:r>
            <a:endParaRPr kumimoji="1" lang="en-US" altLang="ja-JP" sz="2000" dirty="0">
              <a:solidFill>
                <a:schemeClr val="accent6"/>
              </a:solidFill>
            </a:endParaRPr>
          </a:p>
          <a:p>
            <a:pPr algn="ctr"/>
            <a:r>
              <a:rPr kumimoji="1" lang="ja-JP" altLang="en-US" sz="2000" dirty="0">
                <a:solidFill>
                  <a:schemeClr val="accent6"/>
                </a:solidFill>
              </a:rPr>
              <a:t>起こる点</a:t>
            </a:r>
            <a:endParaRPr kumimoji="1" lang="ja-JP" altLang="en-US" sz="2000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00EFDA1-8FAB-70CA-C956-12C99A00B6DF}"/>
              </a:ext>
            </a:extLst>
          </p:cNvPr>
          <p:cNvSpPr txBox="1"/>
          <p:nvPr/>
        </p:nvSpPr>
        <p:spPr>
          <a:xfrm>
            <a:off x="2190715" y="2113277"/>
            <a:ext cx="17730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000" dirty="0">
                <a:solidFill>
                  <a:schemeClr val="accent6"/>
                </a:solidFill>
              </a:rPr>
              <a:t>支えている点</a:t>
            </a:r>
          </a:p>
        </p:txBody>
      </p:sp>
      <p:sp>
        <p:nvSpPr>
          <p:cNvPr id="5" name="スライド番号プレースホルダー 7">
            <a:extLst>
              <a:ext uri="{FF2B5EF4-FFF2-40B4-BE49-F238E27FC236}">
                <a16:creationId xmlns:a16="http://schemas.microsoft.com/office/drawing/2014/main" id="{5104334B-D217-1A2E-59E6-E19B6306FB6A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16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4294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  <p:bldP spid="14" grpId="0" animBg="1"/>
      <p:bldP spid="15" grpId="0" animBg="1"/>
      <p:bldP spid="16" grpId="0" animBg="1"/>
      <p:bldP spid="17" grpId="0"/>
      <p:bldP spid="18" grpId="0"/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012E246-01A8-C873-B86E-C42E21D29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テキスト プレースホルダー 10">
            <a:extLst>
              <a:ext uri="{FF2B5EF4-FFF2-40B4-BE49-F238E27FC236}">
                <a16:creationId xmlns:a16="http://schemas.microsoft.com/office/drawing/2014/main" id="{51B72DBB-2B89-A50B-DC61-D850BA061F8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pPr marL="583038" indent="-583038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u"/>
            </a:pPr>
            <a:r>
              <a:rPr lang="ja-JP" altLang="en-US" sz="3600" dirty="0">
                <a:latin typeface="+mn-ea"/>
                <a:cs typeface="CMU Serif" panose="02000603000000000000" pitchFamily="2" charset="0"/>
              </a:rPr>
              <a:t>投石器に応用</a:t>
            </a:r>
            <a:endParaRPr lang="en-US" altLang="ja-JP" sz="3600" dirty="0">
              <a:latin typeface="+mn-ea"/>
              <a:cs typeface="CMU Serif" panose="02000603000000000000" pitchFamily="2" charset="0"/>
            </a:endParaRPr>
          </a:p>
          <a:p>
            <a:pPr marL="583038" indent="-583038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u"/>
            </a:pPr>
            <a:r>
              <a:rPr lang="ja-JP" altLang="en-US" sz="3600" dirty="0"/>
              <a:t>海岸からローマ海軍の船を攻撃した．</a:t>
            </a:r>
            <a:endParaRPr lang="en-US" altLang="ja-JP" sz="3600" dirty="0"/>
          </a:p>
          <a:p>
            <a:pPr marL="583038" indent="-583038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u"/>
            </a:pPr>
            <a:r>
              <a:rPr lang="ja-JP" altLang="en-US" sz="3600" dirty="0"/>
              <a:t>船に大きな穴を開け海からの攻撃もうまくいかなかった．</a:t>
            </a:r>
            <a:endParaRPr lang="en-US" altLang="ja-JP" sz="3600" dirty="0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F3CFF19C-7ECB-51D4-3542-E3D283A44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てこの原理</a:t>
            </a:r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5A19FF87-DDCC-9F4E-399C-7C3F43198D6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altLang="ja-JP" baseline="30000" dirty="0"/>
              <a:t>[8] </a:t>
            </a:r>
            <a:r>
              <a:rPr lang="en-US" altLang="ja-JP" dirty="0">
                <a:hlinkClick r:id="rId2"/>
              </a:rPr>
              <a:t>http://ktymtskz.my.coocan.jp/S/physic/phi2.htm</a:t>
            </a:r>
            <a:endParaRPr lang="en-US" altLang="ja-JP" dirty="0"/>
          </a:p>
        </p:txBody>
      </p:sp>
      <p:sp>
        <p:nvSpPr>
          <p:cNvPr id="3" name="フリーフォーム: 図形 2">
            <a:extLst>
              <a:ext uri="{FF2B5EF4-FFF2-40B4-BE49-F238E27FC236}">
                <a16:creationId xmlns:a16="http://schemas.microsoft.com/office/drawing/2014/main" id="{09A1BA05-89A4-44AA-9A8F-03911E6559CA}"/>
              </a:ext>
            </a:extLst>
          </p:cNvPr>
          <p:cNvSpPr/>
          <p:nvPr/>
        </p:nvSpPr>
        <p:spPr>
          <a:xfrm rot="1003818">
            <a:off x="340908" y="3435569"/>
            <a:ext cx="4293816" cy="809170"/>
          </a:xfrm>
          <a:custGeom>
            <a:avLst/>
            <a:gdLst>
              <a:gd name="connsiteX0" fmla="*/ 2651570 w 5284696"/>
              <a:gd name="connsiteY0" fmla="*/ 145561 h 995901"/>
              <a:gd name="connsiteX1" fmla="*/ 3289205 w 5284696"/>
              <a:gd name="connsiteY1" fmla="*/ 743418 h 995901"/>
              <a:gd name="connsiteX2" fmla="*/ 2449250 w 5284696"/>
              <a:gd name="connsiteY2" fmla="*/ 995901 h 995901"/>
              <a:gd name="connsiteX3" fmla="*/ 0 w 5284696"/>
              <a:gd name="connsiteY3" fmla="*/ 0 h 995901"/>
              <a:gd name="connsiteX4" fmla="*/ 5284696 w 5284696"/>
              <a:gd name="connsiteY4" fmla="*/ 0 h 995901"/>
              <a:gd name="connsiteX5" fmla="*/ 5284696 w 5284696"/>
              <a:gd name="connsiteY5" fmla="*/ 144787 h 995901"/>
              <a:gd name="connsiteX6" fmla="*/ 0 w 5284696"/>
              <a:gd name="connsiteY6" fmla="*/ 144787 h 995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84696" h="995901">
                <a:moveTo>
                  <a:pt x="2651570" y="145561"/>
                </a:moveTo>
                <a:lnTo>
                  <a:pt x="3289205" y="743418"/>
                </a:lnTo>
                <a:lnTo>
                  <a:pt x="2449250" y="995901"/>
                </a:lnTo>
                <a:close/>
                <a:moveTo>
                  <a:pt x="0" y="0"/>
                </a:moveTo>
                <a:lnTo>
                  <a:pt x="5284696" y="0"/>
                </a:lnTo>
                <a:lnTo>
                  <a:pt x="5284696" y="144787"/>
                </a:lnTo>
                <a:lnTo>
                  <a:pt x="0" y="144787"/>
                </a:lnTo>
                <a:close/>
              </a:path>
            </a:pathLst>
          </a:cu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 sz="975"/>
          </a:p>
        </p:txBody>
      </p:sp>
      <p:sp>
        <p:nvSpPr>
          <p:cNvPr id="14" name="吹き出し: 円形 13">
            <a:extLst>
              <a:ext uri="{FF2B5EF4-FFF2-40B4-BE49-F238E27FC236}">
                <a16:creationId xmlns:a16="http://schemas.microsoft.com/office/drawing/2014/main" id="{B3F34BCC-FC59-0291-4E68-D35AFFD56836}"/>
              </a:ext>
            </a:extLst>
          </p:cNvPr>
          <p:cNvSpPr/>
          <p:nvPr/>
        </p:nvSpPr>
        <p:spPr>
          <a:xfrm>
            <a:off x="2384565" y="2592213"/>
            <a:ext cx="1385396" cy="614335"/>
          </a:xfrm>
          <a:prstGeom prst="wedgeEllipseCallout">
            <a:avLst>
              <a:gd name="adj1" fmla="val -28695"/>
              <a:gd name="adj2" fmla="val 7809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000"/>
              <a:t>支点</a:t>
            </a:r>
          </a:p>
        </p:txBody>
      </p:sp>
      <p:sp>
        <p:nvSpPr>
          <p:cNvPr id="15" name="吹き出し: 円形 14">
            <a:extLst>
              <a:ext uri="{FF2B5EF4-FFF2-40B4-BE49-F238E27FC236}">
                <a16:creationId xmlns:a16="http://schemas.microsoft.com/office/drawing/2014/main" id="{EE1B54E2-897C-3E76-155A-46C4182D0479}"/>
              </a:ext>
            </a:extLst>
          </p:cNvPr>
          <p:cNvSpPr/>
          <p:nvPr/>
        </p:nvSpPr>
        <p:spPr>
          <a:xfrm>
            <a:off x="3584103" y="4480082"/>
            <a:ext cx="1385396" cy="614335"/>
          </a:xfrm>
          <a:prstGeom prst="wedgeEllipseCallout">
            <a:avLst>
              <a:gd name="adj1" fmla="val 20330"/>
              <a:gd name="adj2" fmla="val -7401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000"/>
              <a:t>作用点</a:t>
            </a:r>
          </a:p>
        </p:txBody>
      </p:sp>
      <p:sp>
        <p:nvSpPr>
          <p:cNvPr id="16" name="吹き出し: 円形 15">
            <a:extLst>
              <a:ext uri="{FF2B5EF4-FFF2-40B4-BE49-F238E27FC236}">
                <a16:creationId xmlns:a16="http://schemas.microsoft.com/office/drawing/2014/main" id="{D17ABF95-2AF5-DD78-3F13-FE30B5592AF1}"/>
              </a:ext>
            </a:extLst>
          </p:cNvPr>
          <p:cNvSpPr/>
          <p:nvPr/>
        </p:nvSpPr>
        <p:spPr>
          <a:xfrm>
            <a:off x="116852" y="3364870"/>
            <a:ext cx="1385396" cy="614335"/>
          </a:xfrm>
          <a:prstGeom prst="wedgeEllipseCallout">
            <a:avLst>
              <a:gd name="adj1" fmla="val -17982"/>
              <a:gd name="adj2" fmla="val -85025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000" dirty="0"/>
              <a:t>力点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87741E58-95E6-1269-35E8-61CE812E0D17}"/>
              </a:ext>
            </a:extLst>
          </p:cNvPr>
          <p:cNvSpPr txBox="1"/>
          <p:nvPr/>
        </p:nvSpPr>
        <p:spPr>
          <a:xfrm>
            <a:off x="60980" y="4079363"/>
            <a:ext cx="14971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000" dirty="0">
                <a:solidFill>
                  <a:schemeClr val="accent6"/>
                </a:solidFill>
              </a:rPr>
              <a:t>力を加えている点</a:t>
            </a:r>
            <a:endParaRPr kumimoji="1" lang="ja-JP" altLang="en-US" sz="2000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120ED93A-478C-E95F-5DFB-F92D4AFD8B1A}"/>
              </a:ext>
            </a:extLst>
          </p:cNvPr>
          <p:cNvSpPr txBox="1"/>
          <p:nvPr/>
        </p:nvSpPr>
        <p:spPr>
          <a:xfrm>
            <a:off x="3179882" y="5193143"/>
            <a:ext cx="21852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000" dirty="0">
                <a:solidFill>
                  <a:schemeClr val="accent6"/>
                </a:solidFill>
              </a:rPr>
              <a:t>力のはたらきが</a:t>
            </a:r>
            <a:endParaRPr kumimoji="1" lang="en-US" altLang="ja-JP" sz="2000" dirty="0">
              <a:solidFill>
                <a:schemeClr val="accent6"/>
              </a:solidFill>
            </a:endParaRPr>
          </a:p>
          <a:p>
            <a:pPr algn="ctr"/>
            <a:r>
              <a:rPr kumimoji="1" lang="ja-JP" altLang="en-US" sz="2000" dirty="0">
                <a:solidFill>
                  <a:schemeClr val="accent6"/>
                </a:solidFill>
              </a:rPr>
              <a:t>起こる点</a:t>
            </a:r>
            <a:endParaRPr kumimoji="1" lang="ja-JP" altLang="en-US" sz="2000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E0053C9-FDBF-9CD1-7F35-5E5D0C4C4F24}"/>
              </a:ext>
            </a:extLst>
          </p:cNvPr>
          <p:cNvSpPr txBox="1"/>
          <p:nvPr/>
        </p:nvSpPr>
        <p:spPr>
          <a:xfrm>
            <a:off x="2190715" y="2113277"/>
            <a:ext cx="17730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000" dirty="0">
                <a:solidFill>
                  <a:schemeClr val="accent6"/>
                </a:solidFill>
              </a:rPr>
              <a:t>支えている点</a:t>
            </a:r>
          </a:p>
        </p:txBody>
      </p:sp>
      <p:sp>
        <p:nvSpPr>
          <p:cNvPr id="5" name="スライド番号プレースホルダー 7">
            <a:extLst>
              <a:ext uri="{FF2B5EF4-FFF2-40B4-BE49-F238E27FC236}">
                <a16:creationId xmlns:a16="http://schemas.microsoft.com/office/drawing/2014/main" id="{A38BDBC3-6EA7-D135-82AA-F9A0DDB83BC4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17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038926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C1CC51AA-40E6-1B9B-1BCA-FF4B026ED7C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pPr marL="696551" indent="-696551">
              <a:buFont typeface="Arial" panose="020B0604020202020204" pitchFamily="34" charset="0"/>
              <a:buChar char="•"/>
            </a:pPr>
            <a:r>
              <a:rPr lang="ja-JP" altLang="en-US" dirty="0"/>
              <a:t>力は物体で全体にはたらいているが，</a:t>
            </a:r>
            <a:r>
              <a:rPr lang="en-US" altLang="ja-JP" dirty="0">
                <a:solidFill>
                  <a:schemeClr val="accent6"/>
                </a:solidFill>
              </a:rPr>
              <a:t>1</a:t>
            </a:r>
            <a:r>
              <a:rPr lang="ja-JP" altLang="en-US" dirty="0">
                <a:solidFill>
                  <a:schemeClr val="accent6"/>
                </a:solidFill>
              </a:rPr>
              <a:t>本の矢印</a:t>
            </a:r>
            <a:r>
              <a:rPr lang="ja-JP" altLang="en-US" dirty="0"/>
              <a:t>で表現する．</a:t>
            </a:r>
            <a:endParaRPr lang="en-US" altLang="ja-JP" dirty="0"/>
          </a:p>
          <a:p>
            <a:pPr marL="696551" indent="-696551">
              <a:buFont typeface="Arial" panose="020B0604020202020204" pitchFamily="34" charset="0"/>
              <a:buChar char="•"/>
            </a:pPr>
            <a:r>
              <a:rPr lang="ja-JP" altLang="en-US" dirty="0"/>
              <a:t>矢印の始点は</a:t>
            </a:r>
            <a:r>
              <a:rPr lang="ja-JP" altLang="en-US" dirty="0">
                <a:solidFill>
                  <a:schemeClr val="accent6"/>
                </a:solidFill>
              </a:rPr>
              <a:t>作用点</a:t>
            </a:r>
            <a:r>
              <a:rPr lang="ja-JP" altLang="en-US" dirty="0"/>
              <a:t>，向きは</a:t>
            </a:r>
            <a:r>
              <a:rPr lang="ja-JP" altLang="en-US" dirty="0">
                <a:solidFill>
                  <a:schemeClr val="accent6"/>
                </a:solidFill>
              </a:rPr>
              <a:t>力の向き</a:t>
            </a:r>
            <a:r>
              <a:rPr lang="ja-JP" altLang="en-US" dirty="0"/>
              <a:t>，長さは</a:t>
            </a:r>
            <a:r>
              <a:rPr lang="ja-JP" altLang="en-US" dirty="0">
                <a:solidFill>
                  <a:schemeClr val="accent6"/>
                </a:solidFill>
              </a:rPr>
              <a:t>力の大きさ</a:t>
            </a:r>
            <a:r>
              <a:rPr lang="ja-JP" altLang="en-US" dirty="0"/>
              <a:t>を表している．</a:t>
            </a:r>
            <a:endParaRPr lang="en-US" altLang="ja-JP" dirty="0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EDE1B5AB-42D8-D0AA-AE7C-DE3BEAE83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力は矢印である</a:t>
            </a:r>
          </a:p>
        </p:txBody>
      </p:sp>
      <p:sp>
        <p:nvSpPr>
          <p:cNvPr id="3" name="スライド番号プレースホルダー 7">
            <a:extLst>
              <a:ext uri="{FF2B5EF4-FFF2-40B4-BE49-F238E27FC236}">
                <a16:creationId xmlns:a16="http://schemas.microsoft.com/office/drawing/2014/main" id="{951AA84C-A185-94F4-B677-73943DC040B3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18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77139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E134FAA-9E5A-5291-41B1-B322AFDCB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55D28FDC-3706-4630-90E2-219FCCFDB71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pPr marL="696551" indent="-696551">
              <a:buFont typeface="Arial" panose="020B0604020202020204" pitchFamily="34" charset="0"/>
              <a:buChar char="•"/>
            </a:pPr>
            <a:r>
              <a:rPr lang="ja-JP" altLang="en-US" dirty="0"/>
              <a:t>力は物体で全体にはたらいているが，</a:t>
            </a:r>
            <a:r>
              <a:rPr lang="en-US" altLang="ja-JP" dirty="0">
                <a:solidFill>
                  <a:schemeClr val="accent6"/>
                </a:solidFill>
              </a:rPr>
              <a:t>1</a:t>
            </a:r>
            <a:r>
              <a:rPr lang="ja-JP" altLang="en-US" dirty="0">
                <a:solidFill>
                  <a:schemeClr val="accent6"/>
                </a:solidFill>
              </a:rPr>
              <a:t>本の矢印</a:t>
            </a:r>
            <a:r>
              <a:rPr lang="ja-JP" altLang="en-US" dirty="0"/>
              <a:t>で表現する．</a:t>
            </a:r>
            <a:endParaRPr lang="en-US" altLang="ja-JP" dirty="0"/>
          </a:p>
          <a:p>
            <a:pPr marL="696551" indent="-696551">
              <a:buFont typeface="Arial" panose="020B0604020202020204" pitchFamily="34" charset="0"/>
              <a:buChar char="•"/>
            </a:pPr>
            <a:r>
              <a:rPr lang="ja-JP" altLang="en-US" dirty="0"/>
              <a:t>矢印の始点は</a:t>
            </a:r>
            <a:r>
              <a:rPr lang="ja-JP" altLang="en-US" dirty="0">
                <a:solidFill>
                  <a:schemeClr val="accent6"/>
                </a:solidFill>
              </a:rPr>
              <a:t>作用点</a:t>
            </a:r>
            <a:r>
              <a:rPr lang="ja-JP" altLang="en-US" dirty="0"/>
              <a:t>，向きは</a:t>
            </a:r>
            <a:r>
              <a:rPr lang="ja-JP" altLang="en-US" dirty="0">
                <a:solidFill>
                  <a:schemeClr val="accent6"/>
                </a:solidFill>
              </a:rPr>
              <a:t>力の向き</a:t>
            </a:r>
            <a:r>
              <a:rPr lang="ja-JP" altLang="en-US" dirty="0"/>
              <a:t>，長さは</a:t>
            </a:r>
            <a:r>
              <a:rPr lang="ja-JP" altLang="en-US" dirty="0">
                <a:solidFill>
                  <a:schemeClr val="accent6"/>
                </a:solidFill>
              </a:rPr>
              <a:t>力の大きさ</a:t>
            </a:r>
            <a:r>
              <a:rPr lang="ja-JP" altLang="en-US" dirty="0"/>
              <a:t>を表している．</a:t>
            </a:r>
            <a:endParaRPr lang="en-US" altLang="ja-JP" dirty="0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47E24185-E9E4-E491-80C5-FA20FD136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力は矢印である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23A220B-9566-0BE8-B4C2-0E668A8B5DD5}"/>
              </a:ext>
            </a:extLst>
          </p:cNvPr>
          <p:cNvSpPr/>
          <p:nvPr/>
        </p:nvSpPr>
        <p:spPr>
          <a:xfrm>
            <a:off x="3295650" y="2076450"/>
            <a:ext cx="3314700" cy="9271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A8E5B140-D861-FDF6-5024-AE145E7AFCA0}"/>
              </a:ext>
            </a:extLst>
          </p:cNvPr>
          <p:cNvSpPr/>
          <p:nvPr/>
        </p:nvSpPr>
        <p:spPr>
          <a:xfrm>
            <a:off x="4919663" y="3854451"/>
            <a:ext cx="2103438" cy="9271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4AAEE06-5587-FD16-A42C-3120AB44FB2A}"/>
              </a:ext>
            </a:extLst>
          </p:cNvPr>
          <p:cNvSpPr/>
          <p:nvPr/>
        </p:nvSpPr>
        <p:spPr>
          <a:xfrm>
            <a:off x="667545" y="4710369"/>
            <a:ext cx="2939256" cy="9271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9CC5349-5600-82B5-32E2-A950F64DAE15}"/>
              </a:ext>
            </a:extLst>
          </p:cNvPr>
          <p:cNvSpPr/>
          <p:nvPr/>
        </p:nvSpPr>
        <p:spPr>
          <a:xfrm>
            <a:off x="6321425" y="4826001"/>
            <a:ext cx="3432175" cy="9271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スライド番号プレースホルダー 7">
            <a:extLst>
              <a:ext uri="{FF2B5EF4-FFF2-40B4-BE49-F238E27FC236}">
                <a16:creationId xmlns:a16="http://schemas.microsoft.com/office/drawing/2014/main" id="{49871340-7F16-2A8A-CCEC-79E99E4E553D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19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309424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24A73-44C4-DB26-6DBA-38F80EEC7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4" descr="りんごのイラスト（フルーツ）">
            <a:extLst>
              <a:ext uri="{FF2B5EF4-FFF2-40B4-BE49-F238E27FC236}">
                <a16:creationId xmlns:a16="http://schemas.microsoft.com/office/drawing/2014/main" id="{E2888819-BEA1-C6B3-3659-E1D0CEABBF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5910" y="817863"/>
            <a:ext cx="1031583" cy="1077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025A7B65-0AD4-462F-8A94-811AF9B76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力は</a:t>
            </a:r>
            <a:r>
              <a:rPr lang="ja-JP" altLang="en-US" dirty="0">
                <a:solidFill>
                  <a:srgbClr val="00B0F0"/>
                </a:solidFill>
              </a:rPr>
              <a:t>矢印</a:t>
            </a:r>
            <a:r>
              <a:rPr lang="ja-JP" altLang="en-US" dirty="0"/>
              <a:t>である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3E419DD-B01B-D63C-A34B-DE26227337E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ja-JP" dirty="0">
                <a:hlinkClick r:id="rId3"/>
              </a:rPr>
              <a:t>https://www.irasutoya.com</a:t>
            </a:r>
            <a:endParaRPr lang="ja-JP" altLang="en-US" dirty="0"/>
          </a:p>
        </p:txBody>
      </p:sp>
      <p:pic>
        <p:nvPicPr>
          <p:cNvPr id="5" name="Picture 6" descr="地球のイラスト（惑星）">
            <a:extLst>
              <a:ext uri="{FF2B5EF4-FFF2-40B4-BE49-F238E27FC236}">
                <a16:creationId xmlns:a16="http://schemas.microsoft.com/office/drawing/2014/main" id="{1606DA2D-01FC-2B2B-B411-0C7D2738A9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3343" y="3505200"/>
            <a:ext cx="3061430" cy="3007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りんごのイラスト（フルーツ）">
            <a:extLst>
              <a:ext uri="{FF2B5EF4-FFF2-40B4-BE49-F238E27FC236}">
                <a16:creationId xmlns:a16="http://schemas.microsoft.com/office/drawing/2014/main" id="{0F11789A-B7BF-BC71-A1F3-C12796FA29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8263" y="817861"/>
            <a:ext cx="1031590" cy="1077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2D29B9EC-EFA4-683F-A4CA-97D1FE4439BA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4824058" y="1386541"/>
            <a:ext cx="0" cy="2118659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0" name="吹き出し: 円形 9">
            <a:extLst>
              <a:ext uri="{FF2B5EF4-FFF2-40B4-BE49-F238E27FC236}">
                <a16:creationId xmlns:a16="http://schemas.microsoft.com/office/drawing/2014/main" id="{69D47EB6-0182-C20B-FDE4-5FFAA3234EC5}"/>
              </a:ext>
            </a:extLst>
          </p:cNvPr>
          <p:cNvSpPr/>
          <p:nvPr/>
        </p:nvSpPr>
        <p:spPr>
          <a:xfrm>
            <a:off x="2234121" y="1867129"/>
            <a:ext cx="1898557" cy="906824"/>
          </a:xfrm>
          <a:prstGeom prst="wedgeEllipseCallout">
            <a:avLst>
              <a:gd name="adj1" fmla="val 70277"/>
              <a:gd name="adj2" fmla="val -87052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925"/>
              <a:t>作用点</a:t>
            </a:r>
          </a:p>
        </p:txBody>
      </p: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300F2D86-36B7-64D4-628A-F978BFEC4E69}"/>
              </a:ext>
            </a:extLst>
          </p:cNvPr>
          <p:cNvGrpSpPr/>
          <p:nvPr/>
        </p:nvGrpSpPr>
        <p:grpSpPr>
          <a:xfrm>
            <a:off x="5863288" y="1386541"/>
            <a:ext cx="2562144" cy="2118659"/>
            <a:chOff x="5688995" y="1578652"/>
            <a:chExt cx="2562144" cy="1723347"/>
          </a:xfrm>
        </p:grpSpPr>
        <p:sp>
          <p:nvSpPr>
            <p:cNvPr id="11" name="右中かっこ 10">
              <a:extLst>
                <a:ext uri="{FF2B5EF4-FFF2-40B4-BE49-F238E27FC236}">
                  <a16:creationId xmlns:a16="http://schemas.microsoft.com/office/drawing/2014/main" id="{0EF9FFED-84F8-BC60-5B27-F0A453D03410}"/>
                </a:ext>
              </a:extLst>
            </p:cNvPr>
            <p:cNvSpPr/>
            <p:nvPr/>
          </p:nvSpPr>
          <p:spPr>
            <a:xfrm>
              <a:off x="5688995" y="1578652"/>
              <a:ext cx="453977" cy="1723347"/>
            </a:xfrm>
            <a:prstGeom prst="rightBrace">
              <a:avLst>
                <a:gd name="adj1" fmla="val 30795"/>
                <a:gd name="adj2" fmla="val 50000"/>
              </a:avLst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 sz="975"/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872E3EB1-9BF4-844F-B875-BDB54980A26A}"/>
                </a:ext>
              </a:extLst>
            </p:cNvPr>
            <p:cNvSpPr txBox="1"/>
            <p:nvPr/>
          </p:nvSpPr>
          <p:spPr>
            <a:xfrm>
              <a:off x="6204783" y="2117341"/>
              <a:ext cx="2046356" cy="5424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2925" dirty="0"/>
                <a:t>力の大きさ</a:t>
              </a:r>
            </a:p>
          </p:txBody>
        </p:sp>
      </p:grpSp>
      <p:sp>
        <p:nvSpPr>
          <p:cNvPr id="4" name="スライド番号プレースホルダー 7">
            <a:extLst>
              <a:ext uri="{FF2B5EF4-FFF2-40B4-BE49-F238E27FC236}">
                <a16:creationId xmlns:a16="http://schemas.microsoft.com/office/drawing/2014/main" id="{FA9F2C2F-59EC-88D3-525D-29FC91457290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20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3606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7.69231E-7 4.81481E-6 L 7.69231E-7 0.25023 " pathEditMode="relative" rAng="0" ptsTypes="AA">
                                      <p:cBhvr>
                                        <p:cTn id="15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AE4084E-84BA-4478-CA50-A34DA13B2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4" descr="りんごのイラスト（フルーツ）">
            <a:extLst>
              <a:ext uri="{FF2B5EF4-FFF2-40B4-BE49-F238E27FC236}">
                <a16:creationId xmlns:a16="http://schemas.microsoft.com/office/drawing/2014/main" id="{158B0A41-3F7D-D070-3D6B-74C2831061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5910" y="817863"/>
            <a:ext cx="1031583" cy="1077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90C50384-2426-7883-D0BD-A4D12E1D5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力は</a:t>
            </a:r>
            <a:r>
              <a:rPr lang="ja-JP" altLang="en-US" dirty="0">
                <a:solidFill>
                  <a:srgbClr val="00B0F0"/>
                </a:solidFill>
              </a:rPr>
              <a:t>矢印</a:t>
            </a:r>
            <a:r>
              <a:rPr lang="ja-JP" altLang="en-US" dirty="0"/>
              <a:t>である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72B9E55-01D8-7C02-44F3-E54A79EE985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ja-JP" dirty="0">
                <a:hlinkClick r:id="rId3"/>
              </a:rPr>
              <a:t>https://www.irasutoya.com</a:t>
            </a:r>
            <a:endParaRPr lang="ja-JP" altLang="en-US" dirty="0"/>
          </a:p>
        </p:txBody>
      </p:sp>
      <p:pic>
        <p:nvPicPr>
          <p:cNvPr id="5" name="Picture 6" descr="地球のイラスト（惑星）">
            <a:extLst>
              <a:ext uri="{FF2B5EF4-FFF2-40B4-BE49-F238E27FC236}">
                <a16:creationId xmlns:a16="http://schemas.microsoft.com/office/drawing/2014/main" id="{36BA2BF2-AE06-09FA-D292-7EE5926D6F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3343" y="3505200"/>
            <a:ext cx="3061430" cy="3007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りんごのイラスト（フルーツ）">
            <a:extLst>
              <a:ext uri="{FF2B5EF4-FFF2-40B4-BE49-F238E27FC236}">
                <a16:creationId xmlns:a16="http://schemas.microsoft.com/office/drawing/2014/main" id="{A422277F-7FE5-168F-6A15-472A321A4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8263" y="817861"/>
            <a:ext cx="1031590" cy="1077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FF66814E-FFAE-FE48-A5E6-CBBE79A3F6F2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4824058" y="1386541"/>
            <a:ext cx="0" cy="2118659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0" name="吹き出し: 円形 9">
            <a:extLst>
              <a:ext uri="{FF2B5EF4-FFF2-40B4-BE49-F238E27FC236}">
                <a16:creationId xmlns:a16="http://schemas.microsoft.com/office/drawing/2014/main" id="{BE19C326-21BF-8D7E-B45C-39916CB818E6}"/>
              </a:ext>
            </a:extLst>
          </p:cNvPr>
          <p:cNvSpPr/>
          <p:nvPr/>
        </p:nvSpPr>
        <p:spPr>
          <a:xfrm>
            <a:off x="2234121" y="1867129"/>
            <a:ext cx="1898557" cy="906824"/>
          </a:xfrm>
          <a:prstGeom prst="wedgeEllipseCallout">
            <a:avLst>
              <a:gd name="adj1" fmla="val 70277"/>
              <a:gd name="adj2" fmla="val -87052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925"/>
              <a:t>作用点</a:t>
            </a:r>
          </a:p>
        </p:txBody>
      </p: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11B7C638-04F4-4CBF-6673-D88288404C00}"/>
              </a:ext>
            </a:extLst>
          </p:cNvPr>
          <p:cNvGrpSpPr/>
          <p:nvPr/>
        </p:nvGrpSpPr>
        <p:grpSpPr>
          <a:xfrm>
            <a:off x="5863288" y="1386541"/>
            <a:ext cx="2562144" cy="2118659"/>
            <a:chOff x="5688995" y="1578652"/>
            <a:chExt cx="2562144" cy="1723347"/>
          </a:xfrm>
        </p:grpSpPr>
        <p:sp>
          <p:nvSpPr>
            <p:cNvPr id="11" name="右中かっこ 10">
              <a:extLst>
                <a:ext uri="{FF2B5EF4-FFF2-40B4-BE49-F238E27FC236}">
                  <a16:creationId xmlns:a16="http://schemas.microsoft.com/office/drawing/2014/main" id="{2002C474-4A46-0F95-0F82-4D4D26980220}"/>
                </a:ext>
              </a:extLst>
            </p:cNvPr>
            <p:cNvSpPr/>
            <p:nvPr/>
          </p:nvSpPr>
          <p:spPr>
            <a:xfrm>
              <a:off x="5688995" y="1578652"/>
              <a:ext cx="453977" cy="1723347"/>
            </a:xfrm>
            <a:prstGeom prst="rightBrace">
              <a:avLst>
                <a:gd name="adj1" fmla="val 30795"/>
                <a:gd name="adj2" fmla="val 50000"/>
              </a:avLst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 sz="975"/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68FC0169-59F2-F514-FE1A-7E121C0E44FE}"/>
                </a:ext>
              </a:extLst>
            </p:cNvPr>
            <p:cNvSpPr txBox="1"/>
            <p:nvPr/>
          </p:nvSpPr>
          <p:spPr>
            <a:xfrm>
              <a:off x="6204783" y="2117341"/>
              <a:ext cx="2046356" cy="5424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2925" dirty="0"/>
                <a:t>力の大きさ</a:t>
              </a:r>
            </a:p>
          </p:txBody>
        </p:sp>
      </p:grpSp>
      <p:sp>
        <p:nvSpPr>
          <p:cNvPr id="4" name="スライド番号プレースホルダー 7">
            <a:extLst>
              <a:ext uri="{FF2B5EF4-FFF2-40B4-BE49-F238E27FC236}">
                <a16:creationId xmlns:a16="http://schemas.microsoft.com/office/drawing/2014/main" id="{5B7680DB-3384-2CD9-D463-79F0FDC8F0EE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21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59517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E0CDF-CD47-6D0B-04AA-469A3A4BD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2A2B30DD-A1FF-EF2F-2E39-B8CDAB0DF2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-1" y="1195131"/>
            <a:ext cx="9968753" cy="5336227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ja-JP" altLang="en-US" sz="4800" dirty="0"/>
              <a:t>「あの人と</a:t>
            </a:r>
            <a:r>
              <a:rPr lang="ja-JP" altLang="en-US" sz="4800" dirty="0">
                <a:solidFill>
                  <a:schemeClr val="accent6"/>
                </a:solidFill>
              </a:rPr>
              <a:t>話のベクトル</a:t>
            </a:r>
            <a:r>
              <a:rPr lang="ja-JP" altLang="en-US" sz="4800" dirty="0"/>
              <a:t>が違う．」</a:t>
            </a:r>
            <a:endParaRPr lang="en-US" altLang="ja-JP" sz="4800" dirty="0"/>
          </a:p>
          <a:p>
            <a:pPr marL="696551" indent="-696551">
              <a:buFont typeface="Arial" panose="020B0604020202020204" pitchFamily="34" charset="0"/>
              <a:buChar char="•"/>
            </a:pPr>
            <a:r>
              <a:rPr lang="ja-JP" altLang="en-US" sz="4800" dirty="0"/>
              <a:t>このときベクトルは，</a:t>
            </a:r>
            <a:r>
              <a:rPr lang="ja-JP" altLang="en-US" sz="4800" dirty="0">
                <a:solidFill>
                  <a:schemeClr val="accent6"/>
                </a:solidFill>
              </a:rPr>
              <a:t>方向性</a:t>
            </a:r>
            <a:r>
              <a:rPr lang="ja-JP" altLang="en-US" sz="4800" dirty="0"/>
              <a:t>という意味である．</a:t>
            </a:r>
            <a:endParaRPr lang="en-US" altLang="ja-JP" sz="4800" dirty="0"/>
          </a:p>
          <a:p>
            <a:pPr marL="696551" indent="-696551">
              <a:buFont typeface="Arial" panose="020B0604020202020204" pitchFamily="34" charset="0"/>
              <a:buChar char="•"/>
            </a:pPr>
            <a:r>
              <a:rPr lang="ja-JP" altLang="en-US" sz="4800" dirty="0"/>
              <a:t>数学上では，</a:t>
            </a:r>
            <a:r>
              <a:rPr lang="ja-JP" altLang="en-US" sz="4800" dirty="0">
                <a:solidFill>
                  <a:schemeClr val="accent6"/>
                </a:solidFill>
              </a:rPr>
              <a:t>数と数の組</a:t>
            </a:r>
            <a:r>
              <a:rPr lang="ja-JP" altLang="en-US" sz="4800" dirty="0"/>
              <a:t>で表される．</a:t>
            </a:r>
            <a:endParaRPr lang="en-US" altLang="ja-JP" sz="4800" dirty="0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2977871B-8C7E-6960-BF54-D55BD9491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矢印はベクトル</a:t>
            </a:r>
            <a:endParaRPr kumimoji="1" lang="ja-JP" altLang="en-US" dirty="0"/>
          </a:p>
        </p:txBody>
      </p:sp>
      <p:sp>
        <p:nvSpPr>
          <p:cNvPr id="3" name="スライド番号プレースホルダー 7">
            <a:extLst>
              <a:ext uri="{FF2B5EF4-FFF2-40B4-BE49-F238E27FC236}">
                <a16:creationId xmlns:a16="http://schemas.microsoft.com/office/drawing/2014/main" id="{40347578-1F25-091A-4A11-C6B02E2785E6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22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6766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60194E5-A759-76CA-C0ED-8C1924A2B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70645AB1-C02A-57BC-E41B-D2140A64816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-1" y="1195131"/>
            <a:ext cx="9968753" cy="5336227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ja-JP" altLang="en-US" sz="4800" dirty="0"/>
              <a:t>「あの人と</a:t>
            </a:r>
            <a:r>
              <a:rPr lang="ja-JP" altLang="en-US" sz="4800" dirty="0">
                <a:solidFill>
                  <a:schemeClr val="accent6"/>
                </a:solidFill>
              </a:rPr>
              <a:t>話のベクトル</a:t>
            </a:r>
            <a:r>
              <a:rPr lang="ja-JP" altLang="en-US" sz="4800" dirty="0"/>
              <a:t>が違う．」</a:t>
            </a:r>
            <a:endParaRPr lang="en-US" altLang="ja-JP" sz="4800" dirty="0"/>
          </a:p>
          <a:p>
            <a:pPr marL="696551" indent="-696551">
              <a:buFont typeface="Arial" panose="020B0604020202020204" pitchFamily="34" charset="0"/>
              <a:buChar char="•"/>
            </a:pPr>
            <a:r>
              <a:rPr lang="ja-JP" altLang="en-US" sz="4800" dirty="0"/>
              <a:t>このときベクトルは，</a:t>
            </a:r>
            <a:r>
              <a:rPr lang="ja-JP" altLang="en-US" sz="4800" dirty="0">
                <a:solidFill>
                  <a:schemeClr val="accent6"/>
                </a:solidFill>
              </a:rPr>
              <a:t>方向性</a:t>
            </a:r>
            <a:r>
              <a:rPr lang="ja-JP" altLang="en-US" sz="4800" dirty="0"/>
              <a:t>という意味である．</a:t>
            </a:r>
            <a:endParaRPr lang="en-US" altLang="ja-JP" sz="4800" dirty="0"/>
          </a:p>
          <a:p>
            <a:pPr marL="696551" indent="-696551">
              <a:buFont typeface="Arial" panose="020B0604020202020204" pitchFamily="34" charset="0"/>
              <a:buChar char="•"/>
            </a:pPr>
            <a:r>
              <a:rPr lang="ja-JP" altLang="en-US" sz="4800" dirty="0"/>
              <a:t>数学上では，</a:t>
            </a:r>
            <a:r>
              <a:rPr lang="ja-JP" altLang="en-US" sz="4800" dirty="0">
                <a:solidFill>
                  <a:schemeClr val="accent6"/>
                </a:solidFill>
              </a:rPr>
              <a:t>数と数の組</a:t>
            </a:r>
            <a:r>
              <a:rPr lang="ja-JP" altLang="en-US" sz="4800" dirty="0"/>
              <a:t>で表される．</a:t>
            </a:r>
            <a:endParaRPr lang="en-US" altLang="ja-JP" sz="4800" dirty="0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4A90D627-9384-9012-93FE-AE859D023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矢印はベクトル</a:t>
            </a:r>
            <a:endParaRPr kumimoji="1" lang="ja-JP" altLang="en-US" dirty="0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8B9C5D6-F71E-3107-D7D8-0A3835F3D5AB}"/>
              </a:ext>
            </a:extLst>
          </p:cNvPr>
          <p:cNvSpPr/>
          <p:nvPr/>
        </p:nvSpPr>
        <p:spPr>
          <a:xfrm>
            <a:off x="3116978" y="1955540"/>
            <a:ext cx="3672043" cy="7334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9B6AD7A-F763-2F17-9507-67EA69BB340F}"/>
              </a:ext>
            </a:extLst>
          </p:cNvPr>
          <p:cNvSpPr/>
          <p:nvPr/>
        </p:nvSpPr>
        <p:spPr>
          <a:xfrm>
            <a:off x="6643533" y="2962531"/>
            <a:ext cx="2119468" cy="7334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C670AFF-36B4-1081-6647-20D7FF958F0A}"/>
              </a:ext>
            </a:extLst>
          </p:cNvPr>
          <p:cNvSpPr/>
          <p:nvPr/>
        </p:nvSpPr>
        <p:spPr>
          <a:xfrm>
            <a:off x="4243233" y="4543937"/>
            <a:ext cx="3233891" cy="7334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スライド番号プレースホルダー 7">
            <a:extLst>
              <a:ext uri="{FF2B5EF4-FFF2-40B4-BE49-F238E27FC236}">
                <a16:creationId xmlns:a16="http://schemas.microsoft.com/office/drawing/2014/main" id="{DDE354BD-4A3D-808B-F188-F118FAC42529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23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55717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F4B65-2D59-863B-E73F-79D8FEABF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046EFF27-68CF-6D75-A0B8-DA830F3367D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pPr marL="583038" indent="-583038">
              <a:lnSpc>
                <a:spcPct val="150000"/>
              </a:lnSpc>
              <a:buClr>
                <a:schemeClr val="tx1"/>
              </a:buClr>
            </a:pPr>
            <a:r>
              <a:rPr lang="en-US" altLang="ja-JP" dirty="0">
                <a:cs typeface="CMU Serif" panose="02000603000000000000" pitchFamily="2" charset="0"/>
              </a:rPr>
              <a:t>2</a:t>
            </a:r>
            <a:r>
              <a:rPr lang="ja-JP" altLang="en-US" dirty="0">
                <a:latin typeface="+mn-ea"/>
                <a:cs typeface="CMU Serif" panose="02000603000000000000" pitchFamily="2" charset="0"/>
              </a:rPr>
              <a:t>つのベクトルの</a:t>
            </a:r>
            <a:r>
              <a:rPr lang="ja-JP" altLang="en-US" dirty="0">
                <a:solidFill>
                  <a:schemeClr val="accent6"/>
                </a:solidFill>
                <a:latin typeface="+mn-ea"/>
                <a:cs typeface="CMU Serif" panose="02000603000000000000" pitchFamily="2" charset="0"/>
              </a:rPr>
              <a:t>始点を合わせる</a:t>
            </a:r>
            <a:r>
              <a:rPr lang="ja-JP" altLang="en-US" dirty="0">
                <a:latin typeface="+mn-ea"/>
                <a:cs typeface="CMU Serif" panose="02000603000000000000" pitchFamily="2" charset="0"/>
              </a:rPr>
              <a:t>．</a:t>
            </a:r>
            <a:endParaRPr lang="en-US" altLang="ja-JP" dirty="0">
              <a:latin typeface="+mn-ea"/>
              <a:cs typeface="CMU Serif" panose="02000603000000000000" pitchFamily="2" charset="0"/>
            </a:endParaRPr>
          </a:p>
          <a:p>
            <a:pPr marL="583038" indent="-583038">
              <a:lnSpc>
                <a:spcPct val="150000"/>
              </a:lnSpc>
              <a:buClr>
                <a:schemeClr val="tx1"/>
              </a:buClr>
            </a:pPr>
            <a:r>
              <a:rPr lang="ja-JP" altLang="en-US" dirty="0">
                <a:latin typeface="+mn-ea"/>
                <a:cs typeface="CMU Serif" panose="02000603000000000000" pitchFamily="2" charset="0"/>
              </a:rPr>
              <a:t>平行移動可能</a:t>
            </a:r>
            <a:endParaRPr lang="en-US" altLang="ja-JP" dirty="0">
              <a:latin typeface="+mn-ea"/>
              <a:cs typeface="CMU Serif" panose="02000603000000000000" pitchFamily="2" charset="0"/>
            </a:endParaRPr>
          </a:p>
          <a:p>
            <a:pPr marL="583038" indent="-583038">
              <a:lnSpc>
                <a:spcPct val="150000"/>
              </a:lnSpc>
              <a:buClr>
                <a:schemeClr val="tx1"/>
              </a:buClr>
            </a:pPr>
            <a:r>
              <a:rPr lang="ja-JP" altLang="en-US" dirty="0">
                <a:latin typeface="+mn-ea"/>
                <a:cs typeface="CMU Serif" panose="02000603000000000000" pitchFamily="2" charset="0"/>
              </a:rPr>
              <a:t>平行四辺形の</a:t>
            </a:r>
            <a:r>
              <a:rPr lang="ja-JP" altLang="en-US" dirty="0">
                <a:solidFill>
                  <a:schemeClr val="accent6"/>
                </a:solidFill>
                <a:latin typeface="+mn-ea"/>
                <a:cs typeface="CMU Serif" panose="02000603000000000000" pitchFamily="2" charset="0"/>
              </a:rPr>
              <a:t>対角線</a:t>
            </a:r>
            <a:endParaRPr lang="en-US" altLang="ja-JP" dirty="0">
              <a:solidFill>
                <a:schemeClr val="accent6"/>
              </a:solidFill>
              <a:latin typeface="+mn-ea"/>
              <a:cs typeface="CMU Serif" panose="02000603000000000000" pitchFamily="2" charset="0"/>
            </a:endParaRPr>
          </a:p>
          <a:p>
            <a:pPr marL="583038" indent="-583038">
              <a:lnSpc>
                <a:spcPct val="150000"/>
              </a:lnSpc>
              <a:buClr>
                <a:schemeClr val="tx1"/>
              </a:buClr>
            </a:pPr>
            <a:r>
              <a:rPr lang="ja-JP" altLang="en-US" dirty="0">
                <a:latin typeface="+mn-ea"/>
                <a:cs typeface="CMU Serif" panose="02000603000000000000" pitchFamily="2" charset="0"/>
              </a:rPr>
              <a:t>寄道可能</a:t>
            </a:r>
            <a:endParaRPr lang="en-US" altLang="ja-JP" dirty="0">
              <a:latin typeface="+mn-ea"/>
              <a:cs typeface="CMU Serif" panose="02000603000000000000" pitchFamily="2" charset="0"/>
            </a:endParaRPr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2446EE4B-4694-98A8-D7C2-24C654622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合力のベクトルを作図する</a:t>
            </a:r>
          </a:p>
        </p:txBody>
      </p: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8FB59A80-674A-B57B-1419-5CEC74C3C4CF}"/>
              </a:ext>
            </a:extLst>
          </p:cNvPr>
          <p:cNvCxnSpPr>
            <a:cxnSpLocks/>
          </p:cNvCxnSpPr>
          <p:nvPr/>
        </p:nvCxnSpPr>
        <p:spPr>
          <a:xfrm>
            <a:off x="493699" y="3875741"/>
            <a:ext cx="2231199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D87FCE40-D523-03FC-E2CD-2A0F292B8317}"/>
              </a:ext>
            </a:extLst>
          </p:cNvPr>
          <p:cNvCxnSpPr>
            <a:cxnSpLocks/>
          </p:cNvCxnSpPr>
          <p:nvPr/>
        </p:nvCxnSpPr>
        <p:spPr>
          <a:xfrm flipV="1">
            <a:off x="493698" y="2367061"/>
            <a:ext cx="944426" cy="150868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0AC8E101-17D4-4BC5-CE9F-BBE9FD65AE7A}"/>
              </a:ext>
            </a:extLst>
          </p:cNvPr>
          <p:cNvCxnSpPr>
            <a:cxnSpLocks/>
          </p:cNvCxnSpPr>
          <p:nvPr/>
        </p:nvCxnSpPr>
        <p:spPr>
          <a:xfrm flipV="1">
            <a:off x="2724897" y="2367063"/>
            <a:ext cx="944426" cy="1508680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5D83741F-2F27-3D16-299B-99F8D5665E7D}"/>
              </a:ext>
            </a:extLst>
          </p:cNvPr>
          <p:cNvCxnSpPr>
            <a:cxnSpLocks/>
          </p:cNvCxnSpPr>
          <p:nvPr/>
        </p:nvCxnSpPr>
        <p:spPr>
          <a:xfrm>
            <a:off x="1438128" y="2367060"/>
            <a:ext cx="2231199" cy="0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C4293997-F15B-4DF6-4ACC-7FCAA20E910D}"/>
              </a:ext>
            </a:extLst>
          </p:cNvPr>
          <p:cNvCxnSpPr>
            <a:cxnSpLocks/>
          </p:cNvCxnSpPr>
          <p:nvPr/>
        </p:nvCxnSpPr>
        <p:spPr>
          <a:xfrm flipV="1">
            <a:off x="493697" y="2367061"/>
            <a:ext cx="3175626" cy="1508680"/>
          </a:xfrm>
          <a:prstGeom prst="straightConnector1">
            <a:avLst/>
          </a:prstGeom>
          <a:ln w="76200">
            <a:solidFill>
              <a:schemeClr val="accent4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848D2302-F053-4D51-88C5-04A6A8007283}"/>
              </a:ext>
            </a:extLst>
          </p:cNvPr>
          <p:cNvCxnSpPr>
            <a:cxnSpLocks/>
          </p:cNvCxnSpPr>
          <p:nvPr/>
        </p:nvCxnSpPr>
        <p:spPr>
          <a:xfrm>
            <a:off x="1438126" y="5999619"/>
            <a:ext cx="2231199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C8758A51-38F4-1E8A-3E4C-7FC31659FE8F}"/>
              </a:ext>
            </a:extLst>
          </p:cNvPr>
          <p:cNvCxnSpPr>
            <a:cxnSpLocks/>
          </p:cNvCxnSpPr>
          <p:nvPr/>
        </p:nvCxnSpPr>
        <p:spPr>
          <a:xfrm flipV="1">
            <a:off x="3669322" y="4490940"/>
            <a:ext cx="944426" cy="1508680"/>
          </a:xfrm>
          <a:prstGeom prst="straightConnector1">
            <a:avLst/>
          </a:prstGeom>
          <a:ln w="5715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矢印コネクタ 25">
            <a:extLst>
              <a:ext uri="{FF2B5EF4-FFF2-40B4-BE49-F238E27FC236}">
                <a16:creationId xmlns:a16="http://schemas.microsoft.com/office/drawing/2014/main" id="{CCA24670-F165-E31E-1138-E14DE938A8D6}"/>
              </a:ext>
            </a:extLst>
          </p:cNvPr>
          <p:cNvCxnSpPr>
            <a:cxnSpLocks/>
          </p:cNvCxnSpPr>
          <p:nvPr/>
        </p:nvCxnSpPr>
        <p:spPr>
          <a:xfrm flipV="1">
            <a:off x="1438124" y="4490940"/>
            <a:ext cx="3175626" cy="1508680"/>
          </a:xfrm>
          <a:prstGeom prst="straightConnector1">
            <a:avLst/>
          </a:prstGeom>
          <a:ln w="76200">
            <a:solidFill>
              <a:schemeClr val="accent4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スライド番号プレースホルダー 7">
            <a:extLst>
              <a:ext uri="{FF2B5EF4-FFF2-40B4-BE49-F238E27FC236}">
                <a16:creationId xmlns:a16="http://schemas.microsoft.com/office/drawing/2014/main" id="{BFEC7F6E-1DB7-E90C-8AFF-2794F4C2346F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24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3569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9535 0.21991 L -2.30769E-6 1.11111E-6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60" y="-1099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2404 -0.00092 L 3.84615E-6 -2.59259E-6 " pathEditMode="relative" rAng="0" ptsTypes="AA">
                                      <p:cBhvr>
                                        <p:cTn id="27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202" y="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DD8C1FF-94E2-8F8A-237E-DD4516F35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F8E23E1E-DA09-FB93-3120-6385AC78BEC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pPr marL="583038" indent="-583038">
              <a:lnSpc>
                <a:spcPct val="150000"/>
              </a:lnSpc>
              <a:buClr>
                <a:schemeClr val="tx1"/>
              </a:buClr>
            </a:pPr>
            <a:r>
              <a:rPr lang="en-US" altLang="ja-JP" dirty="0">
                <a:cs typeface="CMU Serif" panose="02000603000000000000" pitchFamily="2" charset="0"/>
              </a:rPr>
              <a:t>2</a:t>
            </a:r>
            <a:r>
              <a:rPr lang="ja-JP" altLang="en-US" dirty="0">
                <a:latin typeface="+mn-ea"/>
                <a:cs typeface="CMU Serif" panose="02000603000000000000" pitchFamily="2" charset="0"/>
              </a:rPr>
              <a:t>つのベクトルの</a:t>
            </a:r>
            <a:r>
              <a:rPr lang="ja-JP" altLang="en-US" dirty="0">
                <a:solidFill>
                  <a:schemeClr val="accent6"/>
                </a:solidFill>
                <a:latin typeface="+mn-ea"/>
                <a:cs typeface="CMU Serif" panose="02000603000000000000" pitchFamily="2" charset="0"/>
              </a:rPr>
              <a:t>始点を合わせる</a:t>
            </a:r>
            <a:r>
              <a:rPr lang="ja-JP" altLang="en-US" dirty="0">
                <a:latin typeface="+mn-ea"/>
                <a:cs typeface="CMU Serif" panose="02000603000000000000" pitchFamily="2" charset="0"/>
              </a:rPr>
              <a:t>．</a:t>
            </a:r>
            <a:endParaRPr lang="en-US" altLang="ja-JP" dirty="0">
              <a:latin typeface="+mn-ea"/>
              <a:cs typeface="CMU Serif" panose="02000603000000000000" pitchFamily="2" charset="0"/>
            </a:endParaRPr>
          </a:p>
          <a:p>
            <a:pPr marL="583038" indent="-583038">
              <a:lnSpc>
                <a:spcPct val="150000"/>
              </a:lnSpc>
              <a:buClr>
                <a:schemeClr val="tx1"/>
              </a:buClr>
            </a:pPr>
            <a:r>
              <a:rPr lang="ja-JP" altLang="en-US" dirty="0">
                <a:latin typeface="+mn-ea"/>
                <a:cs typeface="CMU Serif" panose="02000603000000000000" pitchFamily="2" charset="0"/>
              </a:rPr>
              <a:t>平行移動可能</a:t>
            </a:r>
            <a:endParaRPr lang="en-US" altLang="ja-JP" dirty="0">
              <a:latin typeface="+mn-ea"/>
              <a:cs typeface="CMU Serif" panose="02000603000000000000" pitchFamily="2" charset="0"/>
            </a:endParaRPr>
          </a:p>
          <a:p>
            <a:pPr marL="583038" indent="-583038">
              <a:lnSpc>
                <a:spcPct val="150000"/>
              </a:lnSpc>
              <a:buClr>
                <a:schemeClr val="tx1"/>
              </a:buClr>
            </a:pPr>
            <a:r>
              <a:rPr lang="ja-JP" altLang="en-US" dirty="0">
                <a:latin typeface="+mn-ea"/>
                <a:cs typeface="CMU Serif" panose="02000603000000000000" pitchFamily="2" charset="0"/>
              </a:rPr>
              <a:t>平行四辺形の</a:t>
            </a:r>
            <a:r>
              <a:rPr lang="ja-JP" altLang="en-US" dirty="0">
                <a:solidFill>
                  <a:schemeClr val="accent6"/>
                </a:solidFill>
                <a:latin typeface="+mn-ea"/>
                <a:cs typeface="CMU Serif" panose="02000603000000000000" pitchFamily="2" charset="0"/>
              </a:rPr>
              <a:t>対角線</a:t>
            </a:r>
            <a:endParaRPr lang="en-US" altLang="ja-JP" dirty="0">
              <a:solidFill>
                <a:schemeClr val="accent6"/>
              </a:solidFill>
              <a:latin typeface="+mn-ea"/>
              <a:cs typeface="CMU Serif" panose="02000603000000000000" pitchFamily="2" charset="0"/>
            </a:endParaRPr>
          </a:p>
          <a:p>
            <a:pPr marL="583038" indent="-583038">
              <a:lnSpc>
                <a:spcPct val="150000"/>
              </a:lnSpc>
              <a:buClr>
                <a:schemeClr val="tx1"/>
              </a:buClr>
            </a:pPr>
            <a:r>
              <a:rPr lang="ja-JP" altLang="en-US" dirty="0">
                <a:latin typeface="+mn-ea"/>
                <a:cs typeface="CMU Serif" panose="02000603000000000000" pitchFamily="2" charset="0"/>
              </a:rPr>
              <a:t>寄道可能</a:t>
            </a:r>
            <a:endParaRPr lang="en-US" altLang="ja-JP" dirty="0">
              <a:latin typeface="+mn-ea"/>
              <a:cs typeface="CMU Serif" panose="02000603000000000000" pitchFamily="2" charset="0"/>
            </a:endParaRPr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F4905327-BB6F-DA5A-5820-8275CF303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合力のベクトルを作図する</a:t>
            </a:r>
          </a:p>
        </p:txBody>
      </p: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D44C11FD-B6C2-1635-ECB1-15CBF1AEDC93}"/>
              </a:ext>
            </a:extLst>
          </p:cNvPr>
          <p:cNvCxnSpPr>
            <a:cxnSpLocks/>
          </p:cNvCxnSpPr>
          <p:nvPr/>
        </p:nvCxnSpPr>
        <p:spPr>
          <a:xfrm>
            <a:off x="493699" y="3875741"/>
            <a:ext cx="2231199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4289DDE5-BDA4-24DA-AAE1-1FCECB90462A}"/>
              </a:ext>
            </a:extLst>
          </p:cNvPr>
          <p:cNvCxnSpPr>
            <a:cxnSpLocks/>
          </p:cNvCxnSpPr>
          <p:nvPr/>
        </p:nvCxnSpPr>
        <p:spPr>
          <a:xfrm flipV="1">
            <a:off x="493698" y="2367061"/>
            <a:ext cx="944426" cy="150868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07D9528B-FF5A-99F4-0447-E36848263D11}"/>
              </a:ext>
            </a:extLst>
          </p:cNvPr>
          <p:cNvCxnSpPr>
            <a:cxnSpLocks/>
          </p:cNvCxnSpPr>
          <p:nvPr/>
        </p:nvCxnSpPr>
        <p:spPr>
          <a:xfrm flipV="1">
            <a:off x="2724897" y="2367063"/>
            <a:ext cx="944426" cy="1508680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5E647658-A99E-9877-DB06-899835FB789F}"/>
              </a:ext>
            </a:extLst>
          </p:cNvPr>
          <p:cNvCxnSpPr>
            <a:cxnSpLocks/>
          </p:cNvCxnSpPr>
          <p:nvPr/>
        </p:nvCxnSpPr>
        <p:spPr>
          <a:xfrm>
            <a:off x="1438128" y="2367060"/>
            <a:ext cx="2231199" cy="0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7337C9E2-B5CF-E6D9-BAF1-9A54B65BCA65}"/>
              </a:ext>
            </a:extLst>
          </p:cNvPr>
          <p:cNvCxnSpPr>
            <a:cxnSpLocks/>
          </p:cNvCxnSpPr>
          <p:nvPr/>
        </p:nvCxnSpPr>
        <p:spPr>
          <a:xfrm flipV="1">
            <a:off x="493697" y="2367061"/>
            <a:ext cx="3175626" cy="1508680"/>
          </a:xfrm>
          <a:prstGeom prst="straightConnector1">
            <a:avLst/>
          </a:prstGeom>
          <a:ln w="76200">
            <a:solidFill>
              <a:schemeClr val="accent4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1DE3533D-4B93-539F-69E2-8B4CFDAD90BE}"/>
              </a:ext>
            </a:extLst>
          </p:cNvPr>
          <p:cNvCxnSpPr>
            <a:cxnSpLocks/>
          </p:cNvCxnSpPr>
          <p:nvPr/>
        </p:nvCxnSpPr>
        <p:spPr>
          <a:xfrm>
            <a:off x="1438126" y="5999619"/>
            <a:ext cx="2231199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0CD05E9F-0C2D-72CF-FCCD-87486EB63270}"/>
              </a:ext>
            </a:extLst>
          </p:cNvPr>
          <p:cNvCxnSpPr>
            <a:cxnSpLocks/>
          </p:cNvCxnSpPr>
          <p:nvPr/>
        </p:nvCxnSpPr>
        <p:spPr>
          <a:xfrm flipV="1">
            <a:off x="3669322" y="4490940"/>
            <a:ext cx="944426" cy="1508680"/>
          </a:xfrm>
          <a:prstGeom prst="straightConnector1">
            <a:avLst/>
          </a:prstGeom>
          <a:ln w="5715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矢印コネクタ 25">
            <a:extLst>
              <a:ext uri="{FF2B5EF4-FFF2-40B4-BE49-F238E27FC236}">
                <a16:creationId xmlns:a16="http://schemas.microsoft.com/office/drawing/2014/main" id="{A39B3A2E-C8B0-D284-41A6-23E85B0C4D35}"/>
              </a:ext>
            </a:extLst>
          </p:cNvPr>
          <p:cNvCxnSpPr>
            <a:cxnSpLocks/>
          </p:cNvCxnSpPr>
          <p:nvPr/>
        </p:nvCxnSpPr>
        <p:spPr>
          <a:xfrm flipV="1">
            <a:off x="1438124" y="4490940"/>
            <a:ext cx="3175626" cy="1508680"/>
          </a:xfrm>
          <a:prstGeom prst="straightConnector1">
            <a:avLst/>
          </a:prstGeom>
          <a:ln w="76200">
            <a:solidFill>
              <a:schemeClr val="accent4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F295A283-AD32-AB4C-95AC-CFBC320E68C8}"/>
              </a:ext>
            </a:extLst>
          </p:cNvPr>
          <p:cNvSpPr/>
          <p:nvPr/>
        </p:nvSpPr>
        <p:spPr>
          <a:xfrm>
            <a:off x="9126380" y="1894682"/>
            <a:ext cx="684370" cy="7334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C38EF4B1-B3BD-3BED-6CC3-E939A8401C76}"/>
              </a:ext>
            </a:extLst>
          </p:cNvPr>
          <p:cNvSpPr/>
          <p:nvPr/>
        </p:nvSpPr>
        <p:spPr>
          <a:xfrm>
            <a:off x="5543550" y="2754688"/>
            <a:ext cx="2857500" cy="7334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ED62DE5-AA18-951C-A4CD-0B883EA888E5}"/>
              </a:ext>
            </a:extLst>
          </p:cNvPr>
          <p:cNvSpPr/>
          <p:nvPr/>
        </p:nvSpPr>
        <p:spPr>
          <a:xfrm>
            <a:off x="8382000" y="4595769"/>
            <a:ext cx="1428750" cy="7334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スライド番号プレースホルダー 7">
            <a:extLst>
              <a:ext uri="{FF2B5EF4-FFF2-40B4-BE49-F238E27FC236}">
                <a16:creationId xmlns:a16="http://schemas.microsoft.com/office/drawing/2014/main" id="{CE302838-0727-6C66-A490-84876842DFE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25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2984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EA5C6-387D-422F-852B-0F23CE67B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線矢印コネクタ 5">
            <a:extLst>
              <a:ext uri="{FF2B5EF4-FFF2-40B4-BE49-F238E27FC236}">
                <a16:creationId xmlns:a16="http://schemas.microsoft.com/office/drawing/2014/main" id="{72BC6165-4A70-8546-7342-786117FCD3E7}"/>
              </a:ext>
            </a:extLst>
          </p:cNvPr>
          <p:cNvCxnSpPr>
            <a:cxnSpLocks/>
          </p:cNvCxnSpPr>
          <p:nvPr/>
        </p:nvCxnSpPr>
        <p:spPr>
          <a:xfrm>
            <a:off x="493697" y="4901260"/>
            <a:ext cx="4463866" cy="0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E01C9B9E-D0CD-C884-078D-AEC605ECB145}"/>
              </a:ext>
            </a:extLst>
          </p:cNvPr>
          <p:cNvCxnSpPr>
            <a:cxnSpLocks/>
          </p:cNvCxnSpPr>
          <p:nvPr/>
        </p:nvCxnSpPr>
        <p:spPr>
          <a:xfrm>
            <a:off x="493697" y="4905473"/>
            <a:ext cx="4463866" cy="0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FEE6CD67-16AE-4CB6-B98B-63EFF7854D90}"/>
              </a:ext>
            </a:extLst>
          </p:cNvPr>
          <p:cNvCxnSpPr>
            <a:cxnSpLocks/>
          </p:cNvCxnSpPr>
          <p:nvPr/>
        </p:nvCxnSpPr>
        <p:spPr>
          <a:xfrm flipV="1">
            <a:off x="701675" y="2140048"/>
            <a:ext cx="2023954" cy="3233178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835201FA-7B48-545B-6791-F7B32DDACF14}"/>
              </a:ext>
            </a:extLst>
          </p:cNvPr>
          <p:cNvCxnSpPr>
            <a:cxnSpLocks/>
          </p:cNvCxnSpPr>
          <p:nvPr/>
        </p:nvCxnSpPr>
        <p:spPr>
          <a:xfrm flipV="1">
            <a:off x="701675" y="2140048"/>
            <a:ext cx="2023954" cy="3233178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7707A441-985A-C335-3127-10EAD677621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886325" y="1195131"/>
            <a:ext cx="5019675" cy="5661084"/>
          </a:xfrm>
        </p:spPr>
        <p:txBody>
          <a:bodyPr/>
          <a:lstStyle/>
          <a:p>
            <a:pPr marL="583038" indent="-583038">
              <a:lnSpc>
                <a:spcPct val="150000"/>
              </a:lnSpc>
              <a:buClr>
                <a:schemeClr val="tx1"/>
              </a:buClr>
            </a:pPr>
            <a:r>
              <a:rPr lang="ja-JP" altLang="en-US" dirty="0">
                <a:latin typeface="+mn-ea"/>
                <a:cs typeface="CMU Serif" panose="02000603000000000000" pitchFamily="2" charset="0"/>
              </a:rPr>
              <a:t>平行四辺形の</a:t>
            </a:r>
            <a:r>
              <a:rPr lang="ja-JP" altLang="en-US" dirty="0">
                <a:solidFill>
                  <a:schemeClr val="accent6"/>
                </a:solidFill>
                <a:latin typeface="+mn-ea"/>
                <a:cs typeface="CMU Serif" panose="02000603000000000000" pitchFamily="2" charset="0"/>
              </a:rPr>
              <a:t>対角線</a:t>
            </a:r>
            <a:endParaRPr lang="en-US" altLang="ja-JP" dirty="0">
              <a:solidFill>
                <a:schemeClr val="accent6"/>
              </a:solidFill>
              <a:latin typeface="+mn-ea"/>
              <a:cs typeface="CMU Serif" panose="02000603000000000000" pitchFamily="2" charset="0"/>
            </a:endParaRPr>
          </a:p>
          <a:p>
            <a:pPr marL="583038" indent="-583038">
              <a:lnSpc>
                <a:spcPct val="150000"/>
              </a:lnSpc>
              <a:buClr>
                <a:schemeClr val="tx1"/>
              </a:buClr>
            </a:pPr>
            <a:r>
              <a:rPr lang="ja-JP" altLang="en-US" dirty="0">
                <a:latin typeface="+mn-ea"/>
                <a:cs typeface="CMU Serif" panose="02000603000000000000" pitchFamily="2" charset="0"/>
              </a:rPr>
              <a:t>作用線を合力の終点に向かって</a:t>
            </a:r>
            <a:r>
              <a:rPr lang="ja-JP" altLang="en-US" dirty="0">
                <a:solidFill>
                  <a:schemeClr val="accent6"/>
                </a:solidFill>
                <a:latin typeface="+mn-ea"/>
                <a:cs typeface="CMU Serif" panose="02000603000000000000" pitchFamily="2" charset="0"/>
              </a:rPr>
              <a:t>平行四辺形となるように</a:t>
            </a:r>
            <a:r>
              <a:rPr lang="ja-JP" altLang="en-US" dirty="0">
                <a:latin typeface="+mn-ea"/>
                <a:cs typeface="CMU Serif" panose="02000603000000000000" pitchFamily="2" charset="0"/>
              </a:rPr>
              <a:t>描く．</a:t>
            </a:r>
            <a:endParaRPr lang="en-US" altLang="ja-JP" dirty="0">
              <a:latin typeface="+mn-ea"/>
              <a:cs typeface="CMU Serif" panose="02000603000000000000" pitchFamily="2" charset="0"/>
            </a:endParaRPr>
          </a:p>
          <a:p>
            <a:pPr marL="583038" indent="-583038">
              <a:lnSpc>
                <a:spcPct val="150000"/>
              </a:lnSpc>
              <a:buClr>
                <a:schemeClr val="tx1"/>
              </a:buClr>
            </a:pPr>
            <a:r>
              <a:rPr lang="ja-JP" altLang="en-US" dirty="0">
                <a:latin typeface="+mn-ea"/>
                <a:cs typeface="CMU Serif" panose="02000603000000000000" pitchFamily="2" charset="0"/>
              </a:rPr>
              <a:t>作用線を元に</a:t>
            </a:r>
            <a:r>
              <a:rPr lang="ja-JP" altLang="en-US" dirty="0">
                <a:solidFill>
                  <a:schemeClr val="accent6"/>
                </a:solidFill>
                <a:latin typeface="+mn-ea"/>
                <a:cs typeface="CMU Serif" panose="02000603000000000000" pitchFamily="2" charset="0"/>
              </a:rPr>
              <a:t>分力</a:t>
            </a:r>
            <a:r>
              <a:rPr lang="ja-JP" altLang="en-US" dirty="0">
                <a:latin typeface="+mn-ea"/>
                <a:cs typeface="CMU Serif" panose="02000603000000000000" pitchFamily="2" charset="0"/>
              </a:rPr>
              <a:t>を</a:t>
            </a:r>
            <a:r>
              <a:rPr lang="en-US" altLang="ja-JP" dirty="0">
                <a:cs typeface="CMU Serif" panose="02000603000000000000" pitchFamily="2" charset="0"/>
              </a:rPr>
              <a:t>2</a:t>
            </a:r>
            <a:r>
              <a:rPr lang="ja-JP" altLang="en-US" dirty="0">
                <a:latin typeface="+mn-ea"/>
                <a:cs typeface="CMU Serif" panose="02000603000000000000" pitchFamily="2" charset="0"/>
              </a:rPr>
              <a:t>つ描く．</a:t>
            </a:r>
            <a:endParaRPr lang="en-US" altLang="ja-JP" dirty="0">
              <a:latin typeface="+mn-ea"/>
              <a:cs typeface="CMU Serif" panose="02000603000000000000" pitchFamily="2" charset="0"/>
            </a:endParaRPr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F488FCC7-9228-2580-13E7-A93BC81E4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分力のベクトルを作図する</a:t>
            </a:r>
          </a:p>
        </p:txBody>
      </p: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9E00298C-2821-C9C8-8748-87BF79F948D0}"/>
              </a:ext>
            </a:extLst>
          </p:cNvPr>
          <p:cNvCxnSpPr>
            <a:cxnSpLocks/>
          </p:cNvCxnSpPr>
          <p:nvPr/>
        </p:nvCxnSpPr>
        <p:spPr>
          <a:xfrm flipV="1">
            <a:off x="1010220" y="3388370"/>
            <a:ext cx="3175626" cy="150868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D15B6EEB-DF0B-5106-40AD-CA294B32CAA4}"/>
              </a:ext>
            </a:extLst>
          </p:cNvPr>
          <p:cNvCxnSpPr>
            <a:cxnSpLocks/>
          </p:cNvCxnSpPr>
          <p:nvPr/>
        </p:nvCxnSpPr>
        <p:spPr>
          <a:xfrm>
            <a:off x="1009536" y="4905473"/>
            <a:ext cx="2231199" cy="0"/>
          </a:xfrm>
          <a:prstGeom prst="straightConnector1">
            <a:avLst/>
          </a:prstGeom>
          <a:ln w="76200">
            <a:solidFill>
              <a:schemeClr val="accent4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E7F1E243-B25F-B3D5-EFA3-3AA029CFC652}"/>
              </a:ext>
            </a:extLst>
          </p:cNvPr>
          <p:cNvCxnSpPr>
            <a:cxnSpLocks/>
          </p:cNvCxnSpPr>
          <p:nvPr/>
        </p:nvCxnSpPr>
        <p:spPr>
          <a:xfrm flipV="1">
            <a:off x="984136" y="3362582"/>
            <a:ext cx="971550" cy="1559868"/>
          </a:xfrm>
          <a:prstGeom prst="straightConnector1">
            <a:avLst/>
          </a:prstGeom>
          <a:ln w="76200">
            <a:solidFill>
              <a:schemeClr val="accent4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スライド番号プレースホルダー 7">
            <a:extLst>
              <a:ext uri="{FF2B5EF4-FFF2-40B4-BE49-F238E27FC236}">
                <a16:creationId xmlns:a16="http://schemas.microsoft.com/office/drawing/2014/main" id="{EDCF93DB-8388-0284-54CA-2C244A739E16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26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6623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641E-7 2.22222E-6 L 0.03109 -0.2206 " pathEditMode="relative" rAng="0" ptsTypes="AA">
                                      <p:cBhvr>
                                        <p:cTn id="27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54" y="-11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3.7037E-6 L 0.22474 -0.00047 " pathEditMode="relative" rAng="0" ptsTypes="AA">
                                      <p:cBhvr>
                                        <p:cTn id="33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237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2E268F0-F18C-25C2-F69E-1170BB191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C912489E-87E8-CCF3-D962-4BDF4CAD48B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886325" y="1195131"/>
            <a:ext cx="5019675" cy="5661084"/>
          </a:xfrm>
        </p:spPr>
        <p:txBody>
          <a:bodyPr/>
          <a:lstStyle/>
          <a:p>
            <a:pPr marL="583038" indent="-583038">
              <a:lnSpc>
                <a:spcPct val="150000"/>
              </a:lnSpc>
              <a:buClr>
                <a:schemeClr val="tx1"/>
              </a:buClr>
            </a:pPr>
            <a:r>
              <a:rPr lang="ja-JP" altLang="en-US" dirty="0">
                <a:latin typeface="+mn-ea"/>
                <a:cs typeface="CMU Serif" panose="02000603000000000000" pitchFamily="2" charset="0"/>
              </a:rPr>
              <a:t>平行四辺形の</a:t>
            </a:r>
            <a:r>
              <a:rPr lang="ja-JP" altLang="en-US" dirty="0">
                <a:solidFill>
                  <a:schemeClr val="accent6"/>
                </a:solidFill>
                <a:latin typeface="+mn-ea"/>
                <a:cs typeface="CMU Serif" panose="02000603000000000000" pitchFamily="2" charset="0"/>
              </a:rPr>
              <a:t>対角線</a:t>
            </a:r>
            <a:endParaRPr lang="en-US" altLang="ja-JP" dirty="0">
              <a:solidFill>
                <a:schemeClr val="accent6"/>
              </a:solidFill>
              <a:latin typeface="+mn-ea"/>
              <a:cs typeface="CMU Serif" panose="02000603000000000000" pitchFamily="2" charset="0"/>
            </a:endParaRPr>
          </a:p>
          <a:p>
            <a:pPr marL="583038" indent="-583038">
              <a:lnSpc>
                <a:spcPct val="150000"/>
              </a:lnSpc>
              <a:buClr>
                <a:schemeClr val="tx1"/>
              </a:buClr>
            </a:pPr>
            <a:r>
              <a:rPr lang="ja-JP" altLang="en-US" dirty="0">
                <a:latin typeface="+mn-ea"/>
                <a:cs typeface="CMU Serif" panose="02000603000000000000" pitchFamily="2" charset="0"/>
              </a:rPr>
              <a:t>作用線を合力の終点に向かって</a:t>
            </a:r>
            <a:r>
              <a:rPr lang="ja-JP" altLang="en-US" dirty="0">
                <a:solidFill>
                  <a:schemeClr val="accent6"/>
                </a:solidFill>
                <a:latin typeface="+mn-ea"/>
                <a:cs typeface="CMU Serif" panose="02000603000000000000" pitchFamily="2" charset="0"/>
              </a:rPr>
              <a:t>平行四辺形となるように</a:t>
            </a:r>
            <a:r>
              <a:rPr lang="ja-JP" altLang="en-US" dirty="0">
                <a:latin typeface="+mn-ea"/>
                <a:cs typeface="CMU Serif" panose="02000603000000000000" pitchFamily="2" charset="0"/>
              </a:rPr>
              <a:t>描く．</a:t>
            </a:r>
            <a:endParaRPr lang="en-US" altLang="ja-JP" dirty="0">
              <a:latin typeface="+mn-ea"/>
              <a:cs typeface="CMU Serif" panose="02000603000000000000" pitchFamily="2" charset="0"/>
            </a:endParaRPr>
          </a:p>
          <a:p>
            <a:pPr marL="583038" indent="-583038">
              <a:lnSpc>
                <a:spcPct val="150000"/>
              </a:lnSpc>
              <a:buClr>
                <a:schemeClr val="tx1"/>
              </a:buClr>
            </a:pPr>
            <a:r>
              <a:rPr lang="ja-JP" altLang="en-US" dirty="0">
                <a:latin typeface="+mn-ea"/>
                <a:cs typeface="CMU Serif" panose="02000603000000000000" pitchFamily="2" charset="0"/>
              </a:rPr>
              <a:t>作用線を元に</a:t>
            </a:r>
            <a:r>
              <a:rPr lang="ja-JP" altLang="en-US" dirty="0">
                <a:solidFill>
                  <a:schemeClr val="accent6"/>
                </a:solidFill>
                <a:latin typeface="+mn-ea"/>
                <a:cs typeface="CMU Serif" panose="02000603000000000000" pitchFamily="2" charset="0"/>
              </a:rPr>
              <a:t>分力</a:t>
            </a:r>
            <a:r>
              <a:rPr lang="ja-JP" altLang="en-US" dirty="0">
                <a:latin typeface="+mn-ea"/>
                <a:cs typeface="CMU Serif" panose="02000603000000000000" pitchFamily="2" charset="0"/>
              </a:rPr>
              <a:t>を</a:t>
            </a:r>
            <a:r>
              <a:rPr lang="en-US" altLang="ja-JP" dirty="0">
                <a:cs typeface="CMU Serif" panose="02000603000000000000" pitchFamily="2" charset="0"/>
              </a:rPr>
              <a:t>2</a:t>
            </a:r>
            <a:r>
              <a:rPr lang="ja-JP" altLang="en-US" dirty="0">
                <a:latin typeface="+mn-ea"/>
                <a:cs typeface="CMU Serif" panose="02000603000000000000" pitchFamily="2" charset="0"/>
              </a:rPr>
              <a:t>つ描く．</a:t>
            </a:r>
            <a:endParaRPr lang="en-US" altLang="ja-JP" dirty="0">
              <a:latin typeface="+mn-ea"/>
              <a:cs typeface="CMU Serif" panose="02000603000000000000" pitchFamily="2" charset="0"/>
            </a:endParaRPr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1A80017F-A540-6D34-2BA6-59EE7E562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分力のベクトルを作図する</a:t>
            </a:r>
          </a:p>
        </p:txBody>
      </p:sp>
      <p:cxnSp>
        <p:nvCxnSpPr>
          <p:cNvPr id="3" name="直線矢印コネクタ 2">
            <a:extLst>
              <a:ext uri="{FF2B5EF4-FFF2-40B4-BE49-F238E27FC236}">
                <a16:creationId xmlns:a16="http://schemas.microsoft.com/office/drawing/2014/main" id="{3EEDB756-F3B7-FE52-6E0E-55469A21FF03}"/>
              </a:ext>
            </a:extLst>
          </p:cNvPr>
          <p:cNvCxnSpPr/>
          <p:nvPr/>
        </p:nvCxnSpPr>
        <p:spPr>
          <a:xfrm>
            <a:off x="493697" y="4905473"/>
            <a:ext cx="4463866" cy="0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0C4EF532-6376-C151-4348-F0CF0E626BE6}"/>
              </a:ext>
            </a:extLst>
          </p:cNvPr>
          <p:cNvCxnSpPr/>
          <p:nvPr/>
        </p:nvCxnSpPr>
        <p:spPr>
          <a:xfrm flipV="1">
            <a:off x="701675" y="2140048"/>
            <a:ext cx="2023954" cy="3233178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034C92D5-5B3F-9646-4205-06C5FAEEC8C1}"/>
              </a:ext>
            </a:extLst>
          </p:cNvPr>
          <p:cNvCxnSpPr/>
          <p:nvPr/>
        </p:nvCxnSpPr>
        <p:spPr>
          <a:xfrm flipV="1">
            <a:off x="2777765" y="2364167"/>
            <a:ext cx="2023954" cy="3233178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4F507C6A-CD1A-FDFB-B4B4-372CC9048F14}"/>
              </a:ext>
            </a:extLst>
          </p:cNvPr>
          <p:cNvCxnSpPr/>
          <p:nvPr/>
        </p:nvCxnSpPr>
        <p:spPr>
          <a:xfrm>
            <a:off x="798496" y="3388370"/>
            <a:ext cx="4463866" cy="0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A08FA898-3A68-D307-977B-C29CA36B74A1}"/>
              </a:ext>
            </a:extLst>
          </p:cNvPr>
          <p:cNvCxnSpPr/>
          <p:nvPr/>
        </p:nvCxnSpPr>
        <p:spPr>
          <a:xfrm flipV="1">
            <a:off x="1010220" y="3388370"/>
            <a:ext cx="3175626" cy="150868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620D70AC-584E-7C6C-4153-E8E732223082}"/>
              </a:ext>
            </a:extLst>
          </p:cNvPr>
          <p:cNvCxnSpPr/>
          <p:nvPr/>
        </p:nvCxnSpPr>
        <p:spPr>
          <a:xfrm>
            <a:off x="1009536" y="4905473"/>
            <a:ext cx="2231199" cy="0"/>
          </a:xfrm>
          <a:prstGeom prst="straightConnector1">
            <a:avLst/>
          </a:prstGeom>
          <a:ln w="76200">
            <a:solidFill>
              <a:schemeClr val="accent4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6C407390-23CE-0D1D-C20F-3C7BEAA61674}"/>
              </a:ext>
            </a:extLst>
          </p:cNvPr>
          <p:cNvCxnSpPr/>
          <p:nvPr/>
        </p:nvCxnSpPr>
        <p:spPr>
          <a:xfrm flipV="1">
            <a:off x="984136" y="3362582"/>
            <a:ext cx="971550" cy="1559868"/>
          </a:xfrm>
          <a:prstGeom prst="straightConnector1">
            <a:avLst/>
          </a:prstGeom>
          <a:ln w="76200">
            <a:solidFill>
              <a:schemeClr val="accent4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スライド番号プレースホルダー 7">
            <a:extLst>
              <a:ext uri="{FF2B5EF4-FFF2-40B4-BE49-F238E27FC236}">
                <a16:creationId xmlns:a16="http://schemas.microsoft.com/office/drawing/2014/main" id="{6527469F-E3B7-EF44-259A-668517AAF1EC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27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75995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825D4AA-2C5D-246A-159C-6CE818FC5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B4109130-FA14-32F1-3602-E075E3615A3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886325" y="1195131"/>
            <a:ext cx="5019675" cy="5661084"/>
          </a:xfrm>
        </p:spPr>
        <p:txBody>
          <a:bodyPr/>
          <a:lstStyle/>
          <a:p>
            <a:pPr marL="583038" indent="-583038">
              <a:lnSpc>
                <a:spcPct val="150000"/>
              </a:lnSpc>
              <a:buClr>
                <a:schemeClr val="tx1"/>
              </a:buClr>
            </a:pPr>
            <a:r>
              <a:rPr lang="ja-JP" altLang="en-US" dirty="0">
                <a:latin typeface="+mn-ea"/>
                <a:cs typeface="CMU Serif" panose="02000603000000000000" pitchFamily="2" charset="0"/>
              </a:rPr>
              <a:t>平行四辺形の</a:t>
            </a:r>
            <a:r>
              <a:rPr lang="ja-JP" altLang="en-US" dirty="0">
                <a:solidFill>
                  <a:schemeClr val="accent6"/>
                </a:solidFill>
                <a:latin typeface="+mn-ea"/>
                <a:cs typeface="CMU Serif" panose="02000603000000000000" pitchFamily="2" charset="0"/>
              </a:rPr>
              <a:t>対角線</a:t>
            </a:r>
            <a:endParaRPr lang="en-US" altLang="ja-JP" dirty="0">
              <a:solidFill>
                <a:schemeClr val="accent6"/>
              </a:solidFill>
              <a:latin typeface="+mn-ea"/>
              <a:cs typeface="CMU Serif" panose="02000603000000000000" pitchFamily="2" charset="0"/>
            </a:endParaRPr>
          </a:p>
          <a:p>
            <a:pPr marL="583038" indent="-583038">
              <a:lnSpc>
                <a:spcPct val="150000"/>
              </a:lnSpc>
              <a:buClr>
                <a:schemeClr val="tx1"/>
              </a:buClr>
            </a:pPr>
            <a:r>
              <a:rPr lang="ja-JP" altLang="en-US" dirty="0">
                <a:latin typeface="+mn-ea"/>
                <a:cs typeface="CMU Serif" panose="02000603000000000000" pitchFamily="2" charset="0"/>
              </a:rPr>
              <a:t>作用線を合力の終点に向かって</a:t>
            </a:r>
            <a:r>
              <a:rPr lang="ja-JP" altLang="en-US" dirty="0">
                <a:solidFill>
                  <a:schemeClr val="accent6"/>
                </a:solidFill>
                <a:latin typeface="+mn-ea"/>
                <a:cs typeface="CMU Serif" panose="02000603000000000000" pitchFamily="2" charset="0"/>
              </a:rPr>
              <a:t>平行四辺形となるように</a:t>
            </a:r>
            <a:r>
              <a:rPr lang="ja-JP" altLang="en-US" dirty="0">
                <a:latin typeface="+mn-ea"/>
                <a:cs typeface="CMU Serif" panose="02000603000000000000" pitchFamily="2" charset="0"/>
              </a:rPr>
              <a:t>描く．</a:t>
            </a:r>
            <a:endParaRPr lang="en-US" altLang="ja-JP" dirty="0">
              <a:latin typeface="+mn-ea"/>
              <a:cs typeface="CMU Serif" panose="02000603000000000000" pitchFamily="2" charset="0"/>
            </a:endParaRPr>
          </a:p>
          <a:p>
            <a:pPr marL="583038" indent="-583038">
              <a:lnSpc>
                <a:spcPct val="150000"/>
              </a:lnSpc>
              <a:buClr>
                <a:schemeClr val="tx1"/>
              </a:buClr>
            </a:pPr>
            <a:r>
              <a:rPr lang="ja-JP" altLang="en-US" dirty="0">
                <a:latin typeface="+mn-ea"/>
                <a:cs typeface="CMU Serif" panose="02000603000000000000" pitchFamily="2" charset="0"/>
              </a:rPr>
              <a:t>作用線を元に</a:t>
            </a:r>
            <a:r>
              <a:rPr lang="ja-JP" altLang="en-US" dirty="0">
                <a:solidFill>
                  <a:schemeClr val="accent6"/>
                </a:solidFill>
                <a:latin typeface="+mn-ea"/>
                <a:cs typeface="CMU Serif" panose="02000603000000000000" pitchFamily="2" charset="0"/>
              </a:rPr>
              <a:t>分力</a:t>
            </a:r>
            <a:r>
              <a:rPr lang="ja-JP" altLang="en-US" dirty="0">
                <a:latin typeface="+mn-ea"/>
                <a:cs typeface="CMU Serif" panose="02000603000000000000" pitchFamily="2" charset="0"/>
              </a:rPr>
              <a:t>を</a:t>
            </a:r>
            <a:r>
              <a:rPr lang="en-US" altLang="ja-JP" dirty="0">
                <a:cs typeface="CMU Serif" panose="02000603000000000000" pitchFamily="2" charset="0"/>
              </a:rPr>
              <a:t>2</a:t>
            </a:r>
            <a:r>
              <a:rPr lang="ja-JP" altLang="en-US" dirty="0">
                <a:latin typeface="+mn-ea"/>
                <a:cs typeface="CMU Serif" panose="02000603000000000000" pitchFamily="2" charset="0"/>
              </a:rPr>
              <a:t>つ描く．</a:t>
            </a:r>
            <a:endParaRPr lang="en-US" altLang="ja-JP" dirty="0">
              <a:latin typeface="+mn-ea"/>
              <a:cs typeface="CMU Serif" panose="02000603000000000000" pitchFamily="2" charset="0"/>
            </a:endParaRPr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34CC3543-F4EC-CD92-B7EF-C9FC68922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分力のベクトルを作図する</a:t>
            </a:r>
          </a:p>
        </p:txBody>
      </p:sp>
      <p:cxnSp>
        <p:nvCxnSpPr>
          <p:cNvPr id="3" name="直線矢印コネクタ 2">
            <a:extLst>
              <a:ext uri="{FF2B5EF4-FFF2-40B4-BE49-F238E27FC236}">
                <a16:creationId xmlns:a16="http://schemas.microsoft.com/office/drawing/2014/main" id="{A9407D78-C47D-F9EB-E012-FA15637EBD00}"/>
              </a:ext>
            </a:extLst>
          </p:cNvPr>
          <p:cNvCxnSpPr/>
          <p:nvPr/>
        </p:nvCxnSpPr>
        <p:spPr>
          <a:xfrm>
            <a:off x="493697" y="4905473"/>
            <a:ext cx="4463866" cy="0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2E7AAE8F-106E-6D53-3072-3C6FC20666D8}"/>
              </a:ext>
            </a:extLst>
          </p:cNvPr>
          <p:cNvCxnSpPr/>
          <p:nvPr/>
        </p:nvCxnSpPr>
        <p:spPr>
          <a:xfrm flipV="1">
            <a:off x="701675" y="2140048"/>
            <a:ext cx="2023954" cy="3233178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7697F2E9-330E-C4AD-ADD7-D700021549B2}"/>
              </a:ext>
            </a:extLst>
          </p:cNvPr>
          <p:cNvCxnSpPr/>
          <p:nvPr/>
        </p:nvCxnSpPr>
        <p:spPr>
          <a:xfrm flipV="1">
            <a:off x="2777765" y="2364167"/>
            <a:ext cx="2023954" cy="3233178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E2B06721-1BE5-7307-3ED6-FBA00F543AC0}"/>
              </a:ext>
            </a:extLst>
          </p:cNvPr>
          <p:cNvCxnSpPr/>
          <p:nvPr/>
        </p:nvCxnSpPr>
        <p:spPr>
          <a:xfrm>
            <a:off x="798496" y="3388370"/>
            <a:ext cx="4463866" cy="0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D749A227-C962-A451-FC64-BE8D9EB4D49F}"/>
              </a:ext>
            </a:extLst>
          </p:cNvPr>
          <p:cNvCxnSpPr/>
          <p:nvPr/>
        </p:nvCxnSpPr>
        <p:spPr>
          <a:xfrm flipV="1">
            <a:off x="1010220" y="3388370"/>
            <a:ext cx="3175626" cy="150868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4A31FAE6-99DC-33E9-3592-052FEBF7C99F}"/>
              </a:ext>
            </a:extLst>
          </p:cNvPr>
          <p:cNvCxnSpPr/>
          <p:nvPr/>
        </p:nvCxnSpPr>
        <p:spPr>
          <a:xfrm>
            <a:off x="1009536" y="4905473"/>
            <a:ext cx="2231199" cy="0"/>
          </a:xfrm>
          <a:prstGeom prst="straightConnector1">
            <a:avLst/>
          </a:prstGeom>
          <a:ln w="76200">
            <a:solidFill>
              <a:schemeClr val="accent4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39F6E2A9-2E67-6BF6-85B7-999105BCA7F0}"/>
              </a:ext>
            </a:extLst>
          </p:cNvPr>
          <p:cNvCxnSpPr/>
          <p:nvPr/>
        </p:nvCxnSpPr>
        <p:spPr>
          <a:xfrm flipV="1">
            <a:off x="984136" y="3362582"/>
            <a:ext cx="971550" cy="1559868"/>
          </a:xfrm>
          <a:prstGeom prst="straightConnector1">
            <a:avLst/>
          </a:prstGeom>
          <a:ln w="76200">
            <a:solidFill>
              <a:schemeClr val="accent4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0604636-A8BF-B86E-FD45-7DE2B4F60D15}"/>
              </a:ext>
            </a:extLst>
          </p:cNvPr>
          <p:cNvSpPr/>
          <p:nvPr/>
        </p:nvSpPr>
        <p:spPr>
          <a:xfrm>
            <a:off x="8296275" y="1549406"/>
            <a:ext cx="1514475" cy="7334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159DA5E1-34D5-D8B3-33C3-258958775C57}"/>
              </a:ext>
            </a:extLst>
          </p:cNvPr>
          <p:cNvSpPr/>
          <p:nvPr/>
        </p:nvSpPr>
        <p:spPr>
          <a:xfrm>
            <a:off x="7848294" y="3316625"/>
            <a:ext cx="1962456" cy="7334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22246BE1-9445-349C-5B93-21364A4444EE}"/>
              </a:ext>
            </a:extLst>
          </p:cNvPr>
          <p:cNvSpPr/>
          <p:nvPr/>
        </p:nvSpPr>
        <p:spPr>
          <a:xfrm>
            <a:off x="5469325" y="4172048"/>
            <a:ext cx="3280228" cy="7334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AF0FD4B3-F266-F923-38EC-753C1A9575AB}"/>
              </a:ext>
            </a:extLst>
          </p:cNvPr>
          <p:cNvSpPr/>
          <p:nvPr/>
        </p:nvSpPr>
        <p:spPr>
          <a:xfrm>
            <a:off x="8296275" y="5083844"/>
            <a:ext cx="908050" cy="7334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スライド番号プレースホルダー 7">
            <a:extLst>
              <a:ext uri="{FF2B5EF4-FFF2-40B4-BE49-F238E27FC236}">
                <a16:creationId xmlns:a16="http://schemas.microsoft.com/office/drawing/2014/main" id="{E29427FE-601A-0451-B81F-F3788BD6CC96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28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26252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7">
            <a:extLst>
              <a:ext uri="{FF2B5EF4-FFF2-40B4-BE49-F238E27FC236}">
                <a16:creationId xmlns:a16="http://schemas.microsoft.com/office/drawing/2014/main" id="{2D9BCD04-B8E4-3D18-3978-5E56F6D8A62D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29</a:t>
            </a:fld>
            <a:endParaRPr kumimoji="1"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7D03248F-1707-D520-F382-4387E7A64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直線の引き方</a:t>
            </a:r>
          </a:p>
        </p:txBody>
      </p:sp>
      <p:pic>
        <p:nvPicPr>
          <p:cNvPr id="2052" name="Picture 4" descr="直線定規の透過PNGイラスト">
            <a:extLst>
              <a:ext uri="{FF2B5EF4-FFF2-40B4-BE49-F238E27FC236}">
                <a16:creationId xmlns:a16="http://schemas.microsoft.com/office/drawing/2014/main" id="{B28F8460-EFD6-EE0E-5406-92301B3D542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01" t="38806" r="8218" b="38776"/>
          <a:stretch>
            <a:fillRect/>
          </a:stretch>
        </p:blipFill>
        <p:spPr bwMode="auto">
          <a:xfrm rot="10800000">
            <a:off x="576845" y="4792036"/>
            <a:ext cx="4129430" cy="830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7DCD6D46-6F36-87EB-3ADE-3AE0A56D81B2}"/>
              </a:ext>
            </a:extLst>
          </p:cNvPr>
          <p:cNvCxnSpPr>
            <a:cxnSpLocks/>
          </p:cNvCxnSpPr>
          <p:nvPr/>
        </p:nvCxnSpPr>
        <p:spPr>
          <a:xfrm>
            <a:off x="678328" y="4753936"/>
            <a:ext cx="2792414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2050" name="Picture 2" descr="鉛筆を持つ手のフリーイラスト Clip art of hand holding a pen">
            <a:extLst>
              <a:ext uri="{FF2B5EF4-FFF2-40B4-BE49-F238E27FC236}">
                <a16:creationId xmlns:a16="http://schemas.microsoft.com/office/drawing/2014/main" id="{09163859-446E-3FB6-215F-EBBAF4C605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00" t="15472" r="3483" b="11860"/>
          <a:stretch>
            <a:fillRect/>
          </a:stretch>
        </p:blipFill>
        <p:spPr bwMode="auto">
          <a:xfrm rot="19337408">
            <a:off x="498396" y="2749024"/>
            <a:ext cx="3259410" cy="2535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8F5837D-918C-97D1-90FE-BC74F25770D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ja-JP" altLang="en-US" dirty="0"/>
              <a:t>シャープペンの芯を</a:t>
            </a:r>
            <a:r>
              <a:rPr lang="ja-JP" altLang="en-US" dirty="0">
                <a:solidFill>
                  <a:schemeClr val="accent6"/>
                </a:solidFill>
              </a:rPr>
              <a:t>定規の縁にしっかりと当てる</a:t>
            </a:r>
            <a:r>
              <a:rPr lang="ja-JP" altLang="en-US" dirty="0"/>
              <a:t>．</a:t>
            </a:r>
            <a:endParaRPr lang="en-US" altLang="ja-JP" dirty="0"/>
          </a:p>
          <a:p>
            <a:r>
              <a:rPr lang="ja-JP" altLang="en-US" dirty="0"/>
              <a:t>ペン先を真上から見ながら，</a:t>
            </a:r>
            <a:r>
              <a:rPr lang="ja-JP" altLang="en-US" dirty="0">
                <a:solidFill>
                  <a:schemeClr val="accent6"/>
                </a:solidFill>
              </a:rPr>
              <a:t>引く方向に線を描く</a:t>
            </a:r>
            <a:r>
              <a:rPr lang="ja-JP" altLang="en-US" dirty="0"/>
              <a:t>．</a:t>
            </a:r>
            <a:endParaRPr lang="en-US" altLang="ja-JP" dirty="0"/>
          </a:p>
          <a:p>
            <a:r>
              <a:rPr lang="ja-JP" altLang="en-US" dirty="0"/>
              <a:t>一定の強さで，</a:t>
            </a:r>
            <a:r>
              <a:rPr lang="ja-JP" altLang="en-US" dirty="0">
                <a:solidFill>
                  <a:schemeClr val="accent6"/>
                </a:solidFill>
              </a:rPr>
              <a:t>線の濃さと太さがムラのない</a:t>
            </a:r>
            <a:r>
              <a:rPr lang="ja-JP" altLang="en-US" dirty="0"/>
              <a:t>ように．</a:t>
            </a:r>
          </a:p>
        </p:txBody>
      </p:sp>
    </p:spTree>
    <p:extLst>
      <p:ext uri="{BB962C8B-B14F-4D97-AF65-F5344CB8AC3E}">
        <p14:creationId xmlns:p14="http://schemas.microsoft.com/office/powerpoint/2010/main" val="448681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3" presetClass="path" presetSubtype="0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8974E-6 1.85185E-6 L 0.27933 1.85185E-6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958" y="0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テキスト プレースホルダー 14">
            <a:extLst>
              <a:ext uri="{FF2B5EF4-FFF2-40B4-BE49-F238E27FC236}">
                <a16:creationId xmlns:a16="http://schemas.microsoft.com/office/drawing/2014/main" id="{28A77D8D-0C44-7021-906B-22E1288960A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ja-JP" altLang="en-US" dirty="0"/>
              <a:t>定規を</a:t>
            </a:r>
            <a:r>
              <a:rPr lang="en-US" altLang="ja-JP" dirty="0"/>
              <a:t>2</a:t>
            </a:r>
            <a:r>
              <a:rPr lang="ja-JP" altLang="en-US" dirty="0"/>
              <a:t>つ重ねる．</a:t>
            </a:r>
            <a:endParaRPr lang="en-US" altLang="ja-JP" dirty="0"/>
          </a:p>
          <a:p>
            <a:r>
              <a:rPr lang="en-US" altLang="ja-JP" dirty="0"/>
              <a:t>1</a:t>
            </a:r>
            <a:r>
              <a:rPr lang="ja-JP" altLang="en-US" dirty="0"/>
              <a:t>つ直線を描く．</a:t>
            </a:r>
            <a:endParaRPr lang="en-US" altLang="ja-JP" dirty="0"/>
          </a:p>
          <a:p>
            <a:r>
              <a:rPr lang="ja-JP" altLang="en-US" dirty="0"/>
              <a:t>片方の定規を，スライドさせる．</a:t>
            </a:r>
            <a:endParaRPr lang="en-US" altLang="ja-JP" dirty="0"/>
          </a:p>
          <a:p>
            <a:r>
              <a:rPr lang="ja-JP" altLang="en-US" dirty="0"/>
              <a:t>もう一度，直線を描く．</a:t>
            </a:r>
            <a:endParaRPr lang="en-US" altLang="ja-JP" dirty="0"/>
          </a:p>
          <a:p>
            <a:r>
              <a:rPr lang="ja-JP" altLang="en-US" dirty="0"/>
              <a:t>この手順で平行線を描ける．</a:t>
            </a: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703C8E3F-2A16-29D1-1851-B0171DA7B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平行線の描き方</a:t>
            </a:r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F93352A5-4600-B1B9-E2DD-AE1F566E4C8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altLang="ja-JP" dirty="0">
                <a:hlinkClick r:id="rId2"/>
              </a:rPr>
              <a:t>https://illustcenter.com/2021/12/21/rdesign_8759</a:t>
            </a:r>
            <a:endParaRPr lang="ja-JP" altLang="en-US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7FD12428-74A2-64EC-DC89-A6F6728E7DF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3212" t="8886" r="9819" b="9903"/>
          <a:stretch>
            <a:fillRect/>
          </a:stretch>
        </p:blipFill>
        <p:spPr>
          <a:xfrm rot="10800000">
            <a:off x="493699" y="2380712"/>
            <a:ext cx="1985976" cy="3271991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0F475DE-4115-19E5-3C00-3381C224CD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875" t="40947" r="53427" b="10122"/>
          <a:stretch>
            <a:fillRect/>
          </a:stretch>
        </p:blipFill>
        <p:spPr>
          <a:xfrm rot="10800000">
            <a:off x="2479675" y="2705755"/>
            <a:ext cx="2000863" cy="2000866"/>
          </a:xfrm>
          <a:prstGeom prst="rect">
            <a:avLst/>
          </a:prstGeom>
        </p:spPr>
      </p:pic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3A4C88C4-1517-3A20-0D35-2A6A9B28B7F9}"/>
              </a:ext>
            </a:extLst>
          </p:cNvPr>
          <p:cNvCxnSpPr>
            <a:cxnSpLocks/>
          </p:cNvCxnSpPr>
          <p:nvPr/>
        </p:nvCxnSpPr>
        <p:spPr>
          <a:xfrm>
            <a:off x="2479674" y="2672414"/>
            <a:ext cx="2000864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668BA90F-BC4C-5D96-3553-CC2DEB76F825}"/>
              </a:ext>
            </a:extLst>
          </p:cNvPr>
          <p:cNvCxnSpPr>
            <a:cxnSpLocks/>
          </p:cNvCxnSpPr>
          <p:nvPr/>
        </p:nvCxnSpPr>
        <p:spPr>
          <a:xfrm>
            <a:off x="2479674" y="3553941"/>
            <a:ext cx="2000864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7EA2AAAE-E90A-8A50-69D9-F059D0FC6F4A}"/>
              </a:ext>
            </a:extLst>
          </p:cNvPr>
          <p:cNvGrpSpPr/>
          <p:nvPr/>
        </p:nvGrpSpPr>
        <p:grpSpPr>
          <a:xfrm>
            <a:off x="3197958" y="2511520"/>
            <a:ext cx="561678" cy="1656015"/>
            <a:chOff x="3015991" y="2575402"/>
            <a:chExt cx="561678" cy="1656015"/>
          </a:xfrm>
        </p:grpSpPr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CD0B3C7D-87B5-72EB-6242-DD0A6A115F85}"/>
                </a:ext>
              </a:extLst>
            </p:cNvPr>
            <p:cNvSpPr txBox="1"/>
            <p:nvPr/>
          </p:nvSpPr>
          <p:spPr>
            <a:xfrm>
              <a:off x="3015991" y="2575402"/>
              <a:ext cx="561678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6600" baseline="30000" dirty="0"/>
                <a:t>&gt;</a:t>
              </a:r>
              <a:endParaRPr kumimoji="1" lang="ja-JP" altLang="en-US" sz="6600" baseline="30000" dirty="0"/>
            </a:p>
          </p:txBody>
        </p: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3398BE38-FA30-C605-3517-F408976CEB91}"/>
                </a:ext>
              </a:extLst>
            </p:cNvPr>
            <p:cNvSpPr txBox="1"/>
            <p:nvPr/>
          </p:nvSpPr>
          <p:spPr>
            <a:xfrm>
              <a:off x="3015991" y="3461976"/>
              <a:ext cx="561678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6600" baseline="30000" dirty="0"/>
                <a:t>&gt;</a:t>
              </a:r>
              <a:endParaRPr kumimoji="1" lang="ja-JP" altLang="en-US" sz="6600" baseline="30000" dirty="0"/>
            </a:p>
          </p:txBody>
        </p:sp>
      </p:grpSp>
      <p:sp>
        <p:nvSpPr>
          <p:cNvPr id="2" name="スライド番号プレースホルダー 7">
            <a:extLst>
              <a:ext uri="{FF2B5EF4-FFF2-40B4-BE49-F238E27FC236}">
                <a16:creationId xmlns:a16="http://schemas.microsoft.com/office/drawing/2014/main" id="{0480C3F9-01CF-A178-224B-33EDE14F1A34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30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72562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5128E-6 2.22222E-6 L -2.05128E-6 0.12916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45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5D13057-68BA-D392-322A-4F280E930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テキスト プレースホルダー 14">
            <a:extLst>
              <a:ext uri="{FF2B5EF4-FFF2-40B4-BE49-F238E27FC236}">
                <a16:creationId xmlns:a16="http://schemas.microsoft.com/office/drawing/2014/main" id="{9E916BC9-23D6-0E56-C4A0-24F628A53A7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ja-JP" altLang="en-US" dirty="0"/>
              <a:t>定規を</a:t>
            </a:r>
            <a:r>
              <a:rPr lang="en-US" altLang="ja-JP" dirty="0"/>
              <a:t>2</a:t>
            </a:r>
            <a:r>
              <a:rPr lang="ja-JP" altLang="en-US" dirty="0"/>
              <a:t>つ重ねる．</a:t>
            </a:r>
            <a:endParaRPr lang="en-US" altLang="ja-JP" dirty="0"/>
          </a:p>
          <a:p>
            <a:pPr>
              <a:lnSpc>
                <a:spcPct val="200000"/>
              </a:lnSpc>
            </a:pPr>
            <a:r>
              <a:rPr lang="en-US" altLang="ja-JP" dirty="0"/>
              <a:t>1</a:t>
            </a:r>
            <a:r>
              <a:rPr lang="ja-JP" altLang="en-US" dirty="0"/>
              <a:t>つ直線を描く．</a:t>
            </a:r>
            <a:endParaRPr lang="en-US" altLang="ja-JP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C6BCF7E0-AC5E-8F91-84F2-4C02130C3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平行線の描き方</a:t>
            </a:r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847B7DEF-E7EC-4652-AB74-CE276A471DF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altLang="ja-JP" dirty="0">
                <a:hlinkClick r:id="rId2"/>
              </a:rPr>
              <a:t>https://illustcenter.com/2021/12/21/rdesign_8759</a:t>
            </a:r>
            <a:endParaRPr lang="ja-JP" altLang="en-US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83302364-BF8C-17F7-5BF2-49EB2F595E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3212" t="8886" r="9819" b="9903"/>
          <a:stretch>
            <a:fillRect/>
          </a:stretch>
        </p:blipFill>
        <p:spPr>
          <a:xfrm rot="10800000">
            <a:off x="493699" y="2380712"/>
            <a:ext cx="1985976" cy="3271991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38EE73E9-1501-DEBE-9EF3-59499198D28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875" t="40947" r="53427" b="10122"/>
          <a:stretch>
            <a:fillRect/>
          </a:stretch>
        </p:blipFill>
        <p:spPr>
          <a:xfrm rot="10800000">
            <a:off x="2479675" y="2705755"/>
            <a:ext cx="2000863" cy="2000866"/>
          </a:xfrm>
          <a:prstGeom prst="rect">
            <a:avLst/>
          </a:prstGeom>
        </p:spPr>
      </p:pic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9931593E-7910-E34D-1E1B-62A3ED303823}"/>
              </a:ext>
            </a:extLst>
          </p:cNvPr>
          <p:cNvCxnSpPr>
            <a:cxnSpLocks/>
          </p:cNvCxnSpPr>
          <p:nvPr/>
        </p:nvCxnSpPr>
        <p:spPr>
          <a:xfrm>
            <a:off x="2479674" y="2672414"/>
            <a:ext cx="2000864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" name="スライド番号プレースホルダー 7">
            <a:extLst>
              <a:ext uri="{FF2B5EF4-FFF2-40B4-BE49-F238E27FC236}">
                <a16:creationId xmlns:a16="http://schemas.microsoft.com/office/drawing/2014/main" id="{496CE16E-05E1-1838-8B57-673871216778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31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57948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514F809-79E9-514A-E2C6-0631C9C2C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テキスト プレースホルダー 14">
            <a:extLst>
              <a:ext uri="{FF2B5EF4-FFF2-40B4-BE49-F238E27FC236}">
                <a16:creationId xmlns:a16="http://schemas.microsoft.com/office/drawing/2014/main" id="{61EA763C-1D17-CDE6-5DC2-FE9C3A94ACC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ja-JP" altLang="en-US" dirty="0"/>
              <a:t>定規を</a:t>
            </a:r>
            <a:r>
              <a:rPr lang="en-US" altLang="ja-JP" dirty="0"/>
              <a:t>2</a:t>
            </a:r>
            <a:r>
              <a:rPr lang="ja-JP" altLang="en-US" dirty="0"/>
              <a:t>つ重ねる．</a:t>
            </a:r>
            <a:endParaRPr lang="en-US" altLang="ja-JP" dirty="0"/>
          </a:p>
          <a:p>
            <a:r>
              <a:rPr lang="en-US" altLang="ja-JP" dirty="0"/>
              <a:t>1</a:t>
            </a:r>
            <a:r>
              <a:rPr lang="ja-JP" altLang="en-US" dirty="0"/>
              <a:t>つ直線を描く．</a:t>
            </a:r>
            <a:endParaRPr lang="en-US" altLang="ja-JP" dirty="0"/>
          </a:p>
          <a:p>
            <a:r>
              <a:rPr lang="ja-JP" altLang="en-US" dirty="0"/>
              <a:t>片方の定規を，スライドさせる．</a:t>
            </a:r>
            <a:endParaRPr lang="en-US" altLang="ja-JP" dirty="0"/>
          </a:p>
          <a:p>
            <a:r>
              <a:rPr lang="ja-JP" altLang="en-US" dirty="0"/>
              <a:t>もう一度，直線を描く．</a:t>
            </a:r>
            <a:endParaRPr lang="en-US" altLang="ja-JP" dirty="0"/>
          </a:p>
          <a:p>
            <a:r>
              <a:rPr lang="ja-JP" altLang="en-US" dirty="0"/>
              <a:t>この手順で平行線を描ける．</a:t>
            </a: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A3B92A00-6F4C-297F-F429-7AC06C9A7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平行線の描き方</a:t>
            </a:r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7D818F7D-0D1C-7129-859B-A093E6C45C8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altLang="ja-JP" dirty="0">
                <a:hlinkClick r:id="rId2"/>
              </a:rPr>
              <a:t>https://illustcenter.com/2021/12/21/rdesign_8759</a:t>
            </a:r>
            <a:endParaRPr lang="ja-JP" altLang="en-US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E9CFBE8F-3F1D-BE64-2107-AC7B3431CA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3212" t="8886" r="9819" b="9903"/>
          <a:stretch>
            <a:fillRect/>
          </a:stretch>
        </p:blipFill>
        <p:spPr>
          <a:xfrm rot="10800000">
            <a:off x="493699" y="2380712"/>
            <a:ext cx="1985976" cy="3271991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6EF91CF9-9B22-F5E9-BCF7-19703FB4439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875" t="40947" r="53427" b="10122"/>
          <a:stretch>
            <a:fillRect/>
          </a:stretch>
        </p:blipFill>
        <p:spPr>
          <a:xfrm rot="10800000">
            <a:off x="2479674" y="3602889"/>
            <a:ext cx="2000863" cy="2000866"/>
          </a:xfrm>
          <a:prstGeom prst="rect">
            <a:avLst/>
          </a:prstGeom>
        </p:spPr>
      </p:pic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74802727-10FC-1ED6-FB3C-22B2B750965B}"/>
              </a:ext>
            </a:extLst>
          </p:cNvPr>
          <p:cNvCxnSpPr>
            <a:cxnSpLocks/>
          </p:cNvCxnSpPr>
          <p:nvPr/>
        </p:nvCxnSpPr>
        <p:spPr>
          <a:xfrm>
            <a:off x="2479674" y="2672414"/>
            <a:ext cx="2000864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BB71ADD9-8917-DBAD-21D5-4490F87A972C}"/>
              </a:ext>
            </a:extLst>
          </p:cNvPr>
          <p:cNvCxnSpPr>
            <a:cxnSpLocks/>
          </p:cNvCxnSpPr>
          <p:nvPr/>
        </p:nvCxnSpPr>
        <p:spPr>
          <a:xfrm>
            <a:off x="2479674" y="3553941"/>
            <a:ext cx="2000864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" name="スライド番号プレースホルダー 7">
            <a:extLst>
              <a:ext uri="{FF2B5EF4-FFF2-40B4-BE49-F238E27FC236}">
                <a16:creationId xmlns:a16="http://schemas.microsoft.com/office/drawing/2014/main" id="{F833263D-6223-F54E-74CC-CF1CA2C299A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32</a:t>
            </a:fld>
            <a:endParaRPr kumimoji="1" lang="ja-JP" altLang="en-US"/>
          </a:p>
        </p:txBody>
      </p: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3B62BFCF-5E08-40DC-08A9-35F7FAFC2BD7}"/>
              </a:ext>
            </a:extLst>
          </p:cNvPr>
          <p:cNvGrpSpPr/>
          <p:nvPr/>
        </p:nvGrpSpPr>
        <p:grpSpPr>
          <a:xfrm>
            <a:off x="3197958" y="2511520"/>
            <a:ext cx="561678" cy="1656015"/>
            <a:chOff x="3015991" y="2575402"/>
            <a:chExt cx="561678" cy="1656015"/>
          </a:xfrm>
        </p:grpSpPr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87BDA808-828A-A30B-4FB2-CC692383E826}"/>
                </a:ext>
              </a:extLst>
            </p:cNvPr>
            <p:cNvSpPr txBox="1"/>
            <p:nvPr/>
          </p:nvSpPr>
          <p:spPr>
            <a:xfrm>
              <a:off x="3015991" y="2575402"/>
              <a:ext cx="561678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6600" baseline="30000" dirty="0"/>
                <a:t>&gt;</a:t>
              </a:r>
              <a:endParaRPr kumimoji="1" lang="ja-JP" altLang="en-US" sz="6600" baseline="30000" dirty="0"/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EF416128-B49D-C963-371F-13A03DB28833}"/>
                </a:ext>
              </a:extLst>
            </p:cNvPr>
            <p:cNvSpPr txBox="1"/>
            <p:nvPr/>
          </p:nvSpPr>
          <p:spPr>
            <a:xfrm>
              <a:off x="3015991" y="3461976"/>
              <a:ext cx="561678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6600" baseline="30000" dirty="0"/>
                <a:t>&gt;</a:t>
              </a:r>
              <a:endParaRPr kumimoji="1" lang="ja-JP" altLang="en-US" sz="6600" baseline="30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7217029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9BF33-8C28-B026-7C57-4B545064A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円弧 27">
            <a:extLst>
              <a:ext uri="{FF2B5EF4-FFF2-40B4-BE49-F238E27FC236}">
                <a16:creationId xmlns:a16="http://schemas.microsoft.com/office/drawing/2014/main" id="{DE949CE4-270E-016A-AB31-7AF0CB7224CA}"/>
              </a:ext>
            </a:extLst>
          </p:cNvPr>
          <p:cNvSpPr/>
          <p:nvPr/>
        </p:nvSpPr>
        <p:spPr>
          <a:xfrm>
            <a:off x="1000108" y="3273011"/>
            <a:ext cx="3583204" cy="3583204"/>
          </a:xfrm>
          <a:prstGeom prst="arc">
            <a:avLst>
              <a:gd name="adj1" fmla="val 15462799"/>
              <a:gd name="adj2" fmla="val 20819950"/>
            </a:avLst>
          </a:prstGeom>
          <a:ln w="38100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円弧 18">
            <a:extLst>
              <a:ext uri="{FF2B5EF4-FFF2-40B4-BE49-F238E27FC236}">
                <a16:creationId xmlns:a16="http://schemas.microsoft.com/office/drawing/2014/main" id="{2AFFE0C9-2E09-154E-F3F7-EDFFDFF45559}"/>
              </a:ext>
            </a:extLst>
          </p:cNvPr>
          <p:cNvSpPr/>
          <p:nvPr/>
        </p:nvSpPr>
        <p:spPr>
          <a:xfrm>
            <a:off x="-690028" y="1338106"/>
            <a:ext cx="4435652" cy="4435647"/>
          </a:xfrm>
          <a:prstGeom prst="arc">
            <a:avLst>
              <a:gd name="adj1" fmla="val 18268872"/>
              <a:gd name="adj2" fmla="val 1940856"/>
            </a:avLst>
          </a:prstGeom>
          <a:ln w="38100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ED7BE463-875A-AFC9-5E90-7F036FFA78E1}"/>
              </a:ext>
            </a:extLst>
          </p:cNvPr>
          <p:cNvGrpSpPr/>
          <p:nvPr/>
        </p:nvGrpSpPr>
        <p:grpSpPr>
          <a:xfrm rot="20688182">
            <a:off x="583089" y="2117107"/>
            <a:ext cx="4410862" cy="5895009"/>
            <a:chOff x="-5413829" y="-416340"/>
            <a:chExt cx="4435652" cy="5928140"/>
          </a:xfrm>
        </p:grpSpPr>
        <p:sp>
          <p:nvSpPr>
            <p:cNvPr id="30" name="正方形/長方形 29">
              <a:extLst>
                <a:ext uri="{FF2B5EF4-FFF2-40B4-BE49-F238E27FC236}">
                  <a16:creationId xmlns:a16="http://schemas.microsoft.com/office/drawing/2014/main" id="{2E8FCC12-3A9E-9EB0-8981-7FE44E4F0ECE}"/>
                </a:ext>
              </a:extLst>
            </p:cNvPr>
            <p:cNvSpPr/>
            <p:nvPr/>
          </p:nvSpPr>
          <p:spPr>
            <a:xfrm>
              <a:off x="-5413829" y="-416340"/>
              <a:ext cx="4435652" cy="592814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31" name="図 30">
              <a:extLst>
                <a:ext uri="{FF2B5EF4-FFF2-40B4-BE49-F238E27FC236}">
                  <a16:creationId xmlns:a16="http://schemas.microsoft.com/office/drawing/2014/main" id="{F3511D89-8B23-F490-4E09-536B2A1B22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7792" t="3579" r="28279" b="3564"/>
            <a:stretch>
              <a:fillRect/>
            </a:stretch>
          </p:blipFill>
          <p:spPr>
            <a:xfrm flipH="1">
              <a:off x="-3279003" y="-416339"/>
              <a:ext cx="2300825" cy="3080754"/>
            </a:xfrm>
            <a:prstGeom prst="rect">
              <a:avLst/>
            </a:prstGeom>
          </p:spPr>
        </p:pic>
      </p:grpSp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7D2CDC09-E53C-C8B1-022C-775CF646C98C}"/>
              </a:ext>
            </a:extLst>
          </p:cNvPr>
          <p:cNvGrpSpPr/>
          <p:nvPr/>
        </p:nvGrpSpPr>
        <p:grpSpPr>
          <a:xfrm rot="1901218">
            <a:off x="-1195573" y="-83789"/>
            <a:ext cx="5446741" cy="7279435"/>
            <a:chOff x="-5413829" y="-416340"/>
            <a:chExt cx="4435652" cy="5928140"/>
          </a:xfrm>
        </p:grpSpPr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942DFE80-44C7-6793-B15F-2FF2A7C38E7D}"/>
                </a:ext>
              </a:extLst>
            </p:cNvPr>
            <p:cNvSpPr/>
            <p:nvPr/>
          </p:nvSpPr>
          <p:spPr>
            <a:xfrm>
              <a:off x="-5413829" y="-416340"/>
              <a:ext cx="4435652" cy="592814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8" name="図 17">
              <a:extLst>
                <a:ext uri="{FF2B5EF4-FFF2-40B4-BE49-F238E27FC236}">
                  <a16:creationId xmlns:a16="http://schemas.microsoft.com/office/drawing/2014/main" id="{D1B6D97B-31B3-EAC1-6536-AB55009C3F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7792" t="3579" r="28279" b="3564"/>
            <a:stretch>
              <a:fillRect/>
            </a:stretch>
          </p:blipFill>
          <p:spPr>
            <a:xfrm flipH="1">
              <a:off x="-3279003" y="-416339"/>
              <a:ext cx="2300825" cy="3080754"/>
            </a:xfrm>
            <a:prstGeom prst="rect">
              <a:avLst/>
            </a:prstGeom>
          </p:spPr>
        </p:pic>
      </p:grp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30E45307-0355-225C-C576-691618502E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ja-JP" altLang="en-US" dirty="0"/>
              <a:t>コンパスを矢印の長さにする．</a:t>
            </a:r>
            <a:endParaRPr lang="en-US" altLang="ja-JP" dirty="0"/>
          </a:p>
          <a:p>
            <a:r>
              <a:rPr lang="ja-JP" altLang="en-US" dirty="0"/>
              <a:t>もう一方の矢印の終点に，針を刺す．</a:t>
            </a:r>
            <a:endParaRPr lang="en-US" altLang="ja-JP" dirty="0"/>
          </a:p>
          <a:p>
            <a:r>
              <a:rPr lang="ja-JP" altLang="en-US" dirty="0"/>
              <a:t>弧を描く．</a:t>
            </a:r>
            <a:endParaRPr lang="en-US" altLang="ja-JP" dirty="0"/>
          </a:p>
          <a:p>
            <a:r>
              <a:rPr lang="ja-JP" altLang="en-US" dirty="0"/>
              <a:t>同じことを繰り返す．</a:t>
            </a:r>
            <a:endParaRPr lang="en-US" altLang="ja-JP" dirty="0"/>
          </a:p>
          <a:p>
            <a:r>
              <a:rPr lang="en-US" altLang="ja-JP" dirty="0"/>
              <a:t>2</a:t>
            </a:r>
            <a:r>
              <a:rPr lang="ja-JP" altLang="en-US" dirty="0"/>
              <a:t>つの弧の交点と原点を結ぶ．</a:t>
            </a:r>
            <a:endParaRPr lang="en-US" altLang="ja-JP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FB830069-6783-FF4D-0E38-E96CF3DE5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平行四辺形の描き方</a:t>
            </a:r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AB6DD6FD-B31F-BBCB-B289-B427F991D47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altLang="ja-JP" dirty="0">
                <a:hlinkClick r:id="rId3"/>
              </a:rPr>
              <a:t>https://illustcenter.com/2021/12/21/rdesign_8762</a:t>
            </a:r>
            <a:endParaRPr lang="ja-JP" altLang="en-US" dirty="0"/>
          </a:p>
        </p:txBody>
      </p: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1E353FD8-5731-AE27-A555-EA98C16F45BA}"/>
              </a:ext>
            </a:extLst>
          </p:cNvPr>
          <p:cNvCxnSpPr>
            <a:cxnSpLocks/>
          </p:cNvCxnSpPr>
          <p:nvPr/>
        </p:nvCxnSpPr>
        <p:spPr>
          <a:xfrm>
            <a:off x="583373" y="5064616"/>
            <a:ext cx="2231199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08A1C320-4E8D-3639-6DE3-9CE286EAB2C1}"/>
              </a:ext>
            </a:extLst>
          </p:cNvPr>
          <p:cNvCxnSpPr>
            <a:cxnSpLocks/>
          </p:cNvCxnSpPr>
          <p:nvPr/>
        </p:nvCxnSpPr>
        <p:spPr>
          <a:xfrm flipV="1">
            <a:off x="2814571" y="3555938"/>
            <a:ext cx="944426" cy="1508680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3A976EC7-4E72-1A7D-DE82-DDECDE385169}"/>
              </a:ext>
            </a:extLst>
          </p:cNvPr>
          <p:cNvCxnSpPr>
            <a:cxnSpLocks/>
          </p:cNvCxnSpPr>
          <p:nvPr/>
        </p:nvCxnSpPr>
        <p:spPr>
          <a:xfrm>
            <a:off x="1527802" y="3555935"/>
            <a:ext cx="2231199" cy="0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CBAF10E3-A372-1A11-C4B3-49ED2E73D212}"/>
              </a:ext>
            </a:extLst>
          </p:cNvPr>
          <p:cNvCxnSpPr>
            <a:cxnSpLocks/>
          </p:cNvCxnSpPr>
          <p:nvPr/>
        </p:nvCxnSpPr>
        <p:spPr>
          <a:xfrm flipV="1">
            <a:off x="583371" y="3555936"/>
            <a:ext cx="3175626" cy="1508680"/>
          </a:xfrm>
          <a:prstGeom prst="straightConnector1">
            <a:avLst/>
          </a:prstGeom>
          <a:ln w="76200">
            <a:solidFill>
              <a:schemeClr val="accent4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ED2617F9-D3AF-3B8D-3986-14314CCD75C3}"/>
              </a:ext>
            </a:extLst>
          </p:cNvPr>
          <p:cNvCxnSpPr>
            <a:cxnSpLocks/>
          </p:cNvCxnSpPr>
          <p:nvPr/>
        </p:nvCxnSpPr>
        <p:spPr>
          <a:xfrm flipV="1">
            <a:off x="583372" y="3555936"/>
            <a:ext cx="944426" cy="150868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4FD81970-E652-99FD-AE6B-EBC2EB58C69C}"/>
              </a:ext>
            </a:extLst>
          </p:cNvPr>
          <p:cNvGrpSpPr/>
          <p:nvPr/>
        </p:nvGrpSpPr>
        <p:grpSpPr>
          <a:xfrm>
            <a:off x="-2140001" y="1424894"/>
            <a:ext cx="5446741" cy="7279435"/>
            <a:chOff x="-5413829" y="-416340"/>
            <a:chExt cx="4435652" cy="5928140"/>
          </a:xfrm>
        </p:grpSpPr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D15E71DA-DF7E-F273-2AB1-4F9DCD55ED9B}"/>
                </a:ext>
              </a:extLst>
            </p:cNvPr>
            <p:cNvSpPr/>
            <p:nvPr/>
          </p:nvSpPr>
          <p:spPr>
            <a:xfrm>
              <a:off x="-5413829" y="-416340"/>
              <a:ext cx="4435652" cy="592814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5" name="図 14">
              <a:extLst>
                <a:ext uri="{FF2B5EF4-FFF2-40B4-BE49-F238E27FC236}">
                  <a16:creationId xmlns:a16="http://schemas.microsoft.com/office/drawing/2014/main" id="{19DE92D8-DEAF-6DFA-DE1B-FA4133515A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7792" t="3579" r="28279" b="3564"/>
            <a:stretch>
              <a:fillRect/>
            </a:stretch>
          </p:blipFill>
          <p:spPr>
            <a:xfrm flipH="1">
              <a:off x="-3279003" y="-416339"/>
              <a:ext cx="2300825" cy="3080754"/>
            </a:xfrm>
            <a:prstGeom prst="rect">
              <a:avLst/>
            </a:prstGeom>
          </p:spPr>
        </p:pic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2F4D7A05-C758-C0FF-418B-D400AB2524D0}"/>
              </a:ext>
            </a:extLst>
          </p:cNvPr>
          <p:cNvGrpSpPr/>
          <p:nvPr/>
        </p:nvGrpSpPr>
        <p:grpSpPr>
          <a:xfrm rot="17999003">
            <a:off x="-1622060" y="2117108"/>
            <a:ext cx="4410862" cy="5895009"/>
            <a:chOff x="-5413829" y="-416340"/>
            <a:chExt cx="4435652" cy="5928140"/>
          </a:xfrm>
        </p:grpSpPr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4EF579B4-E9D2-4DE6-17E7-F0A71DB06C36}"/>
                </a:ext>
              </a:extLst>
            </p:cNvPr>
            <p:cNvSpPr/>
            <p:nvPr/>
          </p:nvSpPr>
          <p:spPr>
            <a:xfrm>
              <a:off x="-5413829" y="-416340"/>
              <a:ext cx="4435652" cy="592814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24" name="図 23">
              <a:extLst>
                <a:ext uri="{FF2B5EF4-FFF2-40B4-BE49-F238E27FC236}">
                  <a16:creationId xmlns:a16="http://schemas.microsoft.com/office/drawing/2014/main" id="{CFEBAFDB-CF8D-6A59-871B-00A91B57FB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7792" t="3579" r="28279" b="3564"/>
            <a:stretch>
              <a:fillRect/>
            </a:stretch>
          </p:blipFill>
          <p:spPr>
            <a:xfrm flipH="1">
              <a:off x="-3279003" y="-416339"/>
              <a:ext cx="2300825" cy="3080754"/>
            </a:xfrm>
            <a:prstGeom prst="rect">
              <a:avLst/>
            </a:prstGeom>
          </p:spPr>
        </p:pic>
      </p:grpSp>
      <p:sp>
        <p:nvSpPr>
          <p:cNvPr id="5" name="スライド番号プレースホルダー 7">
            <a:extLst>
              <a:ext uri="{FF2B5EF4-FFF2-40B4-BE49-F238E27FC236}">
                <a16:creationId xmlns:a16="http://schemas.microsoft.com/office/drawing/2014/main" id="{F5D6F9D4-539F-692A-F12E-D3BC0FAA95CC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33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41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0256E-6 4.07407E-6 L 0.09536 -0.21991 " pathEditMode="relative" rAng="0" ptsTypes="AA">
                                      <p:cBhvr>
                                        <p:cTn id="25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60" y="-1099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-5400000">
                                      <p:cBhvr>
                                        <p:cTn id="38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500"/>
                            </p:stCondLst>
                            <p:childTnLst>
                              <p:par>
                                <p:cTn id="43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0256E-6 4.07407E-6 L 0.22468 4.07407E-6 " pathEditMode="relative" rAng="0" ptsTypes="AA">
                                      <p:cBhvr>
                                        <p:cTn id="56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23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500"/>
                            </p:stCondLst>
                            <p:childTnLst>
                              <p:par>
                                <p:cTn id="58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000"/>
                            </p:stCondLst>
                            <p:childTnLst>
                              <p:par>
                                <p:cTn id="64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-5400000">
                                      <p:cBhvr>
                                        <p:cTn id="65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8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0"/>
                            </p:stCondLst>
                            <p:childTnLst>
                              <p:par>
                                <p:cTn id="70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500"/>
                            </p:stCondLst>
                            <p:childTnLst>
                              <p:par>
                                <p:cTn id="7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19" grpId="0" animBg="1"/>
      <p:bldP spid="7" grpId="0" uiExpand="1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1AC5006-11D3-E0D5-9FC3-35664D4F0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34CDC26B-2BDE-ABC6-B202-E0A0BCC36E56}"/>
              </a:ext>
            </a:extLst>
          </p:cNvPr>
          <p:cNvGrpSpPr/>
          <p:nvPr/>
        </p:nvGrpSpPr>
        <p:grpSpPr>
          <a:xfrm rot="1901218">
            <a:off x="-1195573" y="-83789"/>
            <a:ext cx="5446741" cy="7279435"/>
            <a:chOff x="-5413829" y="-416340"/>
            <a:chExt cx="4435652" cy="5928140"/>
          </a:xfrm>
        </p:grpSpPr>
        <p:sp>
          <p:nvSpPr>
            <p:cNvPr id="25" name="正方形/長方形 24">
              <a:extLst>
                <a:ext uri="{FF2B5EF4-FFF2-40B4-BE49-F238E27FC236}">
                  <a16:creationId xmlns:a16="http://schemas.microsoft.com/office/drawing/2014/main" id="{D1F7A4A9-45DA-B6FA-2093-C45B2C9160DD}"/>
                </a:ext>
              </a:extLst>
            </p:cNvPr>
            <p:cNvSpPr/>
            <p:nvPr/>
          </p:nvSpPr>
          <p:spPr>
            <a:xfrm>
              <a:off x="-5413829" y="-416340"/>
              <a:ext cx="4435652" cy="592814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26" name="図 25">
              <a:extLst>
                <a:ext uri="{FF2B5EF4-FFF2-40B4-BE49-F238E27FC236}">
                  <a16:creationId xmlns:a16="http://schemas.microsoft.com/office/drawing/2014/main" id="{C6B5F4DB-D0C9-8105-9B44-52C70B294EF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7792" t="3579" r="28279" b="3564"/>
            <a:stretch>
              <a:fillRect/>
            </a:stretch>
          </p:blipFill>
          <p:spPr>
            <a:xfrm flipH="1">
              <a:off x="-3279003" y="-416339"/>
              <a:ext cx="2300825" cy="3080754"/>
            </a:xfrm>
            <a:prstGeom prst="rect">
              <a:avLst/>
            </a:prstGeom>
          </p:spPr>
        </p:pic>
      </p:grp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E3B4EC88-A3D4-898D-42CF-E12C26A8466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ja-JP" altLang="en-US" dirty="0"/>
              <a:t>コンパスを矢印の長さにする．</a:t>
            </a:r>
            <a:endParaRPr lang="en-US" altLang="ja-JP" dirty="0"/>
          </a:p>
          <a:p>
            <a:pPr>
              <a:lnSpc>
                <a:spcPct val="150000"/>
              </a:lnSpc>
            </a:pPr>
            <a:r>
              <a:rPr lang="ja-JP" altLang="en-US" dirty="0"/>
              <a:t>もう一方の矢印の終点に，針を刺す．</a:t>
            </a:r>
            <a:endParaRPr lang="en-US" altLang="ja-JP" dirty="0"/>
          </a:p>
          <a:p>
            <a:pPr>
              <a:lnSpc>
                <a:spcPct val="150000"/>
              </a:lnSpc>
            </a:pPr>
            <a:r>
              <a:rPr lang="ja-JP" altLang="en-US" dirty="0"/>
              <a:t>弧を描く．</a:t>
            </a:r>
            <a:endParaRPr lang="en-US" altLang="ja-JP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A09C58AD-C223-9D49-526F-713CF973F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平行四辺形の描き方</a:t>
            </a:r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B203AC67-F733-F3F6-F2BC-3CDEF678507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altLang="ja-JP" dirty="0">
                <a:hlinkClick r:id="rId3"/>
              </a:rPr>
              <a:t>https://illustcenter.com/2021/12/21/rdesign_8762</a:t>
            </a:r>
            <a:endParaRPr lang="ja-JP" altLang="en-US" dirty="0"/>
          </a:p>
        </p:txBody>
      </p: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33E02289-4373-3AB4-D797-21423C6EE4E1}"/>
              </a:ext>
            </a:extLst>
          </p:cNvPr>
          <p:cNvCxnSpPr>
            <a:cxnSpLocks/>
          </p:cNvCxnSpPr>
          <p:nvPr/>
        </p:nvCxnSpPr>
        <p:spPr>
          <a:xfrm>
            <a:off x="583373" y="5064616"/>
            <a:ext cx="2231199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1F9BBFEA-6074-CE52-0DB1-A291D9013827}"/>
              </a:ext>
            </a:extLst>
          </p:cNvPr>
          <p:cNvCxnSpPr>
            <a:cxnSpLocks/>
          </p:cNvCxnSpPr>
          <p:nvPr/>
        </p:nvCxnSpPr>
        <p:spPr>
          <a:xfrm flipV="1">
            <a:off x="583372" y="3555936"/>
            <a:ext cx="944426" cy="150868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円弧 13">
            <a:extLst>
              <a:ext uri="{FF2B5EF4-FFF2-40B4-BE49-F238E27FC236}">
                <a16:creationId xmlns:a16="http://schemas.microsoft.com/office/drawing/2014/main" id="{D1228BAC-D9AF-429D-06FD-46FF03F57546}"/>
              </a:ext>
            </a:extLst>
          </p:cNvPr>
          <p:cNvSpPr/>
          <p:nvPr/>
        </p:nvSpPr>
        <p:spPr>
          <a:xfrm>
            <a:off x="-690028" y="1338106"/>
            <a:ext cx="4435652" cy="4435647"/>
          </a:xfrm>
          <a:prstGeom prst="arc">
            <a:avLst>
              <a:gd name="adj1" fmla="val 18268872"/>
              <a:gd name="adj2" fmla="val 1940856"/>
            </a:avLst>
          </a:prstGeom>
          <a:ln w="38100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スライド番号プレースホルダー 7">
            <a:extLst>
              <a:ext uri="{FF2B5EF4-FFF2-40B4-BE49-F238E27FC236}">
                <a16:creationId xmlns:a16="http://schemas.microsoft.com/office/drawing/2014/main" id="{7BB21F38-2FDF-BEBB-5D59-2A90F3191E2B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34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69523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8D6567C-F3F1-25B4-D4D6-C151B261E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6B19C023-EDEE-1E28-E6F6-19B0FAA8BDBE}"/>
              </a:ext>
            </a:extLst>
          </p:cNvPr>
          <p:cNvGrpSpPr/>
          <p:nvPr/>
        </p:nvGrpSpPr>
        <p:grpSpPr>
          <a:xfrm rot="20688182">
            <a:off x="583089" y="2117107"/>
            <a:ext cx="4410862" cy="5895009"/>
            <a:chOff x="-5413829" y="-416340"/>
            <a:chExt cx="4435652" cy="5928140"/>
          </a:xfrm>
        </p:grpSpPr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ABC243F5-2754-8835-76F6-9DFC6AD03821}"/>
                </a:ext>
              </a:extLst>
            </p:cNvPr>
            <p:cNvSpPr/>
            <p:nvPr/>
          </p:nvSpPr>
          <p:spPr>
            <a:xfrm>
              <a:off x="-5413829" y="-416340"/>
              <a:ext cx="4435652" cy="592814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21" name="図 20">
              <a:extLst>
                <a:ext uri="{FF2B5EF4-FFF2-40B4-BE49-F238E27FC236}">
                  <a16:creationId xmlns:a16="http://schemas.microsoft.com/office/drawing/2014/main" id="{2B539C25-DC6D-719F-51D7-EA10B4242B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7792" t="3579" r="28279" b="3564"/>
            <a:stretch>
              <a:fillRect/>
            </a:stretch>
          </p:blipFill>
          <p:spPr>
            <a:xfrm flipH="1">
              <a:off x="-3279003" y="-416339"/>
              <a:ext cx="2300825" cy="3080754"/>
            </a:xfrm>
            <a:prstGeom prst="rect">
              <a:avLst/>
            </a:prstGeom>
          </p:spPr>
        </p:pic>
      </p:grp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D144E0CD-96DB-352B-874F-49440F50C44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ja-JP" altLang="en-US" dirty="0"/>
              <a:t>コンパスを矢印の長さにする．</a:t>
            </a:r>
            <a:endParaRPr lang="en-US" altLang="ja-JP" dirty="0"/>
          </a:p>
          <a:p>
            <a:r>
              <a:rPr lang="ja-JP" altLang="en-US" dirty="0"/>
              <a:t>もう一方の矢印の終点に，針を刺す．</a:t>
            </a:r>
            <a:endParaRPr lang="en-US" altLang="ja-JP" dirty="0"/>
          </a:p>
          <a:p>
            <a:r>
              <a:rPr lang="ja-JP" altLang="en-US" dirty="0"/>
              <a:t>弧を描く．</a:t>
            </a:r>
            <a:endParaRPr lang="en-US" altLang="ja-JP" dirty="0"/>
          </a:p>
          <a:p>
            <a:r>
              <a:rPr lang="ja-JP" altLang="en-US" dirty="0"/>
              <a:t>同じことを繰り返す．</a:t>
            </a:r>
            <a:endParaRPr lang="en-US" altLang="ja-JP" dirty="0"/>
          </a:p>
          <a:p>
            <a:r>
              <a:rPr lang="en-US" altLang="ja-JP" dirty="0"/>
              <a:t>2</a:t>
            </a:r>
            <a:r>
              <a:rPr lang="ja-JP" altLang="en-US" dirty="0"/>
              <a:t>つの弧の交点と原点を結ぶ．</a:t>
            </a:r>
            <a:endParaRPr lang="en-US" altLang="ja-JP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55107DF9-01CC-E716-F2B9-0298330CE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平行四辺形の描き方</a:t>
            </a:r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20F2ACEA-D2C1-A00E-42CE-80164B2DE9A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altLang="ja-JP" dirty="0">
                <a:hlinkClick r:id="rId3"/>
              </a:rPr>
              <a:t>https://illustcenter.com/2021/12/21/rdesign_8762</a:t>
            </a:r>
            <a:endParaRPr lang="ja-JP" altLang="en-US" dirty="0"/>
          </a:p>
        </p:txBody>
      </p: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C13DA445-9593-9CC0-6BE4-C928EF97F030}"/>
              </a:ext>
            </a:extLst>
          </p:cNvPr>
          <p:cNvCxnSpPr>
            <a:cxnSpLocks/>
          </p:cNvCxnSpPr>
          <p:nvPr/>
        </p:nvCxnSpPr>
        <p:spPr>
          <a:xfrm>
            <a:off x="583373" y="5064616"/>
            <a:ext cx="2231199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67C962AA-019B-9154-63A6-B0FAE9842CEC}"/>
              </a:ext>
            </a:extLst>
          </p:cNvPr>
          <p:cNvCxnSpPr>
            <a:cxnSpLocks/>
          </p:cNvCxnSpPr>
          <p:nvPr/>
        </p:nvCxnSpPr>
        <p:spPr>
          <a:xfrm flipV="1">
            <a:off x="2814571" y="3555938"/>
            <a:ext cx="944426" cy="1508680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11F668E4-8A41-0D1F-CF34-17C8252E7A5F}"/>
              </a:ext>
            </a:extLst>
          </p:cNvPr>
          <p:cNvCxnSpPr>
            <a:cxnSpLocks/>
          </p:cNvCxnSpPr>
          <p:nvPr/>
        </p:nvCxnSpPr>
        <p:spPr>
          <a:xfrm>
            <a:off x="1527802" y="3555935"/>
            <a:ext cx="2231199" cy="0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B83417C9-C421-5F67-93E2-0E7ACFACCBE6}"/>
              </a:ext>
            </a:extLst>
          </p:cNvPr>
          <p:cNvCxnSpPr>
            <a:cxnSpLocks/>
          </p:cNvCxnSpPr>
          <p:nvPr/>
        </p:nvCxnSpPr>
        <p:spPr>
          <a:xfrm flipV="1">
            <a:off x="583371" y="3555936"/>
            <a:ext cx="3175626" cy="1508680"/>
          </a:xfrm>
          <a:prstGeom prst="straightConnector1">
            <a:avLst/>
          </a:prstGeom>
          <a:ln w="76200">
            <a:solidFill>
              <a:schemeClr val="accent4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FF7908D8-D193-4841-BE19-D6D8972EF3B9}"/>
              </a:ext>
            </a:extLst>
          </p:cNvPr>
          <p:cNvCxnSpPr>
            <a:cxnSpLocks/>
          </p:cNvCxnSpPr>
          <p:nvPr/>
        </p:nvCxnSpPr>
        <p:spPr>
          <a:xfrm flipV="1">
            <a:off x="583372" y="3555936"/>
            <a:ext cx="944426" cy="150868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円弧 21">
            <a:extLst>
              <a:ext uri="{FF2B5EF4-FFF2-40B4-BE49-F238E27FC236}">
                <a16:creationId xmlns:a16="http://schemas.microsoft.com/office/drawing/2014/main" id="{DE949CE4-270E-016A-AB31-7AF0CB7224CA}"/>
              </a:ext>
            </a:extLst>
          </p:cNvPr>
          <p:cNvSpPr/>
          <p:nvPr/>
        </p:nvSpPr>
        <p:spPr>
          <a:xfrm>
            <a:off x="1000108" y="3273011"/>
            <a:ext cx="3583204" cy="3583204"/>
          </a:xfrm>
          <a:prstGeom prst="arc">
            <a:avLst>
              <a:gd name="adj1" fmla="val 15462799"/>
              <a:gd name="adj2" fmla="val 20819950"/>
            </a:avLst>
          </a:prstGeom>
          <a:ln w="38100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円弧 22">
            <a:extLst>
              <a:ext uri="{FF2B5EF4-FFF2-40B4-BE49-F238E27FC236}">
                <a16:creationId xmlns:a16="http://schemas.microsoft.com/office/drawing/2014/main" id="{70251B35-B43B-66B2-1B4B-9CFD8323C9B4}"/>
              </a:ext>
            </a:extLst>
          </p:cNvPr>
          <p:cNvSpPr/>
          <p:nvPr/>
        </p:nvSpPr>
        <p:spPr>
          <a:xfrm>
            <a:off x="-690028" y="1338106"/>
            <a:ext cx="4435652" cy="4435647"/>
          </a:xfrm>
          <a:prstGeom prst="arc">
            <a:avLst>
              <a:gd name="adj1" fmla="val 18268872"/>
              <a:gd name="adj2" fmla="val 1940856"/>
            </a:avLst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スライド番号プレースホルダー 7">
            <a:extLst>
              <a:ext uri="{FF2B5EF4-FFF2-40B4-BE49-F238E27FC236}">
                <a16:creationId xmlns:a16="http://schemas.microsoft.com/office/drawing/2014/main" id="{03444F3C-CB24-1B81-32EB-B05CE58B09E1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35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5623944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V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CCEAF6"/>
      </a:accent2>
      <a:accent3>
        <a:srgbClr val="70AD47"/>
      </a:accent3>
      <a:accent4>
        <a:srgbClr val="ED7D31"/>
      </a:accent4>
      <a:accent5>
        <a:srgbClr val="FFC000"/>
      </a:accent5>
      <a:accent6>
        <a:srgbClr val="FF42A1"/>
      </a:accent6>
      <a:hlink>
        <a:srgbClr val="0563C1"/>
      </a:hlink>
      <a:folHlink>
        <a:srgbClr val="954F72"/>
      </a:folHlink>
    </a:clrScheme>
    <a:fontScheme name="V1">
      <a:majorFont>
        <a:latin typeface="Pretendard JP Medium"/>
        <a:ea typeface="ヒカリ角ゴ Normal Medium"/>
        <a:cs typeface=""/>
      </a:majorFont>
      <a:minorFont>
        <a:latin typeface="Pretendard JP Black"/>
        <a:ea typeface="ヒカリ角ゴ Normal Heavy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" id="{0280F33B-D706-4565-98F8-51DFD03F8C13}" vid="{D7991047-7DB5-4FC6-B505-CACDAF362308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webextension1.xml><?xml version="1.0" encoding="utf-8"?>
<we:webextension xmlns:we="http://schemas.microsoft.com/office/webextensions/webextension/2010/11" id="{82DD4FEC-9BCA-406C-BAB0-8E7506E7361F}">
  <we:reference id="wa104381526" version="1.0.0.2" store="ja-JP" storeType="OMEX"/>
  <we:alternateReferences>
    <we:reference id="WA104381526" version="1.0.0.2" store="WA104381526" storeType="OMEX"/>
  </we:alternateReferences>
  <we:properties>
    <we:property name="FormID" value="&quot;nRkAosEjxEmgSwxl_i0fIOjLR-mPRGJFqaFmWKzSWiFUNEIxMzZMUVRWOTYyTUZUWTVQS1FRSzhQQi4u&quot;"/>
    <we:property name="FormMode" value="&quot;DesignTime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C4593F69-6494-44BB-885A-CAA3EF6B8881}">
  <we:reference id="wa104381526" version="1.0.0.2" store="ja-JP" storeType="OMEX"/>
  <we:alternateReferences>
    <we:reference id="WA104381526" version="1.0.0.2" store="WA104381526" storeType="OMEX"/>
  </we:alternateReferences>
  <we:properties>
    <we:property name="FormID" value="&quot;nRkAosEjxEmgSwxl_i0fIOjLR-mPRGJFqaFmWKzSWiFUMzAxTEZIVDJYNE5ZTVlSSkQ5NUdIRkhKTS4u&quot;"/>
    <we:property name="FormMode" value="&quot;DesignTime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952ab04-0ae3-4d00-bda6-702fdc5fffab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317BAD2A974274468B93BA0E70B86153" ma:contentTypeVersion="14" ma:contentTypeDescription="新しいドキュメントを作成します。" ma:contentTypeScope="" ma:versionID="19deaf902174782fcab1e59d5990709b">
  <xsd:schema xmlns:xsd="http://www.w3.org/2001/XMLSchema" xmlns:xs="http://www.w3.org/2001/XMLSchema" xmlns:p="http://schemas.microsoft.com/office/2006/metadata/properties" xmlns:ns3="4952ab04-0ae3-4d00-bda6-702fdc5fffab" xmlns:ns4="a9997899-e6ea-448c-9370-6665c1cb1ca9" targetNamespace="http://schemas.microsoft.com/office/2006/metadata/properties" ma:root="true" ma:fieldsID="626e8013a1feda8fd847dbe4d0402ef4" ns3:_="" ns4:_="">
    <xsd:import namespace="4952ab04-0ae3-4d00-bda6-702fdc5fffab"/>
    <xsd:import namespace="a9997899-e6ea-448c-9370-6665c1cb1ca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3:MediaServiceSearchPropertie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52ab04-0ae3-4d00-bda6-702fdc5fffa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997899-e6ea-448c-9370-6665c1cb1ca9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共有のヒントのハッシュ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5BCF84E-3EFE-4EC9-AB6C-7D53083CF2F0}">
  <ds:schemaRefs>
    <ds:schemaRef ds:uri="4952ab04-0ae3-4d00-bda6-702fdc5fffab"/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purl.org/dc/terms/"/>
    <ds:schemaRef ds:uri="http://purl.org/dc/elements/1.1/"/>
    <ds:schemaRef ds:uri="a9997899-e6ea-448c-9370-6665c1cb1ca9"/>
    <ds:schemaRef ds:uri="http://purl.org/dc/dcmitype/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E556F4D6-31A5-4692-BD03-E6D6534FF51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412A431-86F1-4D8E-AC27-86C6F4A4DCAA}">
  <ds:schemaRefs>
    <ds:schemaRef ds:uri="4952ab04-0ae3-4d00-bda6-702fdc5fffab"/>
    <ds:schemaRef ds:uri="a9997899-e6ea-448c-9370-6665c1cb1ca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Template</Template>
  <TotalTime>1672</TotalTime>
  <Words>1295</Words>
  <Application>Microsoft Office PowerPoint</Application>
  <PresentationFormat>A4 210 x 297 mm</PresentationFormat>
  <Paragraphs>213</Paragraphs>
  <Slides>35</Slides>
  <Notes>1</Notes>
  <HiddenSlides>18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35</vt:i4>
      </vt:variant>
    </vt:vector>
  </HeadingPairs>
  <TitlesOfParts>
    <vt:vector size="40" baseType="lpstr">
      <vt:lpstr>游ゴシック</vt:lpstr>
      <vt:lpstr>Arial</vt:lpstr>
      <vt:lpstr>CMU Serif</vt:lpstr>
      <vt:lpstr>Wingdings</vt:lpstr>
      <vt:lpstr>Template</vt:lpstr>
      <vt:lpstr>実験考察1</vt:lpstr>
      <vt:lpstr>実験考察1</vt:lpstr>
      <vt:lpstr>実験考察1</vt:lpstr>
      <vt:lpstr>力の性質 No. 3</vt:lpstr>
      <vt:lpstr>力の性質 No. 3</vt:lpstr>
      <vt:lpstr>目には目を，歯には歯を…</vt:lpstr>
      <vt:lpstr>目には目を，歯には歯を…</vt:lpstr>
      <vt:lpstr>なぜ前に進めるのか？</vt:lpstr>
      <vt:lpstr>なぜ前に進めるのか？</vt:lpstr>
      <vt:lpstr>なぜ前に進めるのか？</vt:lpstr>
      <vt:lpstr>実験考察2</vt:lpstr>
      <vt:lpstr>実験考察2</vt:lpstr>
      <vt:lpstr>実験考察2</vt:lpstr>
      <vt:lpstr>アルキメデス （B.C. 287-212年）</vt:lpstr>
      <vt:lpstr>アルキメデス （B.C. 287-212年）</vt:lpstr>
      <vt:lpstr>てこの原理</vt:lpstr>
      <vt:lpstr>てこの原理</vt:lpstr>
      <vt:lpstr>力は矢印である</vt:lpstr>
      <vt:lpstr>力は矢印である</vt:lpstr>
      <vt:lpstr>力は矢印である</vt:lpstr>
      <vt:lpstr>力は矢印である</vt:lpstr>
      <vt:lpstr>矢印はベクトル</vt:lpstr>
      <vt:lpstr>矢印はベクトル</vt:lpstr>
      <vt:lpstr>合力のベクトルを作図する</vt:lpstr>
      <vt:lpstr>合力のベクトルを作図する</vt:lpstr>
      <vt:lpstr>分力のベクトルを作図する</vt:lpstr>
      <vt:lpstr>分力のベクトルを作図する</vt:lpstr>
      <vt:lpstr>分力のベクトルを作図する</vt:lpstr>
      <vt:lpstr>直線の引き方</vt:lpstr>
      <vt:lpstr>平行線の描き方</vt:lpstr>
      <vt:lpstr>平行線の描き方</vt:lpstr>
      <vt:lpstr>平行線の描き方</vt:lpstr>
      <vt:lpstr>平行四辺形の描き方</vt:lpstr>
      <vt:lpstr>平行四辺形の描き方</vt:lpstr>
      <vt:lpstr>平行四辺形の描き方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Hojicya</dc:creator>
  <cp:lastModifiedBy>Hojicya</cp:lastModifiedBy>
  <cp:revision>122</cp:revision>
  <cp:lastPrinted>2025-07-26T19:55:07Z</cp:lastPrinted>
  <dcterms:created xsi:type="dcterms:W3CDTF">2025-07-12T17:38:21Z</dcterms:created>
  <dcterms:modified xsi:type="dcterms:W3CDTF">2025-08-08T19:52:14Z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0x010100317BAD2A974274468B93BA0E70B86153</vt:lpwstr>
  </property>
</Properties>
</file>