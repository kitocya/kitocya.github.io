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3"/>
  </p:notesMasterIdLst>
  <p:sldIdLst>
    <p:sldId id="335" r:id="rId5"/>
    <p:sldId id="256" r:id="rId6"/>
    <p:sldId id="342" r:id="rId7"/>
    <p:sldId id="338" r:id="rId8"/>
    <p:sldId id="339" r:id="rId9"/>
    <p:sldId id="340" r:id="rId10"/>
    <p:sldId id="341" r:id="rId11"/>
    <p:sldId id="336" r:id="rId12"/>
  </p:sldIdLst>
  <p:sldSz cx="9906000" cy="6858000" type="A4"/>
  <p:notesSz cx="7104063" cy="10234613"/>
  <p:defaultTextStyle>
    <a:defPPr>
      <a:defRPr lang="en-US"/>
    </a:defPPr>
    <a:lvl1pPr marL="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04770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0953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914309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1907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523848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82861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133387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438156" algn="l" defTabSz="60953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水平投射・斜方投射" id="{C9CB7DA3-522A-40C7-8444-E3273BA58AD9}">
          <p14:sldIdLst>
            <p14:sldId id="335"/>
          </p14:sldIdLst>
        </p14:section>
        <p14:section name="キルヒホッフ則" id="{0397AE84-A7E6-4630-9744-0F67D1907182}">
          <p14:sldIdLst>
            <p14:sldId id="256"/>
            <p14:sldId id="342"/>
            <p14:sldId id="338"/>
            <p14:sldId id="339"/>
            <p14:sldId id="340"/>
            <p14:sldId id="341"/>
          </p14:sldIdLst>
        </p14:section>
        <p14:section name="その他" id="{DE61C465-60A7-486A-B5A9-98E7F97FED5A}">
          <p14:sldIdLst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15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178" y="102"/>
      </p:cViewPr>
      <p:guideLst>
        <p:guide orient="horz" pos="1440"/>
        <p:guide pos="156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F5249E7-E526-41BC-878D-DBB27AF3BCB6}" type="datetimeFigureOut">
              <a:rPr kumimoji="1" lang="ja-JP" altLang="en-US" smtClean="0"/>
              <a:t>2025/8/8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9E39443-4C2A-4AA4-9DFB-12BD22F5BB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732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_日付あ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025" y="4629151"/>
            <a:ext cx="5365750" cy="1716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u"/>
              <a:defRPr sz="1463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7AE12B0-A78A-FBC5-A416-2CC15A437C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948260"/>
            <a:ext cx="5235046" cy="2158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3900" b="0">
                <a:latin typeface="+mn-lt"/>
                <a:ea typeface="+mn-ea"/>
              </a:defRPr>
            </a:lvl1pPr>
          </a:lstStyle>
          <a:p>
            <a:pPr lvl="0" algn="l">
              <a:lnSpc>
                <a:spcPct val="95449"/>
              </a:lnSpc>
            </a:pPr>
            <a:r>
              <a:rPr lang="ja-JP" altLang="en-US" sz="3900">
                <a:solidFill>
                  <a:srgbClr val="222222"/>
                </a:solidFill>
                <a:ea typeface="Noto Sans JP Black"/>
              </a:rPr>
              <a:t>（タイトル）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54026" y="4008967"/>
            <a:ext cx="9458854" cy="423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15743" y="5816607"/>
            <a:ext cx="2483379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15743" y="5054599"/>
            <a:ext cx="2483379" cy="529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/>
        </p:nvCxnSpPr>
        <p:spPr>
          <a:xfrm flipH="1">
            <a:off x="7415741" y="5588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7415741" y="6350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プレースホルダー 11">
            <a:extLst>
              <a:ext uri="{FF2B5EF4-FFF2-40B4-BE49-F238E27FC236}">
                <a16:creationId xmlns:a16="http://schemas.microsoft.com/office/drawing/2014/main" id="{6FBA7A68-C898-560C-CB3E-ADD8B948CB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15743" y="677338"/>
            <a:ext cx="2483379" cy="541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20XX.XX.XX</a:t>
            </a:r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99BA9C-1175-8A0A-1481-F936CED2E7E7}"/>
              </a:ext>
            </a:extLst>
          </p:cNvPr>
          <p:cNvCxnSpPr>
            <a:cxnSpLocks/>
          </p:cNvCxnSpPr>
          <p:nvPr/>
        </p:nvCxnSpPr>
        <p:spPr>
          <a:xfrm flipH="1">
            <a:off x="7415741" y="12192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7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_日付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1E0EC0E2-760D-335E-B4B2-F185B7AB77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025" y="4629151"/>
            <a:ext cx="5365750" cy="17166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u"/>
              <a:defRPr sz="1463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7AE12B0-A78A-FBC5-A416-2CC15A437C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948260"/>
            <a:ext cx="5235046" cy="2158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0" indent="0">
              <a:buNone/>
              <a:defRPr sz="3900" b="0">
                <a:latin typeface="+mn-lt"/>
                <a:ea typeface="+mn-ea"/>
              </a:defRPr>
            </a:lvl1pPr>
          </a:lstStyle>
          <a:p>
            <a:pPr lvl="0" algn="l">
              <a:lnSpc>
                <a:spcPct val="95449"/>
              </a:lnSpc>
            </a:pPr>
            <a:r>
              <a:rPr lang="ja-JP" altLang="en-US" sz="3900">
                <a:solidFill>
                  <a:srgbClr val="222222"/>
                </a:solidFill>
                <a:ea typeface="Noto Sans JP Black"/>
              </a:rPr>
              <a:t>（タイトル）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 flipV="1">
            <a:off x="454026" y="4008967"/>
            <a:ext cx="9458854" cy="4233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プレースホルダー 14">
            <a:extLst>
              <a:ext uri="{FF2B5EF4-FFF2-40B4-BE49-F238E27FC236}">
                <a16:creationId xmlns:a16="http://schemas.microsoft.com/office/drawing/2014/main" id="{0DFCDE98-8427-3226-3E05-AC9346EB3C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15743" y="5816607"/>
            <a:ext cx="2483379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7C654B0C-B33A-8D8D-ACEC-BB834B95B8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15743" y="5054599"/>
            <a:ext cx="2483379" cy="529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（所属）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38704C9-B8A5-3B2A-734D-4CEEF6C32AF9}"/>
              </a:ext>
            </a:extLst>
          </p:cNvPr>
          <p:cNvCxnSpPr>
            <a:cxnSpLocks/>
          </p:cNvCxnSpPr>
          <p:nvPr/>
        </p:nvCxnSpPr>
        <p:spPr>
          <a:xfrm flipH="1">
            <a:off x="7415741" y="5588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89B81ED-3985-E7B4-FEB4-A9BD86E8D12D}"/>
              </a:ext>
            </a:extLst>
          </p:cNvPr>
          <p:cNvCxnSpPr>
            <a:cxnSpLocks/>
          </p:cNvCxnSpPr>
          <p:nvPr/>
        </p:nvCxnSpPr>
        <p:spPr>
          <a:xfrm flipH="1">
            <a:off x="7415741" y="6350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56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区切り_名入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70B0BBE-9A5D-26A4-4CFA-B017A77E553F}"/>
              </a:ext>
            </a:extLst>
          </p:cNvPr>
          <p:cNvCxnSpPr>
            <a:cxnSpLocks/>
          </p:cNvCxnSpPr>
          <p:nvPr/>
        </p:nvCxnSpPr>
        <p:spPr>
          <a:xfrm flipH="1">
            <a:off x="774691" y="5193467"/>
            <a:ext cx="913131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Google Shape;14;p3">
            <a:extLst>
              <a:ext uri="{FF2B5EF4-FFF2-40B4-BE49-F238E27FC236}">
                <a16:creationId xmlns:a16="http://schemas.microsoft.com/office/drawing/2014/main" id="{97530CF8-5EC2-EE9B-948A-62E20168E05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74691" y="4064718"/>
            <a:ext cx="913131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388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4" name="Google Shape;16;p3">
            <a:extLst>
              <a:ext uri="{FF2B5EF4-FFF2-40B4-BE49-F238E27FC236}">
                <a16:creationId xmlns:a16="http://schemas.microsoft.com/office/drawing/2014/main" id="{504769F1-3AAA-A870-7F50-0DD820A1F65B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774690" y="5195583"/>
            <a:ext cx="5966894" cy="115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1625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1" y="2647876"/>
            <a:ext cx="1114750" cy="126959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4875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sp>
        <p:nvSpPr>
          <p:cNvPr id="11" name="テキスト プレースホルダー 14">
            <a:extLst>
              <a:ext uri="{FF2B5EF4-FFF2-40B4-BE49-F238E27FC236}">
                <a16:creationId xmlns:a16="http://schemas.microsoft.com/office/drawing/2014/main" id="{68751EF7-2DA0-28D4-9776-6CB5BC7000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15743" y="5816607"/>
            <a:ext cx="2483379" cy="529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（名前）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FFD9D35-EEBD-3EB4-200A-F912F84FAAF3}"/>
              </a:ext>
            </a:extLst>
          </p:cNvPr>
          <p:cNvCxnSpPr>
            <a:cxnSpLocks/>
          </p:cNvCxnSpPr>
          <p:nvPr/>
        </p:nvCxnSpPr>
        <p:spPr>
          <a:xfrm flipH="1">
            <a:off x="7415741" y="6350000"/>
            <a:ext cx="249026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29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区切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1B4DB4-7D95-3782-5925-79D44D0B0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586" y="0"/>
            <a:ext cx="3164417" cy="6858000"/>
          </a:xfrm>
          <a:prstGeom prst="rect">
            <a:avLst/>
          </a:prstGeom>
        </p:spPr>
      </p:pic>
      <p:sp>
        <p:nvSpPr>
          <p:cNvPr id="5" name="テキスト プレースホルダー 45">
            <a:extLst>
              <a:ext uri="{FF2B5EF4-FFF2-40B4-BE49-F238E27FC236}">
                <a16:creationId xmlns:a16="http://schemas.microsoft.com/office/drawing/2014/main" id="{203D433D-72F7-8B64-6191-AFA717FB80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1" y="2647876"/>
            <a:ext cx="1114750" cy="1269598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4875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XX</a:t>
            </a:r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AC37C91-B49D-89A9-E0AC-8107531AC8E2}"/>
              </a:ext>
            </a:extLst>
          </p:cNvPr>
          <p:cNvCxnSpPr>
            <a:cxnSpLocks/>
          </p:cNvCxnSpPr>
          <p:nvPr/>
        </p:nvCxnSpPr>
        <p:spPr>
          <a:xfrm flipH="1">
            <a:off x="774691" y="5193467"/>
            <a:ext cx="913131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Google Shape;14;p3">
            <a:extLst>
              <a:ext uri="{FF2B5EF4-FFF2-40B4-BE49-F238E27FC236}">
                <a16:creationId xmlns:a16="http://schemas.microsoft.com/office/drawing/2014/main" id="{69C38065-EA1F-9A97-BBFE-4F92E612E1F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74691" y="4064718"/>
            <a:ext cx="913131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4388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（タイトル）</a:t>
            </a:r>
            <a:endParaRPr/>
          </a:p>
        </p:txBody>
      </p:sp>
      <p:sp>
        <p:nvSpPr>
          <p:cNvPr id="8" name="Google Shape;16;p3">
            <a:extLst>
              <a:ext uri="{FF2B5EF4-FFF2-40B4-BE49-F238E27FC236}">
                <a16:creationId xmlns:a16="http://schemas.microsoft.com/office/drawing/2014/main" id="{9669B9E8-8BFE-9E3C-BD38-68177AB2768D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774691" y="5195583"/>
            <a:ext cx="9131310" cy="11501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78620" lvl="0" indent="-27862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Wingdings" panose="05000000000000000000" pitchFamily="2" charset="2"/>
              <a:buChar char="n"/>
              <a:defRPr sz="1625" b="0">
                <a:solidFill>
                  <a:schemeClr val="tx1"/>
                </a:solidFill>
                <a:latin typeface="+mn-lt"/>
                <a:ea typeface="+mn-e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ja-JP" altLang="en-US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3745293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テキスト プレースホルダー 51">
            <a:extLst>
              <a:ext uri="{FF2B5EF4-FFF2-40B4-BE49-F238E27FC236}">
                <a16:creationId xmlns:a16="http://schemas.microsoft.com/office/drawing/2014/main" id="{A59BFB2E-D45D-A922-9FB5-C69F28D02A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40995" y="5715007"/>
            <a:ext cx="5967235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275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275"/>
              <a:t>（タイトル）</a:t>
            </a:r>
            <a:endParaRPr kumimoji="1" lang="ja-JP" altLang="en-US"/>
          </a:p>
        </p:txBody>
      </p:sp>
      <p:sp>
        <p:nvSpPr>
          <p:cNvPr id="55" name="テキスト プレースホルダー 51">
            <a:extLst>
              <a:ext uri="{FF2B5EF4-FFF2-40B4-BE49-F238E27FC236}">
                <a16:creationId xmlns:a16="http://schemas.microsoft.com/office/drawing/2014/main" id="{B39806A9-E268-90EC-A2A4-8BF6A459A3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0995" y="4535974"/>
            <a:ext cx="5967235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275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275"/>
              <a:t>（タイトル）</a:t>
            </a:r>
            <a:endParaRPr kumimoji="1" lang="ja-JP" altLang="en-US"/>
          </a:p>
        </p:txBody>
      </p:sp>
      <p:sp>
        <p:nvSpPr>
          <p:cNvPr id="54" name="テキスト プレースホルダー 51">
            <a:extLst>
              <a:ext uri="{FF2B5EF4-FFF2-40B4-BE49-F238E27FC236}">
                <a16:creationId xmlns:a16="http://schemas.microsoft.com/office/drawing/2014/main" id="{958562F5-E80D-4089-B6A1-FC459FD680C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4751" y="3350639"/>
            <a:ext cx="5967235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275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275"/>
              <a:t>（タイトル）</a:t>
            </a:r>
            <a:endParaRPr kumimoji="1" lang="ja-JP" altLang="en-US"/>
          </a:p>
        </p:txBody>
      </p:sp>
      <p:sp>
        <p:nvSpPr>
          <p:cNvPr id="53" name="テキスト プレースホルダー 51">
            <a:extLst>
              <a:ext uri="{FF2B5EF4-FFF2-40B4-BE49-F238E27FC236}">
                <a16:creationId xmlns:a16="http://schemas.microsoft.com/office/drawing/2014/main" id="{71FC3B71-4825-92CF-26F3-C4B0FD17E5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0577" y="2126777"/>
            <a:ext cx="5967235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275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275"/>
              <a:t>（タイトル）</a:t>
            </a:r>
            <a:endParaRPr kumimoji="1" lang="ja-JP" altLang="en-US"/>
          </a:p>
        </p:txBody>
      </p:sp>
      <p:sp>
        <p:nvSpPr>
          <p:cNvPr id="52" name="テキスト プレースホルダー 51">
            <a:extLst>
              <a:ext uri="{FF2B5EF4-FFF2-40B4-BE49-F238E27FC236}">
                <a16:creationId xmlns:a16="http://schemas.microsoft.com/office/drawing/2014/main" id="{E809D172-FACF-CF6E-DA0B-C1A1C03C68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0995" y="920707"/>
            <a:ext cx="5967235" cy="4995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275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2275"/>
              <a:t>（タイトル）</a:t>
            </a:r>
            <a:endParaRPr kumimoji="1" lang="ja-JP" altLang="en-US"/>
          </a:p>
        </p:txBody>
      </p:sp>
      <p:sp>
        <p:nvSpPr>
          <p:cNvPr id="47" name="テキスト プレースホルダー 45">
            <a:extLst>
              <a:ext uri="{FF2B5EF4-FFF2-40B4-BE49-F238E27FC236}">
                <a16:creationId xmlns:a16="http://schemas.microsoft.com/office/drawing/2014/main" id="{7C77C175-F75B-5C90-A3B1-1521CD7AD4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86067" y="2122974"/>
            <a:ext cx="470033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46" name="テキスト プレースホルダー 45">
            <a:extLst>
              <a:ext uri="{FF2B5EF4-FFF2-40B4-BE49-F238E27FC236}">
                <a16:creationId xmlns:a16="http://schemas.microsoft.com/office/drawing/2014/main" id="{A02B195C-D26F-AEBF-35FD-AFFE38E6795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86067" y="920707"/>
            <a:ext cx="470033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016D126-5BFD-DCAD-051B-6AFFA7CB486E}"/>
              </a:ext>
            </a:extLst>
          </p:cNvPr>
          <p:cNvSpPr txBox="1"/>
          <p:nvPr/>
        </p:nvSpPr>
        <p:spPr>
          <a:xfrm>
            <a:off x="577850" y="711207"/>
            <a:ext cx="1162578" cy="948267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5449"/>
              </a:lnSpc>
            </a:pPr>
            <a:r>
              <a:rPr lang="ja-JP" altLang="en-US" sz="4388" b="0">
                <a:solidFill>
                  <a:srgbClr val="222222"/>
                </a:solidFill>
                <a:latin typeface="+mn-ea"/>
                <a:ea typeface="+mn-ea"/>
              </a:rPr>
              <a:t>目次</a:t>
            </a:r>
          </a:p>
        </p:txBody>
      </p:sp>
      <p:sp>
        <p:nvSpPr>
          <p:cNvPr id="48" name="テキスト プレースホルダー 45">
            <a:extLst>
              <a:ext uri="{FF2B5EF4-FFF2-40B4-BE49-F238E27FC236}">
                <a16:creationId xmlns:a16="http://schemas.microsoft.com/office/drawing/2014/main" id="{FF58D3B2-4F5A-697D-B687-F1780927D1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86067" y="3342168"/>
            <a:ext cx="470033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49" name="テキスト プレースホルダー 45">
            <a:extLst>
              <a:ext uri="{FF2B5EF4-FFF2-40B4-BE49-F238E27FC236}">
                <a16:creationId xmlns:a16="http://schemas.microsoft.com/office/drawing/2014/main" id="{7F708B84-1FBC-DF0A-A859-EC6F29E2C3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86067" y="4525694"/>
            <a:ext cx="470033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sp>
        <p:nvSpPr>
          <p:cNvPr id="50" name="テキスト プレースホルダー 45">
            <a:extLst>
              <a:ext uri="{FF2B5EF4-FFF2-40B4-BE49-F238E27FC236}">
                <a16:creationId xmlns:a16="http://schemas.microsoft.com/office/drawing/2014/main" id="{DD732C78-41F6-EF18-3FA8-ED21F4BC6F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86067" y="5727961"/>
            <a:ext cx="470033" cy="499533"/>
          </a:xfrm>
          <a:prstGeom prst="rect">
            <a:avLst/>
          </a:prstGeom>
          <a:noFill/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/>
              <a:t>X</a:t>
            </a:r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04960C4E-CEB3-B901-89C2-3CEA6ACA3694}"/>
              </a:ext>
            </a:extLst>
          </p:cNvPr>
          <p:cNvCxnSpPr>
            <a:cxnSpLocks/>
          </p:cNvCxnSpPr>
          <p:nvPr/>
        </p:nvCxnSpPr>
        <p:spPr>
          <a:xfrm>
            <a:off x="2238724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5">
            <a:extLst>
              <a:ext uri="{FF2B5EF4-FFF2-40B4-BE49-F238E27FC236}">
                <a16:creationId xmlns:a16="http://schemas.microsoft.com/office/drawing/2014/main" id="{910A060F-F713-D733-95DE-DEC083F7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906000" cy="11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8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195131"/>
            <a:ext cx="9906000" cy="5336227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Arial" panose="020B0604020202020204" pitchFamily="34" charset="0"/>
              <a:buChar char="•"/>
              <a:defRPr sz="54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2603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4385887"/>
            <a:ext cx="9906000" cy="2145471"/>
          </a:xfrm>
          <a:prstGeom prst="rect">
            <a:avLst/>
          </a:prstGeom>
        </p:spPr>
        <p:txBody>
          <a:bodyPr anchor="ctr"/>
          <a:lstStyle>
            <a:lvl1pPr marL="571500" indent="-571500">
              <a:buFont typeface="Wingdings" panose="05000000000000000000" pitchFamily="2" charset="2"/>
              <a:buChar char="u"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C99DC69-B2BE-AF3C-2016-7072E86F3ADF}"/>
              </a:ext>
            </a:extLst>
          </p:cNvPr>
          <p:cNvCxnSpPr>
            <a:cxnSpLocks/>
          </p:cNvCxnSpPr>
          <p:nvPr userDrawn="1"/>
        </p:nvCxnSpPr>
        <p:spPr>
          <a:xfrm>
            <a:off x="529698" y="4385887"/>
            <a:ext cx="88466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02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下線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53000" y="1195131"/>
            <a:ext cx="4953000" cy="5661084"/>
          </a:xfrm>
          <a:prstGeom prst="rect">
            <a:avLst/>
          </a:prstGeom>
        </p:spPr>
        <p:txBody>
          <a:bodyPr anchor="ctr"/>
          <a:lstStyle>
            <a:lvl1pPr marL="685800" indent="-685800">
              <a:buFont typeface="Wingdings" panose="05000000000000000000" pitchFamily="2" charset="2"/>
              <a:buChar char="u"/>
              <a:defRPr sz="3600">
                <a:latin typeface="+mn-lt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</p:txBody>
      </p:sp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9" y="367766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1168D24-BE76-7146-D29A-A6FA4823975E}"/>
              </a:ext>
            </a:extLst>
          </p:cNvPr>
          <p:cNvCxnSpPr>
            <a:cxnSpLocks/>
          </p:cNvCxnSpPr>
          <p:nvPr/>
        </p:nvCxnSpPr>
        <p:spPr>
          <a:xfrm>
            <a:off x="493700" y="1159454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549197"/>
            <a:ext cx="9882033" cy="3070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cxnSp>
        <p:nvCxnSpPr>
          <p:cNvPr id="2" name="Google Shape;146;p21">
            <a:extLst>
              <a:ext uri="{FF2B5EF4-FFF2-40B4-BE49-F238E27FC236}">
                <a16:creationId xmlns:a16="http://schemas.microsoft.com/office/drawing/2014/main" id="{C90C7DF0-8530-E32B-4E1E-BC2C4CCF8839}"/>
              </a:ext>
            </a:extLst>
          </p:cNvPr>
          <p:cNvCxnSpPr/>
          <p:nvPr userDrawn="1"/>
        </p:nvCxnSpPr>
        <p:spPr>
          <a:xfrm rot="10800000">
            <a:off x="277686" y="6531359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6271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843505" cy="719689"/>
          </a:xfrm>
          <a:prstGeom prst="rect">
            <a:avLst/>
          </a:prstGeom>
        </p:spPr>
        <p:txBody>
          <a:bodyPr anchor="b"/>
          <a:lstStyle>
            <a:lvl1pPr algn="l">
              <a:defRPr sz="40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6490233"/>
            <a:ext cx="9906000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9" name="スライド番号プレースホルダー 7">
            <a:extLst>
              <a:ext uri="{FF2B5EF4-FFF2-40B4-BE49-F238E27FC236}">
                <a16:creationId xmlns:a16="http://schemas.microsoft.com/office/drawing/2014/main" id="{B1F0E9D0-F786-2AC7-0378-3A6B9AF79BB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8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732177"/>
            <a:ext cx="9906000" cy="4244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+mn-lt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</p:spTree>
    <p:extLst>
      <p:ext uri="{BB962C8B-B14F-4D97-AF65-F5344CB8AC3E}">
        <p14:creationId xmlns:p14="http://schemas.microsoft.com/office/powerpoint/2010/main" val="2434574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5147" y="1921057"/>
            <a:ext cx="8595704" cy="4218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25">
                <a:latin typeface="+mn-lt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cxnSp>
        <p:nvCxnSpPr>
          <p:cNvPr id="17" name="Google Shape;146;p21">
            <a:extLst>
              <a:ext uri="{FF2B5EF4-FFF2-40B4-BE49-F238E27FC236}">
                <a16:creationId xmlns:a16="http://schemas.microsoft.com/office/drawing/2014/main" id="{C5F8DBA6-072D-66AB-C2DD-1E2533B620F3}"/>
              </a:ext>
            </a:extLst>
          </p:cNvPr>
          <p:cNvCxnSpPr/>
          <p:nvPr/>
        </p:nvCxnSpPr>
        <p:spPr>
          <a:xfrm rot="10800000">
            <a:off x="277687" y="6490233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8595706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FD305A1-D95A-F1D9-5FC6-6D21D043E9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706" y="6492014"/>
            <a:ext cx="1310293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578FA6A-9862-ACB6-1C7F-88327E3AEF73}"/>
              </a:ext>
            </a:extLst>
          </p:cNvPr>
          <p:cNvGrpSpPr/>
          <p:nvPr/>
        </p:nvGrpSpPr>
        <p:grpSpPr>
          <a:xfrm>
            <a:off x="379742" y="367766"/>
            <a:ext cx="9146514" cy="943894"/>
            <a:chOff x="303813" y="246536"/>
            <a:chExt cx="11584371" cy="1182769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57C4EFEF-125A-66A9-E178-54FCA07B4805}"/>
                </a:ext>
              </a:extLst>
            </p:cNvPr>
            <p:cNvSpPr/>
            <p:nvPr/>
          </p:nvSpPr>
          <p:spPr>
            <a:xfrm>
              <a:off x="303813" y="246536"/>
              <a:ext cx="11584371" cy="1182769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sp>
          <p:nvSpPr>
            <p:cNvPr id="10" name="四角形: 上の 2 つの角を丸める 9">
              <a:extLst>
                <a:ext uri="{FF2B5EF4-FFF2-40B4-BE49-F238E27FC236}">
                  <a16:creationId xmlns:a16="http://schemas.microsoft.com/office/drawing/2014/main" id="{426358C3-5859-1DEB-FFC5-448C05AC298C}"/>
                </a:ext>
              </a:extLst>
            </p:cNvPr>
            <p:cNvSpPr/>
            <p:nvPr/>
          </p:nvSpPr>
          <p:spPr>
            <a:xfrm>
              <a:off x="341767" y="501831"/>
              <a:ext cx="11510508" cy="883578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1FA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</p:grp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6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8" name="タイトル 2">
            <a:extLst>
              <a:ext uri="{FF2B5EF4-FFF2-40B4-BE49-F238E27FC236}">
                <a16:creationId xmlns:a16="http://schemas.microsoft.com/office/drawing/2014/main" id="{363F29F0-53DC-60ED-C2D7-2ADA9D45A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00" y="500660"/>
            <a:ext cx="9002595" cy="809528"/>
          </a:xfrm>
          <a:prstGeom prst="rect">
            <a:avLst/>
          </a:prstGeom>
        </p:spPr>
        <p:txBody>
          <a:bodyPr anchor="b"/>
          <a:lstStyle>
            <a:lvl1pPr algn="l">
              <a:defRPr sz="2925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118777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_付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5429B45-9F93-27EB-62DC-23964D2D44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5147" y="1921057"/>
            <a:ext cx="8595704" cy="4218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25">
                <a:latin typeface="+mn-lt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cxnSp>
        <p:nvCxnSpPr>
          <p:cNvPr id="17" name="Google Shape;146;p21">
            <a:extLst>
              <a:ext uri="{FF2B5EF4-FFF2-40B4-BE49-F238E27FC236}">
                <a16:creationId xmlns:a16="http://schemas.microsoft.com/office/drawing/2014/main" id="{C5F8DBA6-072D-66AB-C2DD-1E2533B620F3}"/>
              </a:ext>
            </a:extLst>
          </p:cNvPr>
          <p:cNvCxnSpPr/>
          <p:nvPr/>
        </p:nvCxnSpPr>
        <p:spPr>
          <a:xfrm rot="10800000">
            <a:off x="277687" y="6490233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73F2A49-0F9F-A740-A77C-01775AA0B9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8595706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FD305A1-D95A-F1D9-5FC6-6D21D043E9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706" y="6492014"/>
            <a:ext cx="1310293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8" name="タイトル 2">
            <a:extLst>
              <a:ext uri="{FF2B5EF4-FFF2-40B4-BE49-F238E27FC236}">
                <a16:creationId xmlns:a16="http://schemas.microsoft.com/office/drawing/2014/main" id="{363F29F0-53DC-60ED-C2D7-2ADA9D45A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740" y="500660"/>
            <a:ext cx="8812164" cy="840368"/>
          </a:xfrm>
          <a:prstGeom prst="rect">
            <a:avLst/>
          </a:prstGeom>
          <a:solidFill>
            <a:srgbClr val="F1FAFD"/>
          </a:solidFill>
        </p:spPr>
        <p:txBody>
          <a:bodyPr anchor="ctr"/>
          <a:lstStyle>
            <a:lvl1pPr algn="ctr">
              <a:defRPr sz="2925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DB434EC-DFE3-E05A-6915-F9EAA244D055}"/>
              </a:ext>
            </a:extLst>
          </p:cNvPr>
          <p:cNvSpPr/>
          <p:nvPr/>
        </p:nvSpPr>
        <p:spPr>
          <a:xfrm>
            <a:off x="493696" y="500663"/>
            <a:ext cx="192044" cy="84036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E2AAA37-2125-4324-A4EE-2D884FE2E1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6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3236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図と結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テキスト プレースホルダー 17">
            <a:extLst>
              <a:ext uri="{FF2B5EF4-FFF2-40B4-BE49-F238E27FC236}">
                <a16:creationId xmlns:a16="http://schemas.microsoft.com/office/drawing/2014/main" id="{4B00DA8C-0D46-AF2B-6BEB-1F18D39CA9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02504" y="5033971"/>
            <a:ext cx="6273800" cy="14544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32184" indent="-232184">
              <a:buFont typeface="Wingdings" panose="05000000000000000000" pitchFamily="2" charset="2"/>
              <a:buChar char="Ø"/>
              <a:defRPr sz="1463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458FBC1-E8AC-64FD-8B18-F8B3AD239A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9696" y="5035748"/>
            <a:ext cx="2571051" cy="1452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95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1950"/>
              <a:t>（文章）</a:t>
            </a:r>
            <a:endParaRPr kumimoji="1" lang="ja-JP" altLang="en-US"/>
          </a:p>
        </p:txBody>
      </p:sp>
      <p:cxnSp>
        <p:nvCxnSpPr>
          <p:cNvPr id="6" name="Google Shape;146;p21">
            <a:extLst>
              <a:ext uri="{FF2B5EF4-FFF2-40B4-BE49-F238E27FC236}">
                <a16:creationId xmlns:a16="http://schemas.microsoft.com/office/drawing/2014/main" id="{D12EE5D8-0F0C-0168-328A-6888DA6D1C8F}"/>
              </a:ext>
            </a:extLst>
          </p:cNvPr>
          <p:cNvCxnSpPr/>
          <p:nvPr/>
        </p:nvCxnSpPr>
        <p:spPr>
          <a:xfrm rot="10800000">
            <a:off x="277687" y="6490233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0A4CE16-67F8-B045-6E96-76385981819B}"/>
              </a:ext>
            </a:extLst>
          </p:cNvPr>
          <p:cNvCxnSpPr>
            <a:cxnSpLocks/>
          </p:cNvCxnSpPr>
          <p:nvPr/>
        </p:nvCxnSpPr>
        <p:spPr>
          <a:xfrm>
            <a:off x="529698" y="5033964"/>
            <a:ext cx="88466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タイトル 2">
            <a:extLst>
              <a:ext uri="{FF2B5EF4-FFF2-40B4-BE49-F238E27FC236}">
                <a16:creationId xmlns:a16="http://schemas.microsoft.com/office/drawing/2014/main" id="{42E7AC92-9C33-10F0-7937-E6AD80AEB7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8" y="453035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39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8643C984-CD4D-9155-8286-EF63A7B8A7FD}"/>
              </a:ext>
            </a:extLst>
          </p:cNvPr>
          <p:cNvCxnSpPr>
            <a:cxnSpLocks/>
          </p:cNvCxnSpPr>
          <p:nvPr/>
        </p:nvCxnSpPr>
        <p:spPr>
          <a:xfrm>
            <a:off x="493699" y="1244723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1">
            <a:extLst>
              <a:ext uri="{FF2B5EF4-FFF2-40B4-BE49-F238E27FC236}">
                <a16:creationId xmlns:a16="http://schemas.microsoft.com/office/drawing/2014/main" id="{777F0D22-F12D-2962-805C-D993A5E4C58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8595706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11">
            <a:extLst>
              <a:ext uri="{FF2B5EF4-FFF2-40B4-BE49-F238E27FC236}">
                <a16:creationId xmlns:a16="http://schemas.microsoft.com/office/drawing/2014/main" id="{64B6A18B-AA26-28E7-1F22-084A306E21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706" y="6492014"/>
            <a:ext cx="1310293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5" name="スライド番号プレースホルダー 7">
            <a:extLst>
              <a:ext uri="{FF2B5EF4-FFF2-40B4-BE49-F238E27FC236}">
                <a16:creationId xmlns:a16="http://schemas.microsoft.com/office/drawing/2014/main" id="{3299ACD1-E5CA-DF6B-4112-034F9B8FC0B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6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15">
            <a:extLst>
              <a:ext uri="{FF2B5EF4-FFF2-40B4-BE49-F238E27FC236}">
                <a16:creationId xmlns:a16="http://schemas.microsoft.com/office/drawing/2014/main" id="{C7F0A50C-C321-8FA7-7F06-1A35B91EE0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698" y="1279557"/>
            <a:ext cx="941230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3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</p:spTree>
    <p:extLst>
      <p:ext uri="{BB962C8B-B14F-4D97-AF65-F5344CB8AC3E}">
        <p14:creationId xmlns:p14="http://schemas.microsoft.com/office/powerpoint/2010/main" val="748028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写真と説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テキスト プレースホルダー 17">
            <a:extLst>
              <a:ext uri="{FF2B5EF4-FFF2-40B4-BE49-F238E27FC236}">
                <a16:creationId xmlns:a16="http://schemas.microsoft.com/office/drawing/2014/main" id="{7A63D63D-C15E-6912-5C3B-3B13F410C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90079" y="2624674"/>
            <a:ext cx="4044950" cy="3672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Ø"/>
              <a:defRPr sz="1463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3" name="テキスト プレースホルダー 32">
            <a:extLst>
              <a:ext uri="{FF2B5EF4-FFF2-40B4-BE49-F238E27FC236}">
                <a16:creationId xmlns:a16="http://schemas.microsoft.com/office/drawing/2014/main" id="{DE5C35B3-FC30-896D-AF18-51CC304F6C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76320" y="1911691"/>
            <a:ext cx="4044950" cy="5267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25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sz="1625"/>
              <a:t>（文章）</a:t>
            </a:r>
            <a:endParaRPr kumimoji="1" lang="ja-JP" altLang="en-US"/>
          </a:p>
        </p:txBody>
      </p:sp>
      <p:sp>
        <p:nvSpPr>
          <p:cNvPr id="30" name="図プレースホルダー 29">
            <a:extLst>
              <a:ext uri="{FF2B5EF4-FFF2-40B4-BE49-F238E27FC236}">
                <a16:creationId xmlns:a16="http://schemas.microsoft.com/office/drawing/2014/main" id="{4CDB6037-B7D7-C053-0D83-CBD0E5620D7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9698" y="1911692"/>
            <a:ext cx="4443942" cy="4385733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アイコンをクリックして図を追加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1767BC6-B5E0-B160-02C4-2462E8A81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321" y="2438407"/>
            <a:ext cx="4044950" cy="8467"/>
          </a:xfrm>
          <a:prstGeom prst="rect">
            <a:avLst/>
          </a:prstGeom>
        </p:spPr>
      </p:pic>
      <p:cxnSp>
        <p:nvCxnSpPr>
          <p:cNvPr id="26" name="Google Shape;146;p21">
            <a:extLst>
              <a:ext uri="{FF2B5EF4-FFF2-40B4-BE49-F238E27FC236}">
                <a16:creationId xmlns:a16="http://schemas.microsoft.com/office/drawing/2014/main" id="{10931993-51A5-109C-4F5C-24AC55A3DA55}"/>
              </a:ext>
            </a:extLst>
          </p:cNvPr>
          <p:cNvCxnSpPr/>
          <p:nvPr/>
        </p:nvCxnSpPr>
        <p:spPr>
          <a:xfrm rot="10800000">
            <a:off x="277687" y="6490233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タイトル 2">
            <a:extLst>
              <a:ext uri="{FF2B5EF4-FFF2-40B4-BE49-F238E27FC236}">
                <a16:creationId xmlns:a16="http://schemas.microsoft.com/office/drawing/2014/main" id="{F8195B85-3812-07C4-A20F-838E791123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8" y="453035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39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95F66CB-BC22-C430-E444-7CA7C5386CBD}"/>
              </a:ext>
            </a:extLst>
          </p:cNvPr>
          <p:cNvCxnSpPr>
            <a:cxnSpLocks/>
          </p:cNvCxnSpPr>
          <p:nvPr/>
        </p:nvCxnSpPr>
        <p:spPr>
          <a:xfrm>
            <a:off x="493699" y="1244723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プレースホルダー 15">
            <a:extLst>
              <a:ext uri="{FF2B5EF4-FFF2-40B4-BE49-F238E27FC236}">
                <a16:creationId xmlns:a16="http://schemas.microsoft.com/office/drawing/2014/main" id="{F96CA446-BAAD-4513-9C0A-AB4A07EBD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698" y="1279557"/>
            <a:ext cx="941230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3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11" name="テキスト プレースホルダー 11">
            <a:extLst>
              <a:ext uri="{FF2B5EF4-FFF2-40B4-BE49-F238E27FC236}">
                <a16:creationId xmlns:a16="http://schemas.microsoft.com/office/drawing/2014/main" id="{F6B9F262-23D6-E0FD-67A3-63D5F301D43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8595706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7F6462D4-87A3-0AF5-C9AA-7B7695741B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706" y="6492014"/>
            <a:ext cx="1310293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9" name="スライド番号プレースホルダー 7">
            <a:extLst>
              <a:ext uri="{FF2B5EF4-FFF2-40B4-BE49-F238E27FC236}">
                <a16:creationId xmlns:a16="http://schemas.microsoft.com/office/drawing/2014/main" id="{84AD84D6-2954-62D8-2D19-AA5F15FF831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6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811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テキスト プレースホルダー 34">
            <a:extLst>
              <a:ext uri="{FF2B5EF4-FFF2-40B4-BE49-F238E27FC236}">
                <a16:creationId xmlns:a16="http://schemas.microsoft.com/office/drawing/2014/main" id="{80BE4E4E-52CA-340D-D8D6-4A9E10059E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7532" y="2022652"/>
            <a:ext cx="4385470" cy="6646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75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cxnSp>
        <p:nvCxnSpPr>
          <p:cNvPr id="29" name="Google Shape;146;p21">
            <a:extLst>
              <a:ext uri="{FF2B5EF4-FFF2-40B4-BE49-F238E27FC236}">
                <a16:creationId xmlns:a16="http://schemas.microsoft.com/office/drawing/2014/main" id="{4F6A570A-D897-C310-7DBE-2D82F9DEFEF6}"/>
              </a:ext>
            </a:extLst>
          </p:cNvPr>
          <p:cNvCxnSpPr/>
          <p:nvPr/>
        </p:nvCxnSpPr>
        <p:spPr>
          <a:xfrm rot="10800000">
            <a:off x="277687" y="6490233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テキスト プレースホルダー 17">
            <a:extLst>
              <a:ext uri="{FF2B5EF4-FFF2-40B4-BE49-F238E27FC236}">
                <a16:creationId xmlns:a16="http://schemas.microsoft.com/office/drawing/2014/main" id="{DF252F91-42B3-708C-CBAB-10962955CF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6142" y="3076123"/>
            <a:ext cx="3714749" cy="2537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Ø"/>
              <a:defRPr sz="1463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3" name="テキスト プレースホルダー 17">
            <a:extLst>
              <a:ext uri="{FF2B5EF4-FFF2-40B4-BE49-F238E27FC236}">
                <a16:creationId xmlns:a16="http://schemas.microsoft.com/office/drawing/2014/main" id="{1D54C140-A0FC-AD71-CDF9-EBF6910137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117" y="3076123"/>
            <a:ext cx="3714749" cy="25371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32184" indent="-232184">
              <a:buFont typeface="Wingdings" panose="05000000000000000000" pitchFamily="2" charset="2"/>
              <a:buChar char="Ø"/>
              <a:defRPr sz="1463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  <a:endParaRPr kumimoji="1" lang="en-US" altLang="ja-JP"/>
          </a:p>
        </p:txBody>
      </p:sp>
      <p:sp>
        <p:nvSpPr>
          <p:cNvPr id="36" name="テキスト プレースホルダー 34">
            <a:extLst>
              <a:ext uri="{FF2B5EF4-FFF2-40B4-BE49-F238E27FC236}">
                <a16:creationId xmlns:a16="http://schemas.microsoft.com/office/drawing/2014/main" id="{B64AF0A5-52CA-7D82-AA0D-07E1B2F189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3000" y="2024546"/>
            <a:ext cx="4385470" cy="6646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75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（タイトル）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B625B09C-1197-2396-BFB9-4F8CDB43D0B5}"/>
              </a:ext>
            </a:extLst>
          </p:cNvPr>
          <p:cNvCxnSpPr>
            <a:cxnSpLocks/>
          </p:cNvCxnSpPr>
          <p:nvPr/>
        </p:nvCxnSpPr>
        <p:spPr>
          <a:xfrm>
            <a:off x="560653" y="6015219"/>
            <a:ext cx="87571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2B16983A-D26A-9989-2EEF-FF270C2B2B71}"/>
              </a:ext>
            </a:extLst>
          </p:cNvPr>
          <p:cNvCxnSpPr>
            <a:cxnSpLocks/>
          </p:cNvCxnSpPr>
          <p:nvPr/>
        </p:nvCxnSpPr>
        <p:spPr>
          <a:xfrm>
            <a:off x="567533" y="2687278"/>
            <a:ext cx="87709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D38A7E7-D0FD-4098-FE64-42590C733E3C}"/>
              </a:ext>
            </a:extLst>
          </p:cNvPr>
          <p:cNvCxnSpPr>
            <a:cxnSpLocks/>
          </p:cNvCxnSpPr>
          <p:nvPr/>
        </p:nvCxnSpPr>
        <p:spPr>
          <a:xfrm>
            <a:off x="4953000" y="2687285"/>
            <a:ext cx="0" cy="3327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タイトル 2">
            <a:extLst>
              <a:ext uri="{FF2B5EF4-FFF2-40B4-BE49-F238E27FC236}">
                <a16:creationId xmlns:a16="http://schemas.microsoft.com/office/drawing/2014/main" id="{6A3C6E09-B152-1DD2-85B0-481E2A73F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8" y="453035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39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01BE3F3-57CB-503F-230D-6D0C58335759}"/>
              </a:ext>
            </a:extLst>
          </p:cNvPr>
          <p:cNvCxnSpPr>
            <a:cxnSpLocks/>
          </p:cNvCxnSpPr>
          <p:nvPr/>
        </p:nvCxnSpPr>
        <p:spPr>
          <a:xfrm>
            <a:off x="493699" y="1244723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15">
            <a:extLst>
              <a:ext uri="{FF2B5EF4-FFF2-40B4-BE49-F238E27FC236}">
                <a16:creationId xmlns:a16="http://schemas.microsoft.com/office/drawing/2014/main" id="{BD3B74E9-75EE-59BC-255F-47C2E93DBD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698" y="1279557"/>
            <a:ext cx="941230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3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6" name="テキスト プレースホルダー 11">
            <a:extLst>
              <a:ext uri="{FF2B5EF4-FFF2-40B4-BE49-F238E27FC236}">
                <a16:creationId xmlns:a16="http://schemas.microsoft.com/office/drawing/2014/main" id="{8EA63224-722D-7FB4-5175-2E49AB405C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8595706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11" name="テキスト プレースホルダー 11">
            <a:extLst>
              <a:ext uri="{FF2B5EF4-FFF2-40B4-BE49-F238E27FC236}">
                <a16:creationId xmlns:a16="http://schemas.microsoft.com/office/drawing/2014/main" id="{33AF5847-97A0-36E6-BFFD-42724CCB93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706" y="6492014"/>
            <a:ext cx="1310293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3" name="スライド番号プレースホルダー 7">
            <a:extLst>
              <a:ext uri="{FF2B5EF4-FFF2-40B4-BE49-F238E27FC236}">
                <a16:creationId xmlns:a16="http://schemas.microsoft.com/office/drawing/2014/main" id="{2E701924-67EC-566C-C445-FB7575EB6EA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6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3395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問題と結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7A3A59FD-98A7-0B01-8200-C8A38A220AE6}"/>
              </a:ext>
            </a:extLst>
          </p:cNvPr>
          <p:cNvCxnSpPr>
            <a:cxnSpLocks/>
          </p:cNvCxnSpPr>
          <p:nvPr/>
        </p:nvCxnSpPr>
        <p:spPr>
          <a:xfrm>
            <a:off x="4587773" y="4058989"/>
            <a:ext cx="267525" cy="3128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2C38747-AA83-46AB-B5EC-13436DEA348A}"/>
              </a:ext>
            </a:extLst>
          </p:cNvPr>
          <p:cNvCxnSpPr>
            <a:cxnSpLocks/>
          </p:cNvCxnSpPr>
          <p:nvPr/>
        </p:nvCxnSpPr>
        <p:spPr>
          <a:xfrm>
            <a:off x="4855297" y="3733196"/>
            <a:ext cx="0" cy="6386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E49678A-E497-FEEE-5D94-4E412FBE7818}"/>
              </a:ext>
            </a:extLst>
          </p:cNvPr>
          <p:cNvCxnSpPr>
            <a:cxnSpLocks/>
          </p:cNvCxnSpPr>
          <p:nvPr/>
        </p:nvCxnSpPr>
        <p:spPr>
          <a:xfrm>
            <a:off x="529696" y="6130408"/>
            <a:ext cx="87571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4CB98CE4-3DBD-64DE-55F1-5643C19EE1C9}"/>
              </a:ext>
            </a:extLst>
          </p:cNvPr>
          <p:cNvCxnSpPr>
            <a:cxnSpLocks/>
          </p:cNvCxnSpPr>
          <p:nvPr/>
        </p:nvCxnSpPr>
        <p:spPr>
          <a:xfrm>
            <a:off x="529696" y="3733194"/>
            <a:ext cx="87571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Google Shape;146;p21">
            <a:extLst>
              <a:ext uri="{FF2B5EF4-FFF2-40B4-BE49-F238E27FC236}">
                <a16:creationId xmlns:a16="http://schemas.microsoft.com/office/drawing/2014/main" id="{2BF939F9-D4A5-CFAC-6627-A2CCC890EAA1}"/>
              </a:ext>
            </a:extLst>
          </p:cNvPr>
          <p:cNvCxnSpPr/>
          <p:nvPr/>
        </p:nvCxnSpPr>
        <p:spPr>
          <a:xfrm rot="10800000">
            <a:off x="277687" y="6490233"/>
            <a:ext cx="1189175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6E21742C-8A5C-2A08-FD77-C9F969D745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9696" y="4374126"/>
            <a:ext cx="990600" cy="1753967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25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（終）</a:t>
            </a:r>
          </a:p>
        </p:txBody>
      </p:sp>
      <p:sp>
        <p:nvSpPr>
          <p:cNvPr id="10" name="テキスト プレースホルダー 18">
            <a:extLst>
              <a:ext uri="{FF2B5EF4-FFF2-40B4-BE49-F238E27FC236}">
                <a16:creationId xmlns:a16="http://schemas.microsoft.com/office/drawing/2014/main" id="{853F1702-938D-DC1A-0CAF-89B31BA6E4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7175" y="4374125"/>
            <a:ext cx="7759688" cy="1753967"/>
          </a:xfrm>
          <a:prstGeom prst="rect">
            <a:avLst/>
          </a:prstGeom>
        </p:spPr>
        <p:txBody>
          <a:bodyPr anchor="ctr"/>
          <a:lstStyle>
            <a:lvl1pPr marL="232184" indent="-232184" algn="l">
              <a:buFont typeface="Wingdings" panose="05000000000000000000" pitchFamily="2" charset="2"/>
              <a:buChar char="Ø"/>
              <a:defRPr sz="13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12" name="テキスト プレースホルダー 18">
            <a:extLst>
              <a:ext uri="{FF2B5EF4-FFF2-40B4-BE49-F238E27FC236}">
                <a16:creationId xmlns:a16="http://schemas.microsoft.com/office/drawing/2014/main" id="{876E888B-1C64-2F3D-21DC-AD072F18D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9696" y="1980119"/>
            <a:ext cx="990600" cy="175075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25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（始）</a:t>
            </a:r>
          </a:p>
        </p:txBody>
      </p:sp>
      <p:sp>
        <p:nvSpPr>
          <p:cNvPr id="13" name="テキスト プレースホルダー 18">
            <a:extLst>
              <a:ext uri="{FF2B5EF4-FFF2-40B4-BE49-F238E27FC236}">
                <a16:creationId xmlns:a16="http://schemas.microsoft.com/office/drawing/2014/main" id="{5FCFBAE9-FF73-FA88-94DC-D5334A8CC3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27175" y="1979233"/>
            <a:ext cx="7759688" cy="1753967"/>
          </a:xfrm>
          <a:prstGeom prst="rect">
            <a:avLst/>
          </a:prstGeom>
        </p:spPr>
        <p:txBody>
          <a:bodyPr anchor="ctr"/>
          <a:lstStyle>
            <a:lvl1pPr marL="232184" indent="-232184" algn="l">
              <a:buFont typeface="Wingdings" panose="05000000000000000000" pitchFamily="2" charset="2"/>
              <a:buChar char="Ø"/>
              <a:defRPr sz="13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（内容）</a:t>
            </a: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55BA6990-2AC6-C173-07B2-687CE1CD79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698" y="453035"/>
            <a:ext cx="9412301" cy="809528"/>
          </a:xfrm>
          <a:prstGeom prst="rect">
            <a:avLst/>
          </a:prstGeom>
        </p:spPr>
        <p:txBody>
          <a:bodyPr anchor="b"/>
          <a:lstStyle>
            <a:lvl1pPr algn="l">
              <a:defRPr sz="39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/>
              <a:t>（タイトル）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53C7617-4918-FA09-CF38-FFD9B6C1E381}"/>
              </a:ext>
            </a:extLst>
          </p:cNvPr>
          <p:cNvCxnSpPr>
            <a:cxnSpLocks/>
          </p:cNvCxnSpPr>
          <p:nvPr/>
        </p:nvCxnSpPr>
        <p:spPr>
          <a:xfrm>
            <a:off x="493699" y="1244723"/>
            <a:ext cx="9412301" cy="0"/>
          </a:xfrm>
          <a:prstGeom prst="line">
            <a:avLst/>
          </a:prstGeom>
          <a:ln w="76200">
            <a:gradFill flip="none" rotWithShape="1">
              <a:gsLst>
                <a:gs pos="0">
                  <a:schemeClr val="accent1"/>
                </a:gs>
                <a:gs pos="35000">
                  <a:schemeClr val="accent1">
                    <a:lumMod val="60000"/>
                    <a:lumOff val="4000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15">
            <a:extLst>
              <a:ext uri="{FF2B5EF4-FFF2-40B4-BE49-F238E27FC236}">
                <a16:creationId xmlns:a16="http://schemas.microsoft.com/office/drawing/2014/main" id="{FBB390C8-13DA-66C5-CC53-6676821F0C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3698" y="1279557"/>
            <a:ext cx="9412301" cy="296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3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/>
              <a:t>（サブタイトル）</a:t>
            </a: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4FD304DD-4A06-F4CD-BB72-7DF427EA30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" y="6490233"/>
            <a:ext cx="8595706" cy="36598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（</a:t>
            </a:r>
            <a:r>
              <a:rPr kumimoji="1" lang="en-US" altLang="ja-JP"/>
              <a:t>URL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96DA70E7-CC7F-CFB3-F52D-CCF9E4E31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5706" y="6492014"/>
            <a:ext cx="1310293" cy="36598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13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/>
              <a:t>名前の入力</a:t>
            </a:r>
          </a:p>
        </p:txBody>
      </p:sp>
      <p:sp>
        <p:nvSpPr>
          <p:cNvPr id="14" name="スライド番号プレースホルダー 7">
            <a:extLst>
              <a:ext uri="{FF2B5EF4-FFF2-40B4-BE49-F238E27FC236}">
                <a16:creationId xmlns:a16="http://schemas.microsoft.com/office/drawing/2014/main" id="{AFABA4F2-2225-43D1-65A5-BC3AFBADB6D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8843505" y="7"/>
            <a:ext cx="1038529" cy="604565"/>
          </a:xfrm>
          <a:prstGeom prst="rect">
            <a:avLst/>
          </a:prstGeom>
        </p:spPr>
        <p:txBody>
          <a:bodyPr/>
          <a:lstStyle>
            <a:lvl1pPr algn="r">
              <a:defRPr sz="2600">
                <a:latin typeface="+mn-lt"/>
              </a:defRPr>
            </a:lvl1pPr>
          </a:lstStyle>
          <a:p>
            <a:fld id="{6408349E-6932-463E-ABE1-6FC2A245311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99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;p3">
            <a:extLst>
              <a:ext uri="{FF2B5EF4-FFF2-40B4-BE49-F238E27FC236}">
                <a16:creationId xmlns:a16="http://schemas.microsoft.com/office/drawing/2014/main" id="{B989BA91-A029-83C8-8B85-B5DC0A72F6E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080147" y="2430882"/>
            <a:ext cx="3745706" cy="1996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9345" b="0">
                <a:solidFill>
                  <a:schemeClr val="tx1"/>
                </a:solidFill>
                <a:latin typeface="+mn-ea"/>
                <a:ea typeface="+mn-e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417"/>
            </a:lvl9pPr>
          </a:lstStyle>
          <a:p>
            <a:r>
              <a:rPr lang="ja-JP" altLang="en-US"/>
              <a:t>（終）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911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1" r:id="rId2"/>
    <p:sldLayoutId id="2147483661" r:id="rId3"/>
    <p:sldLayoutId id="2147483663" r:id="rId4"/>
    <p:sldLayoutId id="2147483657" r:id="rId5"/>
    <p:sldLayoutId id="2147483666" r:id="rId6"/>
    <p:sldLayoutId id="2147483672" r:id="rId7"/>
    <p:sldLayoutId id="2147483673" r:id="rId8"/>
    <p:sldLayoutId id="2147483668" r:id="rId9"/>
    <p:sldLayoutId id="2147483669" r:id="rId10"/>
    <p:sldLayoutId id="2147483670" r:id="rId11"/>
    <p:sldLayoutId id="2147483664" r:id="rId12"/>
    <p:sldLayoutId id="2147483659" r:id="rId13"/>
    <p:sldLayoutId id="2147483660" r:id="rId14"/>
    <p:sldLayoutId id="2147483662" r:id="rId15"/>
    <p:sldLayoutId id="2147483667" r:id="rId16"/>
  </p:sldLayoutIdLst>
  <p:hf hdr="0" ftr="0" dt="0"/>
  <p:txStyles>
    <p:titleStyle>
      <a:lvl1pPr algn="ctr" defTabSz="495350" rtl="0" eaLnBrk="1" latinLnBrk="0" hangingPunct="1">
        <a:spcBef>
          <a:spcPct val="0"/>
        </a:spcBef>
        <a:buNone/>
        <a:defRPr kumimoji="1"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55" indent="-185755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72" indent="-154797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87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62" indent="-123838" algn="l" defTabSz="495350" rtl="0" eaLnBrk="1" latinLnBrk="0" hangingPunct="1">
        <a:spcBef>
          <a:spcPct val="20000"/>
        </a:spcBef>
        <a:buFont typeface="Arial" pitchFamily="34" charset="0"/>
        <a:buChar char="–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537" indent="-123838" algn="l" defTabSz="495350" rtl="0" eaLnBrk="1" latinLnBrk="0" hangingPunct="1">
        <a:spcBef>
          <a:spcPct val="20000"/>
        </a:spcBef>
        <a:buFont typeface="Arial" pitchFamily="34" charset="0"/>
        <a:buChar char="»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21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8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561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235" indent="-123838" algn="l" defTabSz="495350" rtl="0" eaLnBrk="1" latinLnBrk="0" hangingPunct="1">
        <a:spcBef>
          <a:spcPct val="20000"/>
        </a:spcBef>
        <a:buFont typeface="Arial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5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302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700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74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604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723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98" algn="l" defTabSz="495350" rtl="0" eaLnBrk="1" latinLnBrk="0" hangingPunct="1">
        <a:defRPr kumimoji="1"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x.com/hojicya_study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x.com/hojicya_study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x.com/hojicya_study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9F37-4D37-CA21-DD49-29AB67A7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92358A6-FB13-C20A-D882-8579A528E8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4025" y="4894446"/>
            <a:ext cx="5365750" cy="849474"/>
          </a:xfrm>
        </p:spPr>
        <p:txBody>
          <a:bodyPr numCol="2"/>
          <a:lstStyle/>
          <a:p>
            <a:r>
              <a:rPr lang="ja-JP" altLang="en-US" sz="1600" dirty="0"/>
              <a:t>三角函数の定義</a:t>
            </a:r>
            <a:endParaRPr lang="en-US" altLang="ja-JP" sz="1600" dirty="0"/>
          </a:p>
          <a:p>
            <a:r>
              <a:rPr lang="ja-JP" altLang="en-US" sz="1600" dirty="0"/>
              <a:t>積分の定義</a:t>
            </a:r>
            <a:endParaRPr lang="en-US" altLang="ja-JP" sz="1600" dirty="0"/>
          </a:p>
          <a:p>
            <a:r>
              <a:rPr lang="ja-JP" altLang="en-US" sz="1600" dirty="0"/>
              <a:t>運動方程式を解く</a:t>
            </a:r>
            <a:endParaRPr lang="en-US" altLang="ja-JP" sz="1600" dirty="0"/>
          </a:p>
          <a:p>
            <a:r>
              <a:rPr lang="ja-JP" altLang="en-US" sz="1600" dirty="0"/>
              <a:t>水平投射</a:t>
            </a:r>
            <a:endParaRPr lang="en-US" altLang="ja-JP" sz="1600" dirty="0"/>
          </a:p>
          <a:p>
            <a:r>
              <a:rPr lang="ja-JP" altLang="en-US" sz="1600" dirty="0"/>
              <a:t>斜方投射へ拡張</a:t>
            </a:r>
            <a:endParaRPr lang="en-US" altLang="ja-JP" sz="160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44B865-5EB1-03A3-A0C1-09DEBE1785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sz="4000" dirty="0"/>
              <a:t>物理学概論 後期範囲</a:t>
            </a:r>
            <a:endParaRPr kumimoji="1" lang="en-US" altLang="ja-JP" sz="4000" dirty="0"/>
          </a:p>
          <a:p>
            <a:r>
              <a:rPr lang="ja-JP" altLang="en-US" sz="2800" dirty="0"/>
              <a:t>～水平投射・斜方投射～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41A858-0D62-12A0-2F85-0B133B60F0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kumimoji="1" lang="en-US" altLang="ja-JP" sz="2000" dirty="0">
                <a:hlinkClick r:id="rId2" action="ppaction://hlinkfile"/>
              </a:rPr>
              <a:t>@hojicya_study</a:t>
            </a:r>
            <a:endParaRPr kumimoji="1" lang="ja-JP" altLang="en-US" sz="20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C26E4E-7D95-D048-FBFD-DA092FC199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ctr"/>
          <a:lstStyle/>
          <a:p>
            <a:r>
              <a:rPr kumimoji="1" lang="ja-JP" altLang="en-US" sz="2000" dirty="0"/>
              <a:t>ほうじ茶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82D9D6D-54CC-3EBC-716E-35C7E50063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kumimoji="1" lang="en-US" altLang="ja-JP" sz="2000" dirty="0"/>
              <a:t>2025.8.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8741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7AE98E9-D3CF-BF88-1F1B-7E81C8A73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4025" y="4894446"/>
            <a:ext cx="5365750" cy="849474"/>
          </a:xfrm>
        </p:spPr>
        <p:txBody>
          <a:bodyPr numCol="2"/>
          <a:lstStyle/>
          <a:p>
            <a:r>
              <a:rPr kumimoji="1" lang="ja-JP" altLang="en-US" sz="1600" dirty="0"/>
              <a:t>オームの法則</a:t>
            </a:r>
            <a:endParaRPr kumimoji="1" lang="en-US" altLang="ja-JP" sz="1600" dirty="0"/>
          </a:p>
          <a:p>
            <a:r>
              <a:rPr lang="ja-JP" altLang="en-US" sz="1600" dirty="0"/>
              <a:t>電流保存則</a:t>
            </a:r>
            <a:endParaRPr lang="en-US" altLang="ja-JP" sz="1600" dirty="0"/>
          </a:p>
          <a:p>
            <a:r>
              <a:rPr lang="ja-JP" altLang="en-US" sz="1600" dirty="0"/>
              <a:t>電圧保存則</a:t>
            </a:r>
            <a:endParaRPr lang="en-US" altLang="ja-JP" sz="1600" dirty="0"/>
          </a:p>
          <a:p>
            <a:r>
              <a:rPr lang="ja-JP" altLang="en-US" sz="1600" dirty="0"/>
              <a:t>コンデンサの関係式</a:t>
            </a:r>
            <a:endParaRPr lang="en-US" altLang="ja-JP" sz="160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939978-DAE0-509B-8746-9CD0295F6C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sz="4000" dirty="0"/>
              <a:t>物理学概論 後期範囲</a:t>
            </a:r>
            <a:endParaRPr kumimoji="1" lang="en-US" altLang="ja-JP" sz="4000" dirty="0"/>
          </a:p>
          <a:p>
            <a:r>
              <a:rPr lang="ja-JP" altLang="en-US" sz="2800" dirty="0"/>
              <a:t>～キルヒホッフ則～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F006FB-7360-663F-300D-D083AC6B3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kumimoji="1" lang="en-US" altLang="ja-JP" sz="2000" dirty="0">
                <a:hlinkClick r:id="rId2" action="ppaction://hlinkfile"/>
              </a:rPr>
              <a:t>@hojicya_study</a:t>
            </a:r>
            <a:endParaRPr kumimoji="1" lang="ja-JP" altLang="en-US" sz="20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64D7783-37F6-E1C3-6D6E-A13051B99D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ctr"/>
          <a:lstStyle/>
          <a:p>
            <a:r>
              <a:rPr kumimoji="1" lang="ja-JP" altLang="en-US" sz="2000" dirty="0"/>
              <a:t>ほうじ茶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2E33FE69-0438-B936-B7E3-91746A1F44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kumimoji="1" lang="en-US" altLang="ja-JP" sz="2000" dirty="0"/>
              <a:t>2025.8.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46722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3D3347-DC52-BA63-4500-23593CF9D3F1}"/>
              </a:ext>
            </a:extLst>
          </p:cNvPr>
          <p:cNvSpPr txBox="1"/>
          <p:nvPr/>
        </p:nvSpPr>
        <p:spPr>
          <a:xfrm>
            <a:off x="7007416" y="3955000"/>
            <a:ext cx="285494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en-US" altLang="ja-JP" sz="2800" i="1" dirty="0">
                <a:solidFill>
                  <a:schemeClr val="accent6"/>
                </a:solidFill>
                <a:latin typeface="Latin Modern Math" panose="02000503000000000000" pitchFamily="50" charset="0"/>
              </a:rPr>
              <a:t>I</a:t>
            </a:r>
            <a:r>
              <a:rPr kumimoji="1" lang="en-US" altLang="ja-JP" sz="2800" baseline="-25000" dirty="0">
                <a:solidFill>
                  <a:schemeClr val="accent6"/>
                </a:solidFill>
                <a:latin typeface="Latin Modern Math" panose="02000503000000000000" pitchFamily="50" charset="0"/>
              </a:rPr>
              <a:t>in</a:t>
            </a:r>
            <a:r>
              <a:rPr kumimoji="1" lang="en-US" altLang="ja-JP" sz="2800" dirty="0">
                <a:solidFill>
                  <a:schemeClr val="accent6"/>
                </a:solidFill>
                <a:latin typeface="Latin Modern Math" panose="02000503000000000000" pitchFamily="50" charset="0"/>
              </a:rPr>
              <a:t> = </a:t>
            </a:r>
            <a:r>
              <a:rPr kumimoji="1" lang="en-US" altLang="ja-JP" sz="2800" i="1" dirty="0">
                <a:solidFill>
                  <a:schemeClr val="accent6"/>
                </a:solidFill>
                <a:latin typeface="Latin Modern Math" panose="02000503000000000000" pitchFamily="50" charset="0"/>
              </a:rPr>
              <a:t>I</a:t>
            </a:r>
            <a:r>
              <a:rPr kumimoji="1" lang="en-US" altLang="ja-JP" sz="2800" baseline="-25000" dirty="0">
                <a:solidFill>
                  <a:schemeClr val="accent6"/>
                </a:solidFill>
                <a:latin typeface="Latin Modern Math" panose="02000503000000000000" pitchFamily="50" charset="0"/>
              </a:rPr>
              <a:t>1</a:t>
            </a:r>
            <a:r>
              <a:rPr kumimoji="1" lang="en-US" altLang="ja-JP" sz="2800" dirty="0">
                <a:solidFill>
                  <a:schemeClr val="accent6"/>
                </a:solidFill>
                <a:latin typeface="Latin Modern Math" panose="02000503000000000000" pitchFamily="50" charset="0"/>
              </a:rPr>
              <a:t> + </a:t>
            </a:r>
            <a:r>
              <a:rPr kumimoji="1" lang="en-US" altLang="ja-JP" sz="2800" i="1" dirty="0">
                <a:solidFill>
                  <a:schemeClr val="accent6"/>
                </a:solidFill>
                <a:latin typeface="Latin Modern Math" panose="02000503000000000000" pitchFamily="50" charset="0"/>
              </a:rPr>
              <a:t>I</a:t>
            </a:r>
            <a:r>
              <a:rPr kumimoji="1" lang="en-US" altLang="ja-JP" sz="2800" baseline="-25000" dirty="0">
                <a:solidFill>
                  <a:schemeClr val="accent6"/>
                </a:solidFill>
                <a:latin typeface="Latin Modern Math" panose="02000503000000000000" pitchFamily="50" charset="0"/>
              </a:rPr>
              <a:t>2</a:t>
            </a:r>
            <a:r>
              <a:rPr kumimoji="1" lang="en-US" altLang="ja-JP" sz="2800" dirty="0">
                <a:solidFill>
                  <a:schemeClr val="accent6"/>
                </a:solidFill>
                <a:latin typeface="Latin Modern Math" panose="02000503000000000000" pitchFamily="50" charset="0"/>
              </a:rPr>
              <a:t> = </a:t>
            </a:r>
            <a:r>
              <a:rPr kumimoji="1" lang="en-US" altLang="ja-JP" sz="2800" i="1" dirty="0">
                <a:solidFill>
                  <a:schemeClr val="accent6"/>
                </a:solidFill>
                <a:latin typeface="Latin Modern Math" panose="02000503000000000000" pitchFamily="50" charset="0"/>
              </a:rPr>
              <a:t>I</a:t>
            </a:r>
            <a:r>
              <a:rPr kumimoji="1" lang="en-US" altLang="ja-JP" sz="2800" baseline="-25000" dirty="0">
                <a:solidFill>
                  <a:schemeClr val="accent6"/>
                </a:solidFill>
                <a:latin typeface="Latin Modern Math" panose="02000503000000000000" pitchFamily="50" charset="0"/>
              </a:rPr>
              <a:t>out</a:t>
            </a:r>
            <a:endParaRPr kumimoji="1" lang="ja-JP" altLang="en-US" sz="2800" baseline="-25000" dirty="0">
              <a:solidFill>
                <a:schemeClr val="accent6"/>
              </a:solidFill>
              <a:latin typeface="Latin Modern Math" panose="02000503000000000000" pitchFamily="50" charset="0"/>
            </a:endParaRPr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BCEB66-14B0-0C84-4FFD-5A7BADBD26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電流量保存則</a:t>
            </a:r>
            <a:endParaRPr lang="en-US" altLang="ja-JP" dirty="0"/>
          </a:p>
          <a:p>
            <a:pPr marL="0" indent="0">
              <a:buNone/>
              <a:tabLst>
                <a:tab pos="179388" algn="l"/>
              </a:tabLst>
            </a:pPr>
            <a:r>
              <a:rPr lang="ja-JP" altLang="en-US" dirty="0"/>
              <a:t>並列接続の前後で，</a:t>
            </a:r>
            <a:r>
              <a:rPr lang="ja-JP" altLang="en-US" dirty="0">
                <a:solidFill>
                  <a:schemeClr val="accent6"/>
                </a:solidFill>
              </a:rPr>
              <a:t>電流量が変化しない</a:t>
            </a:r>
            <a:r>
              <a:rPr lang="ja-JP" altLang="en-US" dirty="0"/>
              <a:t>．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96EDBA81-804D-7177-531A-CEF04FD7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キルヒホッフ第</a:t>
            </a:r>
            <a:r>
              <a:rPr lang="en-US" altLang="ja-JP" dirty="0"/>
              <a:t>1</a:t>
            </a:r>
            <a:r>
              <a:rPr lang="ja-JP" altLang="en-US" dirty="0"/>
              <a:t>則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20E064-D1D6-C8C1-AA9E-A7C65A5B0BB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7CADAFC6-09D4-14F8-DD3B-D625AC407B45}"/>
              </a:ext>
            </a:extLst>
          </p:cNvPr>
          <p:cNvGrpSpPr/>
          <p:nvPr/>
        </p:nvGrpSpPr>
        <p:grpSpPr>
          <a:xfrm>
            <a:off x="2069155" y="2422807"/>
            <a:ext cx="5767689" cy="1012044"/>
            <a:chOff x="6483890" y="4065872"/>
            <a:chExt cx="4358640" cy="764801"/>
          </a:xfrm>
        </p:grpSpPr>
        <p:grpSp>
          <p:nvGrpSpPr>
            <p:cNvPr id="135" name="グループ化 134">
              <a:extLst>
                <a:ext uri="{FF2B5EF4-FFF2-40B4-BE49-F238E27FC236}">
                  <a16:creationId xmlns:a16="http://schemas.microsoft.com/office/drawing/2014/main" id="{6DF0ECE1-6A08-93FC-66C5-F168006404BD}"/>
                </a:ext>
              </a:extLst>
            </p:cNvPr>
            <p:cNvGrpSpPr/>
            <p:nvPr/>
          </p:nvGrpSpPr>
          <p:grpSpPr>
            <a:xfrm>
              <a:off x="6483890" y="4065872"/>
              <a:ext cx="4358640" cy="764801"/>
              <a:chOff x="1287210" y="4171003"/>
              <a:chExt cx="5364480" cy="941294"/>
            </a:xfrm>
          </p:grpSpPr>
          <p:sp>
            <p:nvSpPr>
              <p:cNvPr id="41" name="正方形/長方形 40">
                <a:extLst>
                  <a:ext uri="{FF2B5EF4-FFF2-40B4-BE49-F238E27FC236}">
                    <a16:creationId xmlns:a16="http://schemas.microsoft.com/office/drawing/2014/main" id="{9A76B046-05C6-FC50-F7CF-5D843D650E59}"/>
                  </a:ext>
                </a:extLst>
              </p:cNvPr>
              <p:cNvSpPr/>
              <p:nvPr/>
            </p:nvSpPr>
            <p:spPr>
              <a:xfrm>
                <a:off x="2985841" y="4171003"/>
                <a:ext cx="1972235" cy="941294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975"/>
              </a:p>
            </p:txBody>
          </p:sp>
          <p:cxnSp>
            <p:nvCxnSpPr>
              <p:cNvPr id="42" name="直線コネクタ 41">
                <a:extLst>
                  <a:ext uri="{FF2B5EF4-FFF2-40B4-BE49-F238E27FC236}">
                    <a16:creationId xmlns:a16="http://schemas.microsoft.com/office/drawing/2014/main" id="{C930E58B-1448-DE19-F21F-113F28E4B4C6}"/>
                  </a:ext>
                </a:extLst>
              </p:cNvPr>
              <p:cNvCxnSpPr>
                <a:cxnSpLocks/>
                <a:stCxn id="41" idx="1"/>
              </p:cNvCxnSpPr>
              <p:nvPr/>
            </p:nvCxnSpPr>
            <p:spPr>
              <a:xfrm flipH="1">
                <a:off x="1287210" y="4641650"/>
                <a:ext cx="1698631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コネクタ 42">
                <a:extLst>
                  <a:ext uri="{FF2B5EF4-FFF2-40B4-BE49-F238E27FC236}">
                    <a16:creationId xmlns:a16="http://schemas.microsoft.com/office/drawing/2014/main" id="{EA14A9E0-077C-7629-8D29-80B8BF35EA99}"/>
                  </a:ext>
                </a:extLst>
              </p:cNvPr>
              <p:cNvCxnSpPr>
                <a:cxnSpLocks/>
                <a:endCxn id="41" idx="3"/>
              </p:cNvCxnSpPr>
              <p:nvPr/>
            </p:nvCxnSpPr>
            <p:spPr>
              <a:xfrm flipH="1">
                <a:off x="4958076" y="4641650"/>
                <a:ext cx="1693614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楕円 137">
              <a:extLst>
                <a:ext uri="{FF2B5EF4-FFF2-40B4-BE49-F238E27FC236}">
                  <a16:creationId xmlns:a16="http://schemas.microsoft.com/office/drawing/2014/main" id="{F4039345-AB0B-D533-9636-A5DCCF851208}"/>
                </a:ext>
              </a:extLst>
            </p:cNvPr>
            <p:cNvSpPr/>
            <p:nvPr/>
          </p:nvSpPr>
          <p:spPr>
            <a:xfrm>
              <a:off x="9412396" y="4394200"/>
              <a:ext cx="108145" cy="1081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sp>
          <p:nvSpPr>
            <p:cNvPr id="139" name="楕円 138">
              <a:extLst>
                <a:ext uri="{FF2B5EF4-FFF2-40B4-BE49-F238E27FC236}">
                  <a16:creationId xmlns:a16="http://schemas.microsoft.com/office/drawing/2014/main" id="{8D4CBD79-98F0-9F93-86FE-997D2586196C}"/>
                </a:ext>
              </a:extLst>
            </p:cNvPr>
            <p:cNvSpPr/>
            <p:nvPr/>
          </p:nvSpPr>
          <p:spPr>
            <a:xfrm>
              <a:off x="7809955" y="4392116"/>
              <a:ext cx="108145" cy="108145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FD303FD-DD68-F69F-34DB-C1F92FB3BC85}"/>
              </a:ext>
            </a:extLst>
          </p:cNvPr>
          <p:cNvGrpSpPr/>
          <p:nvPr/>
        </p:nvGrpSpPr>
        <p:grpSpPr>
          <a:xfrm>
            <a:off x="6687818" y="2125248"/>
            <a:ext cx="1127643" cy="553998"/>
            <a:chOff x="6687818" y="2125248"/>
            <a:chExt cx="1127643" cy="553998"/>
          </a:xfrm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9A24EBFA-17D4-DABB-4075-A8E200E991AF}"/>
                </a:ext>
              </a:extLst>
            </p:cNvPr>
            <p:cNvSpPr txBox="1"/>
            <p:nvPr/>
          </p:nvSpPr>
          <p:spPr>
            <a:xfrm>
              <a:off x="6945465" y="2125248"/>
              <a:ext cx="612347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ja-JP" sz="3600" i="1" dirty="0">
                  <a:latin typeface="Latin Modern Math" panose="02000503000000000000" pitchFamily="50" charset="0"/>
                </a:rPr>
                <a:t>I</a:t>
              </a:r>
              <a:r>
                <a:rPr kumimoji="1" lang="en-US" altLang="ja-JP" sz="3600" baseline="-25000" dirty="0">
                  <a:latin typeface="Latin Modern Math" panose="02000503000000000000" pitchFamily="50" charset="0"/>
                </a:rPr>
                <a:t>out</a:t>
              </a:r>
              <a:endParaRPr kumimoji="1" lang="ja-JP" altLang="en-US" sz="3600" baseline="-25000" dirty="0">
                <a:latin typeface="Latin Modern Math" panose="02000503000000000000" pitchFamily="50" charset="0"/>
              </a:endParaRPr>
            </a:p>
          </p:txBody>
        </p:sp>
        <p:cxnSp>
          <p:nvCxnSpPr>
            <p:cNvPr id="228" name="直線矢印コネクタ 227">
              <a:extLst>
                <a:ext uri="{FF2B5EF4-FFF2-40B4-BE49-F238E27FC236}">
                  <a16:creationId xmlns:a16="http://schemas.microsoft.com/office/drawing/2014/main" id="{35C46A73-985A-5A83-4581-B5FDACD128F7}"/>
                </a:ext>
              </a:extLst>
            </p:cNvPr>
            <p:cNvCxnSpPr>
              <a:cxnSpLocks/>
            </p:cNvCxnSpPr>
            <p:nvPr/>
          </p:nvCxnSpPr>
          <p:spPr>
            <a:xfrm>
              <a:off x="6687818" y="2657846"/>
              <a:ext cx="112764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5CF6F988-610E-A6FE-7C26-C6C187334993}"/>
              </a:ext>
            </a:extLst>
          </p:cNvPr>
          <p:cNvGrpSpPr/>
          <p:nvPr/>
        </p:nvGrpSpPr>
        <p:grpSpPr>
          <a:xfrm>
            <a:off x="3603981" y="1849890"/>
            <a:ext cx="1046529" cy="796802"/>
            <a:chOff x="3603981" y="1849890"/>
            <a:chExt cx="1046529" cy="796802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DEC1D9FF-2FD9-858A-1B7A-A922213EA21E}"/>
                </a:ext>
              </a:extLst>
            </p:cNvPr>
            <p:cNvSpPr txBox="1"/>
            <p:nvPr/>
          </p:nvSpPr>
          <p:spPr>
            <a:xfrm>
              <a:off x="4329909" y="1849890"/>
              <a:ext cx="32060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ja-JP" sz="3600" i="1" dirty="0">
                  <a:latin typeface="Latin Modern Math" panose="02000503000000000000" pitchFamily="50" charset="0"/>
                </a:rPr>
                <a:t>I</a:t>
              </a:r>
              <a:r>
                <a:rPr kumimoji="1" lang="en-US" altLang="ja-JP" sz="3600" baseline="-25000" dirty="0">
                  <a:latin typeface="Latin Modern Math" panose="02000503000000000000" pitchFamily="50" charset="0"/>
                </a:rPr>
                <a:t>1</a:t>
              </a:r>
              <a:endParaRPr kumimoji="1" lang="ja-JP" altLang="en-US" sz="3600" baseline="-25000" dirty="0">
                <a:latin typeface="Latin Modern Math" panose="02000503000000000000" pitchFamily="50" charset="0"/>
              </a:endParaRPr>
            </a:p>
          </p:txBody>
        </p:sp>
        <p:sp>
          <p:nvSpPr>
            <p:cNvPr id="246" name="矢印: 上向き折線 245">
              <a:extLst>
                <a:ext uri="{FF2B5EF4-FFF2-40B4-BE49-F238E27FC236}">
                  <a16:creationId xmlns:a16="http://schemas.microsoft.com/office/drawing/2014/main" id="{302DF89C-AC19-F179-B14D-698BCAC9BA6C}"/>
                </a:ext>
              </a:extLst>
            </p:cNvPr>
            <p:cNvSpPr/>
            <p:nvPr/>
          </p:nvSpPr>
          <p:spPr>
            <a:xfrm rot="5400000" flipH="1">
              <a:off x="3589813" y="2088809"/>
              <a:ext cx="572051" cy="543716"/>
            </a:xfrm>
            <a:prstGeom prst="bentUpArrow">
              <a:avLst>
                <a:gd name="adj1" fmla="val 3427"/>
                <a:gd name="adj2" fmla="val 6519"/>
                <a:gd name="adj3" fmla="val 10593"/>
              </a:avLst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>
                <a:latin typeface="+mn-ea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CBC34C89-A44D-250B-84AC-D7945F399C8E}"/>
              </a:ext>
            </a:extLst>
          </p:cNvPr>
          <p:cNvGrpSpPr/>
          <p:nvPr/>
        </p:nvGrpSpPr>
        <p:grpSpPr>
          <a:xfrm>
            <a:off x="3603980" y="3179413"/>
            <a:ext cx="1042728" cy="945192"/>
            <a:chOff x="3603980" y="3179413"/>
            <a:chExt cx="1042728" cy="945192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AF2F0F15-66C3-2C5F-982D-F798DACD99A3}"/>
                </a:ext>
              </a:extLst>
            </p:cNvPr>
            <p:cNvSpPr txBox="1"/>
            <p:nvPr/>
          </p:nvSpPr>
          <p:spPr>
            <a:xfrm>
              <a:off x="4326107" y="3570607"/>
              <a:ext cx="320601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ja-JP" sz="3600" i="1" dirty="0">
                  <a:latin typeface="Latin Modern Math" panose="02000503000000000000" pitchFamily="50" charset="0"/>
                </a:rPr>
                <a:t>I</a:t>
              </a:r>
              <a:r>
                <a:rPr kumimoji="1" lang="en-US" altLang="ja-JP" sz="3600" baseline="-25000" dirty="0">
                  <a:latin typeface="Latin Modern Math" panose="02000503000000000000" pitchFamily="50" charset="0"/>
                </a:rPr>
                <a:t>2</a:t>
              </a:r>
              <a:endParaRPr kumimoji="1" lang="ja-JP" altLang="en-US" sz="3600" baseline="-25000" dirty="0">
                <a:latin typeface="Latin Modern Math" panose="02000503000000000000" pitchFamily="50" charset="0"/>
              </a:endParaRPr>
            </a:p>
          </p:txBody>
        </p:sp>
        <p:sp>
          <p:nvSpPr>
            <p:cNvPr id="247" name="矢印: 上向き折線 246">
              <a:extLst>
                <a:ext uri="{FF2B5EF4-FFF2-40B4-BE49-F238E27FC236}">
                  <a16:creationId xmlns:a16="http://schemas.microsoft.com/office/drawing/2014/main" id="{8D09B8BE-D55F-12CA-CF40-1198E96D8837}"/>
                </a:ext>
              </a:extLst>
            </p:cNvPr>
            <p:cNvSpPr/>
            <p:nvPr/>
          </p:nvSpPr>
          <p:spPr>
            <a:xfrm rot="5400000">
              <a:off x="3589815" y="3193578"/>
              <a:ext cx="572045" cy="543716"/>
            </a:xfrm>
            <a:prstGeom prst="bentUpArrow">
              <a:avLst>
                <a:gd name="adj1" fmla="val 3427"/>
                <a:gd name="adj2" fmla="val 6519"/>
                <a:gd name="adj3" fmla="val 10593"/>
              </a:avLst>
            </a:prstGeom>
            <a:solidFill>
              <a:schemeClr val="accent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>
                <a:latin typeface="+mn-ea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1570AD5-C080-DB39-2AFB-0ABD57398835}"/>
              </a:ext>
            </a:extLst>
          </p:cNvPr>
          <p:cNvGrpSpPr/>
          <p:nvPr/>
        </p:nvGrpSpPr>
        <p:grpSpPr>
          <a:xfrm>
            <a:off x="2058255" y="2124248"/>
            <a:ext cx="1127643" cy="553998"/>
            <a:chOff x="2058255" y="2124248"/>
            <a:chExt cx="1127643" cy="553998"/>
          </a:xfrm>
        </p:grpSpPr>
        <p:cxnSp>
          <p:nvCxnSpPr>
            <p:cNvPr id="63" name="直線矢印コネクタ 62">
              <a:extLst>
                <a:ext uri="{FF2B5EF4-FFF2-40B4-BE49-F238E27FC236}">
                  <a16:creationId xmlns:a16="http://schemas.microsoft.com/office/drawing/2014/main" id="{9828D73D-41F5-859A-A26C-755808E9CFB6}"/>
                </a:ext>
              </a:extLst>
            </p:cNvPr>
            <p:cNvCxnSpPr>
              <a:cxnSpLocks/>
            </p:cNvCxnSpPr>
            <p:nvPr/>
          </p:nvCxnSpPr>
          <p:spPr>
            <a:xfrm>
              <a:off x="2058255" y="2646693"/>
              <a:ext cx="112764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4047E7D-4884-1E9F-52D1-ED0531D5830A}"/>
                </a:ext>
              </a:extLst>
            </p:cNvPr>
            <p:cNvSpPr txBox="1"/>
            <p:nvPr/>
          </p:nvSpPr>
          <p:spPr>
            <a:xfrm>
              <a:off x="2410479" y="2124248"/>
              <a:ext cx="423193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ja-JP" sz="3600" i="1" dirty="0">
                  <a:latin typeface="Latin Modern Math" panose="02000503000000000000" pitchFamily="50" charset="0"/>
                </a:rPr>
                <a:t>I</a:t>
              </a:r>
              <a:r>
                <a:rPr kumimoji="1" lang="en-US" altLang="ja-JP" sz="3600" baseline="-25000" dirty="0">
                  <a:latin typeface="Latin Modern Math" panose="02000503000000000000" pitchFamily="50" charset="0"/>
                </a:rPr>
                <a:t>in</a:t>
              </a:r>
              <a:endParaRPr kumimoji="1" lang="ja-JP" altLang="en-US" sz="3600" baseline="-25000" dirty="0">
                <a:latin typeface="Latin Modern Math" panose="02000503000000000000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959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E87B081A-14F2-54FC-E59F-BD852D5B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7E7178D-7EA1-FE7A-50F0-40E385F249C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C3A8EF-A16A-FCA5-1A60-0A576CED84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A71E6F5-A438-633E-D07F-2B190083F124}"/>
              </a:ext>
            </a:extLst>
          </p:cNvPr>
          <p:cNvSpPr txBox="1"/>
          <p:nvPr/>
        </p:nvSpPr>
        <p:spPr>
          <a:xfrm>
            <a:off x="493696" y="2220202"/>
            <a:ext cx="488421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50" dirty="0"/>
              <a:t>第</a:t>
            </a:r>
            <a:r>
              <a:rPr kumimoji="1" lang="en-US" altLang="ja-JP" sz="1950" dirty="0"/>
              <a:t>1</a:t>
            </a:r>
            <a:r>
              <a:rPr kumimoji="1" lang="ja-JP" altLang="en-US" sz="1950" dirty="0"/>
              <a:t>則：電気量保存則，</a:t>
            </a:r>
            <a:endParaRPr kumimoji="1" lang="en-US" altLang="ja-JP" sz="1950" dirty="0"/>
          </a:p>
          <a:p>
            <a:r>
              <a:rPr kumimoji="1" lang="en-US" altLang="ja-JP" sz="1950" b="1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I</a:t>
            </a:r>
            <a:r>
              <a:rPr kumimoji="1" lang="en-US" altLang="ja-JP" sz="1950" b="1" i="1" baseline="-25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</a:t>
            </a:r>
            <a:r>
              <a:rPr kumimoji="1" lang="ja-JP" altLang="en-US" sz="1950" dirty="0"/>
              <a:t>で</a:t>
            </a:r>
            <a:r>
              <a:rPr kumimoji="1" lang="en-US" altLang="ja-JP" sz="1950" dirty="0"/>
              <a:t>100L</a:t>
            </a:r>
            <a:r>
              <a:rPr kumimoji="1" lang="ja-JP" altLang="en-US" sz="1950" dirty="0"/>
              <a:t>流したら，</a:t>
            </a:r>
            <a:r>
              <a:rPr kumimoji="1" lang="en-US" altLang="ja-JP" sz="1950" b="1" i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I</a:t>
            </a:r>
            <a:r>
              <a:rPr kumimoji="1" lang="en-US" altLang="ja-JP" sz="1950" b="1" i="1" baseline="-250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r</a:t>
            </a:r>
            <a:r>
              <a:rPr kumimoji="1" lang="ja-JP" altLang="en-US" sz="1950" dirty="0"/>
              <a:t>も</a:t>
            </a:r>
            <a:r>
              <a:rPr kumimoji="1" lang="en-US" altLang="ja-JP" sz="1950" dirty="0">
                <a:solidFill>
                  <a:schemeClr val="accent6"/>
                </a:solidFill>
              </a:rPr>
              <a:t>100L</a:t>
            </a:r>
            <a:r>
              <a:rPr kumimoji="1" lang="ja-JP" altLang="en-US" sz="1950" dirty="0">
                <a:solidFill>
                  <a:schemeClr val="accent6"/>
                </a:solidFill>
              </a:rPr>
              <a:t>流れるはず</a:t>
            </a:r>
            <a:r>
              <a:rPr kumimoji="1" lang="ja-JP" altLang="en-US" sz="1950" dirty="0"/>
              <a:t>．</a:t>
            </a: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8F8B38B0-289D-BAAF-9977-301C15B7B219}"/>
              </a:ext>
            </a:extLst>
          </p:cNvPr>
          <p:cNvSpPr/>
          <p:nvPr/>
        </p:nvSpPr>
        <p:spPr>
          <a:xfrm>
            <a:off x="5818172" y="2237735"/>
            <a:ext cx="3656480" cy="2285437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DF9B7791-61CE-FD73-B68E-D4F28103F055}"/>
              </a:ext>
            </a:extLst>
          </p:cNvPr>
          <p:cNvSpPr txBox="1"/>
          <p:nvPr/>
        </p:nvSpPr>
        <p:spPr>
          <a:xfrm>
            <a:off x="5818171" y="2324499"/>
            <a:ext cx="174078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50" dirty="0"/>
              <a:t>［イメージ］</a:t>
            </a:r>
          </a:p>
        </p:txBody>
      </p: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9B302F32-36D1-896B-6987-B0BA221B60A1}"/>
              </a:ext>
            </a:extLst>
          </p:cNvPr>
          <p:cNvGrpSpPr/>
          <p:nvPr/>
        </p:nvGrpSpPr>
        <p:grpSpPr>
          <a:xfrm>
            <a:off x="7900806" y="5269024"/>
            <a:ext cx="1827949" cy="729455"/>
            <a:chOff x="9724068" y="5693644"/>
            <a:chExt cx="2249783" cy="897791"/>
          </a:xfrm>
        </p:grpSpPr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01F9E045-BF44-5BE9-D3C7-C338D5E53CB7}"/>
                </a:ext>
              </a:extLst>
            </p:cNvPr>
            <p:cNvSpPr/>
            <p:nvPr/>
          </p:nvSpPr>
          <p:spPr>
            <a:xfrm flipV="1">
              <a:off x="9724068" y="5977587"/>
              <a:ext cx="152092" cy="221542"/>
            </a:xfrm>
            <a:custGeom>
              <a:avLst/>
              <a:gdLst>
                <a:gd name="connsiteX0" fmla="*/ 111051 w 152092"/>
                <a:gd name="connsiteY0" fmla="*/ 192282 h 221542"/>
                <a:gd name="connsiteX1" fmla="*/ 140945 w 152092"/>
                <a:gd name="connsiteY1" fmla="*/ 207203 h 221542"/>
                <a:gd name="connsiteX2" fmla="*/ 151456 w 152092"/>
                <a:gd name="connsiteY2" fmla="*/ 213367 h 221542"/>
                <a:gd name="connsiteX3" fmla="*/ 146529 w 152092"/>
                <a:gd name="connsiteY3" fmla="*/ 217258 h 221542"/>
                <a:gd name="connsiteX4" fmla="*/ 103167 w 152092"/>
                <a:gd name="connsiteY4" fmla="*/ 216286 h 221542"/>
                <a:gd name="connsiteX5" fmla="*/ 59477 w 152092"/>
                <a:gd name="connsiteY5" fmla="*/ 217258 h 221542"/>
                <a:gd name="connsiteX6" fmla="*/ 52909 w 152092"/>
                <a:gd name="connsiteY6" fmla="*/ 210772 h 221542"/>
                <a:gd name="connsiteX7" fmla="*/ 62107 w 152092"/>
                <a:gd name="connsiteY7" fmla="*/ 207203 h 221542"/>
                <a:gd name="connsiteX8" fmla="*/ 84772 w 152092"/>
                <a:gd name="connsiteY8" fmla="*/ 201041 h 221542"/>
                <a:gd name="connsiteX9" fmla="*/ 84115 w 152092"/>
                <a:gd name="connsiteY9" fmla="*/ 195850 h 221542"/>
                <a:gd name="connsiteX10" fmla="*/ 39769 w 152092"/>
                <a:gd name="connsiteY10" fmla="*/ 21017 h 221542"/>
                <a:gd name="connsiteX11" fmla="*/ 9875 w 152092"/>
                <a:gd name="connsiteY11" fmla="*/ 5771 h 221542"/>
                <a:gd name="connsiteX12" fmla="*/ -636 w 152092"/>
                <a:gd name="connsiteY12" fmla="*/ -717 h 221542"/>
                <a:gd name="connsiteX13" fmla="*/ 4291 w 152092"/>
                <a:gd name="connsiteY13" fmla="*/ -4285 h 221542"/>
                <a:gd name="connsiteX14" fmla="*/ 47325 w 152092"/>
                <a:gd name="connsiteY14" fmla="*/ -3312 h 221542"/>
                <a:gd name="connsiteX15" fmla="*/ 91343 w 152092"/>
                <a:gd name="connsiteY15" fmla="*/ -4285 h 221542"/>
                <a:gd name="connsiteX16" fmla="*/ 97913 w 152092"/>
                <a:gd name="connsiteY16" fmla="*/ 1879 h 221542"/>
                <a:gd name="connsiteX17" fmla="*/ 88058 w 152092"/>
                <a:gd name="connsiteY17" fmla="*/ 5771 h 221542"/>
                <a:gd name="connsiteX18" fmla="*/ 73931 w 152092"/>
                <a:gd name="connsiteY18" fmla="*/ 6420 h 221542"/>
                <a:gd name="connsiteX19" fmla="*/ 65720 w 152092"/>
                <a:gd name="connsiteY19" fmla="*/ 11935 h 221542"/>
                <a:gd name="connsiteX20" fmla="*/ 67033 w 152092"/>
                <a:gd name="connsiteY20" fmla="*/ 19394 h 221542"/>
                <a:gd name="connsiteX21" fmla="*/ 111051 w 152092"/>
                <a:gd name="connsiteY21" fmla="*/ 192282 h 22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092" h="221542">
                  <a:moveTo>
                    <a:pt x="111051" y="192282"/>
                  </a:moveTo>
                  <a:cubicBezTo>
                    <a:pt x="114008" y="203959"/>
                    <a:pt x="114994" y="207203"/>
                    <a:pt x="140945" y="207203"/>
                  </a:cubicBezTo>
                  <a:cubicBezTo>
                    <a:pt x="148829" y="207203"/>
                    <a:pt x="151456" y="207203"/>
                    <a:pt x="151456" y="213367"/>
                  </a:cubicBezTo>
                  <a:cubicBezTo>
                    <a:pt x="151456" y="217258"/>
                    <a:pt x="147843" y="217258"/>
                    <a:pt x="146529" y="217258"/>
                  </a:cubicBezTo>
                  <a:cubicBezTo>
                    <a:pt x="137002" y="217258"/>
                    <a:pt x="112695" y="216286"/>
                    <a:pt x="103167" y="216286"/>
                  </a:cubicBezTo>
                  <a:cubicBezTo>
                    <a:pt x="93312" y="216286"/>
                    <a:pt x="69333" y="217258"/>
                    <a:pt x="59477" y="217258"/>
                  </a:cubicBezTo>
                  <a:cubicBezTo>
                    <a:pt x="57178" y="217258"/>
                    <a:pt x="52909" y="217258"/>
                    <a:pt x="52909" y="210772"/>
                  </a:cubicBezTo>
                  <a:cubicBezTo>
                    <a:pt x="52909" y="207203"/>
                    <a:pt x="55864" y="207203"/>
                    <a:pt x="62107" y="207203"/>
                  </a:cubicBezTo>
                  <a:cubicBezTo>
                    <a:pt x="75903" y="207203"/>
                    <a:pt x="84772" y="207203"/>
                    <a:pt x="84772" y="201041"/>
                  </a:cubicBezTo>
                  <a:cubicBezTo>
                    <a:pt x="84772" y="199418"/>
                    <a:pt x="84772" y="198770"/>
                    <a:pt x="84115" y="195850"/>
                  </a:cubicBezTo>
                  <a:lnTo>
                    <a:pt x="39769" y="21017"/>
                  </a:lnTo>
                  <a:cubicBezTo>
                    <a:pt x="36812" y="9015"/>
                    <a:pt x="35826" y="5771"/>
                    <a:pt x="9875" y="5771"/>
                  </a:cubicBezTo>
                  <a:cubicBezTo>
                    <a:pt x="2321" y="5771"/>
                    <a:pt x="-636" y="5771"/>
                    <a:pt x="-636" y="-717"/>
                  </a:cubicBezTo>
                  <a:cubicBezTo>
                    <a:pt x="-636" y="-4285"/>
                    <a:pt x="3305" y="-4285"/>
                    <a:pt x="4291" y="-4285"/>
                  </a:cubicBezTo>
                  <a:cubicBezTo>
                    <a:pt x="13818" y="-4285"/>
                    <a:pt x="37797" y="-3312"/>
                    <a:pt x="47325" y="-3312"/>
                  </a:cubicBezTo>
                  <a:cubicBezTo>
                    <a:pt x="57178" y="-3312"/>
                    <a:pt x="81487" y="-4285"/>
                    <a:pt x="91343" y="-4285"/>
                  </a:cubicBezTo>
                  <a:cubicBezTo>
                    <a:pt x="93970" y="-4285"/>
                    <a:pt x="97913" y="-4285"/>
                    <a:pt x="97913" y="1879"/>
                  </a:cubicBezTo>
                  <a:cubicBezTo>
                    <a:pt x="97913" y="5771"/>
                    <a:pt x="95284" y="5771"/>
                    <a:pt x="88058" y="5771"/>
                  </a:cubicBezTo>
                  <a:cubicBezTo>
                    <a:pt x="82145" y="5771"/>
                    <a:pt x="80502" y="5771"/>
                    <a:pt x="73931" y="6420"/>
                  </a:cubicBezTo>
                  <a:cubicBezTo>
                    <a:pt x="67033" y="7067"/>
                    <a:pt x="65720" y="8365"/>
                    <a:pt x="65720" y="11935"/>
                  </a:cubicBezTo>
                  <a:cubicBezTo>
                    <a:pt x="65720" y="14528"/>
                    <a:pt x="66377" y="17123"/>
                    <a:pt x="67033" y="19394"/>
                  </a:cubicBezTo>
                  <a:lnTo>
                    <a:pt x="111051" y="192282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6B69309A-049D-973A-5195-9B94B7B7E966}"/>
                </a:ext>
              </a:extLst>
            </p:cNvPr>
            <p:cNvSpPr/>
            <p:nvPr/>
          </p:nvSpPr>
          <p:spPr>
            <a:xfrm flipV="1">
              <a:off x="9873535" y="6147612"/>
              <a:ext cx="91728" cy="102381"/>
            </a:xfrm>
            <a:custGeom>
              <a:avLst/>
              <a:gdLst>
                <a:gd name="connsiteX0" fmla="*/ 81125 w 91728"/>
                <a:gd name="connsiteY0" fmla="*/ 84287 h 102381"/>
                <a:gd name="connsiteX1" fmla="*/ 71470 w 91728"/>
                <a:gd name="connsiteY1" fmla="*/ 73617 h 102381"/>
                <a:gd name="connsiteX2" fmla="*/ 79055 w 91728"/>
                <a:gd name="connsiteY2" fmla="*/ 66354 h 102381"/>
                <a:gd name="connsiteX3" fmla="*/ 90090 w 91728"/>
                <a:gd name="connsiteY3" fmla="*/ 79293 h 102381"/>
                <a:gd name="connsiteX4" fmla="*/ 59514 w 91728"/>
                <a:gd name="connsiteY4" fmla="*/ 99043 h 102381"/>
                <a:gd name="connsiteX5" fmla="*/ 17215 w 91728"/>
                <a:gd name="connsiteY5" fmla="*/ 65900 h 102381"/>
                <a:gd name="connsiteX6" fmla="*/ 25259 w 91728"/>
                <a:gd name="connsiteY6" fmla="*/ 49328 h 102381"/>
                <a:gd name="connsiteX7" fmla="*/ 51238 w 91728"/>
                <a:gd name="connsiteY7" fmla="*/ 41155 h 102381"/>
                <a:gd name="connsiteX8" fmla="*/ 70779 w 91728"/>
                <a:gd name="connsiteY8" fmla="*/ 26173 h 102381"/>
                <a:gd name="connsiteX9" fmla="*/ 58595 w 91728"/>
                <a:gd name="connsiteY9" fmla="*/ 8013 h 102381"/>
                <a:gd name="connsiteX10" fmla="*/ 35606 w 91728"/>
                <a:gd name="connsiteY10" fmla="*/ 3018 h 102381"/>
                <a:gd name="connsiteX11" fmla="*/ 8019 w 91728"/>
                <a:gd name="connsiteY11" fmla="*/ 12554 h 102381"/>
                <a:gd name="connsiteX12" fmla="*/ 20662 w 91728"/>
                <a:gd name="connsiteY12" fmla="*/ 25492 h 102381"/>
                <a:gd name="connsiteX13" fmla="*/ 11696 w 91728"/>
                <a:gd name="connsiteY13" fmla="*/ 33891 h 102381"/>
                <a:gd name="connsiteX14" fmla="*/ -1638 w 91728"/>
                <a:gd name="connsiteY14" fmla="*/ 18682 h 102381"/>
                <a:gd name="connsiteX15" fmla="*/ 35376 w 91728"/>
                <a:gd name="connsiteY15" fmla="*/ -3338 h 102381"/>
                <a:gd name="connsiteX16" fmla="*/ 85493 w 91728"/>
                <a:gd name="connsiteY16" fmla="*/ 34119 h 102381"/>
                <a:gd name="connsiteX17" fmla="*/ 53768 w 91728"/>
                <a:gd name="connsiteY17" fmla="*/ 60679 h 102381"/>
                <a:gd name="connsiteX18" fmla="*/ 44572 w 91728"/>
                <a:gd name="connsiteY18" fmla="*/ 62495 h 102381"/>
                <a:gd name="connsiteX19" fmla="*/ 31927 w 91728"/>
                <a:gd name="connsiteY19" fmla="*/ 73845 h 102381"/>
                <a:gd name="connsiteX20" fmla="*/ 41123 w 91728"/>
                <a:gd name="connsiteY20" fmla="*/ 88372 h 102381"/>
                <a:gd name="connsiteX21" fmla="*/ 59285 w 91728"/>
                <a:gd name="connsiteY21" fmla="*/ 92687 h 102381"/>
                <a:gd name="connsiteX22" fmla="*/ 81125 w 91728"/>
                <a:gd name="connsiteY22" fmla="*/ 84287 h 10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28" h="102381">
                  <a:moveTo>
                    <a:pt x="81125" y="84287"/>
                  </a:moveTo>
                  <a:cubicBezTo>
                    <a:pt x="75147" y="82924"/>
                    <a:pt x="71470" y="78158"/>
                    <a:pt x="71470" y="73617"/>
                  </a:cubicBezTo>
                  <a:cubicBezTo>
                    <a:pt x="71470" y="68397"/>
                    <a:pt x="76066" y="66354"/>
                    <a:pt x="79055" y="66354"/>
                  </a:cubicBezTo>
                  <a:cubicBezTo>
                    <a:pt x="81355" y="66354"/>
                    <a:pt x="90090" y="67715"/>
                    <a:pt x="90090" y="79293"/>
                  </a:cubicBezTo>
                  <a:cubicBezTo>
                    <a:pt x="90090" y="94048"/>
                    <a:pt x="73539" y="99043"/>
                    <a:pt x="59514" y="99043"/>
                  </a:cubicBezTo>
                  <a:cubicBezTo>
                    <a:pt x="23651" y="99043"/>
                    <a:pt x="17215" y="72937"/>
                    <a:pt x="17215" y="65900"/>
                  </a:cubicBezTo>
                  <a:cubicBezTo>
                    <a:pt x="17215" y="57501"/>
                    <a:pt x="22041" y="52052"/>
                    <a:pt x="25259" y="49328"/>
                  </a:cubicBezTo>
                  <a:cubicBezTo>
                    <a:pt x="31237" y="44789"/>
                    <a:pt x="35376" y="43879"/>
                    <a:pt x="51238" y="41155"/>
                  </a:cubicBezTo>
                  <a:cubicBezTo>
                    <a:pt x="56067" y="40247"/>
                    <a:pt x="70779" y="37524"/>
                    <a:pt x="70779" y="26173"/>
                  </a:cubicBezTo>
                  <a:cubicBezTo>
                    <a:pt x="70779" y="22314"/>
                    <a:pt x="68251" y="13688"/>
                    <a:pt x="58595" y="8013"/>
                  </a:cubicBezTo>
                  <a:cubicBezTo>
                    <a:pt x="49629" y="3018"/>
                    <a:pt x="38364" y="3018"/>
                    <a:pt x="35606" y="3018"/>
                  </a:cubicBezTo>
                  <a:cubicBezTo>
                    <a:pt x="26410" y="3018"/>
                    <a:pt x="13305" y="5061"/>
                    <a:pt x="8019" y="12554"/>
                  </a:cubicBezTo>
                  <a:cubicBezTo>
                    <a:pt x="15604" y="13461"/>
                    <a:pt x="20662" y="19136"/>
                    <a:pt x="20662" y="25492"/>
                  </a:cubicBezTo>
                  <a:cubicBezTo>
                    <a:pt x="20662" y="31168"/>
                    <a:pt x="16525" y="33891"/>
                    <a:pt x="11696" y="33891"/>
                  </a:cubicBezTo>
                  <a:cubicBezTo>
                    <a:pt x="5031" y="33891"/>
                    <a:pt x="-1638" y="28670"/>
                    <a:pt x="-1638" y="18682"/>
                  </a:cubicBezTo>
                  <a:cubicBezTo>
                    <a:pt x="-1638" y="5061"/>
                    <a:pt x="13075" y="-3338"/>
                    <a:pt x="35376" y="-3338"/>
                  </a:cubicBezTo>
                  <a:cubicBezTo>
                    <a:pt x="77676" y="-3338"/>
                    <a:pt x="85493" y="25265"/>
                    <a:pt x="85493" y="34119"/>
                  </a:cubicBezTo>
                  <a:cubicBezTo>
                    <a:pt x="85493" y="55003"/>
                    <a:pt x="62274" y="59089"/>
                    <a:pt x="53768" y="60679"/>
                  </a:cubicBezTo>
                  <a:cubicBezTo>
                    <a:pt x="51697" y="61132"/>
                    <a:pt x="45950" y="62039"/>
                    <a:pt x="44572" y="62495"/>
                  </a:cubicBezTo>
                  <a:cubicBezTo>
                    <a:pt x="36065" y="64084"/>
                    <a:pt x="31927" y="68852"/>
                    <a:pt x="31927" y="73845"/>
                  </a:cubicBezTo>
                  <a:cubicBezTo>
                    <a:pt x="31927" y="79066"/>
                    <a:pt x="36065" y="85194"/>
                    <a:pt x="41123" y="88372"/>
                  </a:cubicBezTo>
                  <a:cubicBezTo>
                    <a:pt x="47330" y="92233"/>
                    <a:pt x="55377" y="92687"/>
                    <a:pt x="59285" y="92687"/>
                  </a:cubicBezTo>
                  <a:cubicBezTo>
                    <a:pt x="64112" y="92687"/>
                    <a:pt x="76066" y="92007"/>
                    <a:pt x="81125" y="84287"/>
                  </a:cubicBez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B400FD30-2488-8BCB-BF8F-AA7DA475634A}"/>
                </a:ext>
              </a:extLst>
            </p:cNvPr>
            <p:cNvSpPr/>
            <p:nvPr/>
          </p:nvSpPr>
          <p:spPr>
            <a:xfrm flipV="1">
              <a:off x="10107199" y="6080086"/>
              <a:ext cx="218449" cy="75901"/>
            </a:xfrm>
            <a:custGeom>
              <a:avLst/>
              <a:gdLst>
                <a:gd name="connsiteX0" fmla="*/ 203147 w 218449"/>
                <a:gd name="connsiteY0" fmla="*/ 58895 h 75901"/>
                <a:gd name="connsiteX1" fmla="*/ 214315 w 218449"/>
                <a:gd name="connsiteY1" fmla="*/ 65383 h 75901"/>
                <a:gd name="connsiteX2" fmla="*/ 203474 w 218449"/>
                <a:gd name="connsiteY2" fmla="*/ 71871 h 75901"/>
                <a:gd name="connsiteX3" fmla="*/ 6706 w 218449"/>
                <a:gd name="connsiteY3" fmla="*/ 71871 h 75901"/>
                <a:gd name="connsiteX4" fmla="*/ -4134 w 218449"/>
                <a:gd name="connsiteY4" fmla="*/ 65383 h 75901"/>
                <a:gd name="connsiteX5" fmla="*/ 7034 w 218449"/>
                <a:gd name="connsiteY5" fmla="*/ 58895 h 75901"/>
                <a:gd name="connsiteX6" fmla="*/ 203147 w 218449"/>
                <a:gd name="connsiteY6" fmla="*/ 58895 h 75901"/>
                <a:gd name="connsiteX7" fmla="*/ 203474 w 218449"/>
                <a:gd name="connsiteY7" fmla="*/ -4031 h 75901"/>
                <a:gd name="connsiteX8" fmla="*/ 214315 w 218449"/>
                <a:gd name="connsiteY8" fmla="*/ 2456 h 75901"/>
                <a:gd name="connsiteX9" fmla="*/ 203147 w 218449"/>
                <a:gd name="connsiteY9" fmla="*/ 8945 h 75901"/>
                <a:gd name="connsiteX10" fmla="*/ 7034 w 218449"/>
                <a:gd name="connsiteY10" fmla="*/ 8945 h 75901"/>
                <a:gd name="connsiteX11" fmla="*/ -4134 w 218449"/>
                <a:gd name="connsiteY11" fmla="*/ 2456 h 75901"/>
                <a:gd name="connsiteX12" fmla="*/ 6706 w 218449"/>
                <a:gd name="connsiteY12" fmla="*/ -4031 h 75901"/>
                <a:gd name="connsiteX13" fmla="*/ 203474 w 218449"/>
                <a:gd name="connsiteY13" fmla="*/ -4031 h 7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8449" h="75901">
                  <a:moveTo>
                    <a:pt x="203147" y="58895"/>
                  </a:moveTo>
                  <a:cubicBezTo>
                    <a:pt x="208073" y="58895"/>
                    <a:pt x="214315" y="58895"/>
                    <a:pt x="214315" y="65383"/>
                  </a:cubicBezTo>
                  <a:cubicBezTo>
                    <a:pt x="214315" y="71871"/>
                    <a:pt x="208073" y="71871"/>
                    <a:pt x="203474" y="71871"/>
                  </a:cubicBezTo>
                  <a:lnTo>
                    <a:pt x="6706" y="71871"/>
                  </a:lnTo>
                  <a:cubicBezTo>
                    <a:pt x="2108" y="71871"/>
                    <a:pt x="-4134" y="71871"/>
                    <a:pt x="-4134" y="65383"/>
                  </a:cubicBezTo>
                  <a:cubicBezTo>
                    <a:pt x="-4134" y="58895"/>
                    <a:pt x="2108" y="58895"/>
                    <a:pt x="7034" y="58895"/>
                  </a:cubicBezTo>
                  <a:lnTo>
                    <a:pt x="203147" y="58895"/>
                  </a:lnTo>
                  <a:close/>
                  <a:moveTo>
                    <a:pt x="203474" y="-4031"/>
                  </a:moveTo>
                  <a:cubicBezTo>
                    <a:pt x="208073" y="-4031"/>
                    <a:pt x="214315" y="-4031"/>
                    <a:pt x="214315" y="2456"/>
                  </a:cubicBezTo>
                  <a:cubicBezTo>
                    <a:pt x="214315" y="8945"/>
                    <a:pt x="208073" y="8945"/>
                    <a:pt x="203147" y="8945"/>
                  </a:cubicBezTo>
                  <a:lnTo>
                    <a:pt x="7034" y="8945"/>
                  </a:lnTo>
                  <a:cubicBezTo>
                    <a:pt x="2108" y="8945"/>
                    <a:pt x="-4134" y="8945"/>
                    <a:pt x="-4134" y="2456"/>
                  </a:cubicBezTo>
                  <a:cubicBezTo>
                    <a:pt x="-4134" y="-4031"/>
                    <a:pt x="2108" y="-4031"/>
                    <a:pt x="6706" y="-4031"/>
                  </a:cubicBezTo>
                  <a:lnTo>
                    <a:pt x="203474" y="-4031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CF96C38E-FCA5-8D55-8397-5A6938956167}"/>
                </a:ext>
              </a:extLst>
            </p:cNvPr>
            <p:cNvSpPr/>
            <p:nvPr/>
          </p:nvSpPr>
          <p:spPr>
            <a:xfrm flipV="1">
              <a:off x="10603939" y="5693644"/>
              <a:ext cx="140464" cy="102381"/>
            </a:xfrm>
            <a:custGeom>
              <a:avLst/>
              <a:gdLst>
                <a:gd name="connsiteX0" fmla="*/ 9260 w 140464"/>
                <a:gd name="connsiteY0" fmla="*/ 9343 h 102381"/>
                <a:gd name="connsiteX1" fmla="*/ 6962 w 140464"/>
                <a:gd name="connsiteY1" fmla="*/ 36 h 102381"/>
                <a:gd name="connsiteX2" fmla="*/ 14778 w 140464"/>
                <a:gd name="connsiteY2" fmla="*/ -7229 h 102381"/>
                <a:gd name="connsiteX3" fmla="*/ 23744 w 140464"/>
                <a:gd name="connsiteY3" fmla="*/ -2234 h 102381"/>
                <a:gd name="connsiteX4" fmla="*/ 27882 w 140464"/>
                <a:gd name="connsiteY4" fmla="*/ 11841 h 102381"/>
                <a:gd name="connsiteX5" fmla="*/ 32938 w 140464"/>
                <a:gd name="connsiteY5" fmla="*/ 32271 h 102381"/>
                <a:gd name="connsiteX6" fmla="*/ 36848 w 140464"/>
                <a:gd name="connsiteY6" fmla="*/ 47480 h 102381"/>
                <a:gd name="connsiteX7" fmla="*/ 46503 w 140464"/>
                <a:gd name="connsiteY7" fmla="*/ 67912 h 102381"/>
                <a:gd name="connsiteX8" fmla="*/ 80987 w 140464"/>
                <a:gd name="connsiteY8" fmla="*/ 88796 h 102381"/>
                <a:gd name="connsiteX9" fmla="*/ 94551 w 140464"/>
                <a:gd name="connsiteY9" fmla="*/ 72904 h 102381"/>
                <a:gd name="connsiteX10" fmla="*/ 80987 w 140464"/>
                <a:gd name="connsiteY10" fmla="*/ 24552 h 102381"/>
                <a:gd name="connsiteX11" fmla="*/ 77538 w 140464"/>
                <a:gd name="connsiteY11" fmla="*/ 12294 h 102381"/>
                <a:gd name="connsiteX12" fmla="*/ 99378 w 140464"/>
                <a:gd name="connsiteY12" fmla="*/ -7229 h 102381"/>
                <a:gd name="connsiteX13" fmla="*/ 132484 w 140464"/>
                <a:gd name="connsiteY13" fmla="*/ 27503 h 102381"/>
                <a:gd name="connsiteX14" fmla="*/ 128805 w 140464"/>
                <a:gd name="connsiteY14" fmla="*/ 30455 h 102381"/>
                <a:gd name="connsiteX15" fmla="*/ 124437 w 140464"/>
                <a:gd name="connsiteY15" fmla="*/ 26595 h 102381"/>
                <a:gd name="connsiteX16" fmla="*/ 100069 w 140464"/>
                <a:gd name="connsiteY16" fmla="*/ -873 h 102381"/>
                <a:gd name="connsiteX17" fmla="*/ 94321 w 140464"/>
                <a:gd name="connsiteY17" fmla="*/ 7073 h 102381"/>
                <a:gd name="connsiteX18" fmla="*/ 99610 w 140464"/>
                <a:gd name="connsiteY18" fmla="*/ 25460 h 102381"/>
                <a:gd name="connsiteX19" fmla="*/ 111794 w 140464"/>
                <a:gd name="connsiteY19" fmla="*/ 69272 h 102381"/>
                <a:gd name="connsiteX20" fmla="*/ 81908 w 140464"/>
                <a:gd name="connsiteY20" fmla="*/ 95152 h 102381"/>
                <a:gd name="connsiteX21" fmla="*/ 43056 w 140464"/>
                <a:gd name="connsiteY21" fmla="*/ 74494 h 102381"/>
                <a:gd name="connsiteX22" fmla="*/ 18455 w 140464"/>
                <a:gd name="connsiteY22" fmla="*/ 95152 h 102381"/>
                <a:gd name="connsiteX23" fmla="*/ 294 w 140464"/>
                <a:gd name="connsiteY23" fmla="*/ 82894 h 102381"/>
                <a:gd name="connsiteX24" fmla="*/ -7981 w 140464"/>
                <a:gd name="connsiteY24" fmla="*/ 60419 h 102381"/>
                <a:gd name="connsiteX25" fmla="*/ -4073 w 140464"/>
                <a:gd name="connsiteY25" fmla="*/ 57468 h 102381"/>
                <a:gd name="connsiteX26" fmla="*/ 984 w 140464"/>
                <a:gd name="connsiteY26" fmla="*/ 64278 h 102381"/>
                <a:gd name="connsiteX27" fmla="*/ 17766 w 140464"/>
                <a:gd name="connsiteY27" fmla="*/ 88796 h 102381"/>
                <a:gd name="connsiteX28" fmla="*/ 25353 w 140464"/>
                <a:gd name="connsiteY28" fmla="*/ 77672 h 102381"/>
                <a:gd name="connsiteX29" fmla="*/ 21676 w 140464"/>
                <a:gd name="connsiteY29" fmla="*/ 58831 h 102381"/>
                <a:gd name="connsiteX30" fmla="*/ 16617 w 140464"/>
                <a:gd name="connsiteY30" fmla="*/ 38401 h 102381"/>
                <a:gd name="connsiteX31" fmla="*/ 9260 w 140464"/>
                <a:gd name="connsiteY31" fmla="*/ 9343 h 10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0464" h="102381">
                  <a:moveTo>
                    <a:pt x="9260" y="9343"/>
                  </a:moveTo>
                  <a:cubicBezTo>
                    <a:pt x="8341" y="6392"/>
                    <a:pt x="6962" y="717"/>
                    <a:pt x="6962" y="36"/>
                  </a:cubicBezTo>
                  <a:cubicBezTo>
                    <a:pt x="6962" y="-4959"/>
                    <a:pt x="11099" y="-7229"/>
                    <a:pt x="14778" y="-7229"/>
                  </a:cubicBezTo>
                  <a:cubicBezTo>
                    <a:pt x="18916" y="-7229"/>
                    <a:pt x="22595" y="-4278"/>
                    <a:pt x="23744" y="-2234"/>
                  </a:cubicBezTo>
                  <a:cubicBezTo>
                    <a:pt x="24894" y="-191"/>
                    <a:pt x="26732" y="7073"/>
                    <a:pt x="27882" y="11841"/>
                  </a:cubicBezTo>
                  <a:cubicBezTo>
                    <a:pt x="29031" y="16153"/>
                    <a:pt x="31561" y="26595"/>
                    <a:pt x="32938" y="32271"/>
                  </a:cubicBezTo>
                  <a:cubicBezTo>
                    <a:pt x="34319" y="37264"/>
                    <a:pt x="35698" y="42259"/>
                    <a:pt x="36848" y="47480"/>
                  </a:cubicBezTo>
                  <a:cubicBezTo>
                    <a:pt x="39375" y="56788"/>
                    <a:pt x="39838" y="58604"/>
                    <a:pt x="46503" y="67912"/>
                  </a:cubicBezTo>
                  <a:cubicBezTo>
                    <a:pt x="52941" y="76992"/>
                    <a:pt x="63746" y="88796"/>
                    <a:pt x="80987" y="88796"/>
                  </a:cubicBezTo>
                  <a:cubicBezTo>
                    <a:pt x="94321" y="88796"/>
                    <a:pt x="94551" y="77218"/>
                    <a:pt x="94551" y="72904"/>
                  </a:cubicBezTo>
                  <a:cubicBezTo>
                    <a:pt x="94551" y="59285"/>
                    <a:pt x="84666" y="34086"/>
                    <a:pt x="80987" y="24552"/>
                  </a:cubicBezTo>
                  <a:cubicBezTo>
                    <a:pt x="78460" y="18196"/>
                    <a:pt x="77538" y="16153"/>
                    <a:pt x="77538" y="12294"/>
                  </a:cubicBezTo>
                  <a:cubicBezTo>
                    <a:pt x="77538" y="262"/>
                    <a:pt x="87656" y="-7229"/>
                    <a:pt x="99378" y="-7229"/>
                  </a:cubicBezTo>
                  <a:cubicBezTo>
                    <a:pt x="122368" y="-7229"/>
                    <a:pt x="132484" y="24099"/>
                    <a:pt x="132484" y="27503"/>
                  </a:cubicBezTo>
                  <a:cubicBezTo>
                    <a:pt x="132484" y="30455"/>
                    <a:pt x="129496" y="30455"/>
                    <a:pt x="128805" y="30455"/>
                  </a:cubicBezTo>
                  <a:cubicBezTo>
                    <a:pt x="125586" y="30455"/>
                    <a:pt x="125356" y="29093"/>
                    <a:pt x="124437" y="26595"/>
                  </a:cubicBezTo>
                  <a:cubicBezTo>
                    <a:pt x="119150" y="8435"/>
                    <a:pt x="109265" y="-873"/>
                    <a:pt x="100069" y="-873"/>
                  </a:cubicBezTo>
                  <a:cubicBezTo>
                    <a:pt x="95240" y="-873"/>
                    <a:pt x="94321" y="2304"/>
                    <a:pt x="94321" y="7073"/>
                  </a:cubicBezTo>
                  <a:cubicBezTo>
                    <a:pt x="94321" y="12294"/>
                    <a:pt x="95470" y="15246"/>
                    <a:pt x="99610" y="25460"/>
                  </a:cubicBezTo>
                  <a:cubicBezTo>
                    <a:pt x="102367" y="32498"/>
                    <a:pt x="111794" y="56561"/>
                    <a:pt x="111794" y="69272"/>
                  </a:cubicBezTo>
                  <a:cubicBezTo>
                    <a:pt x="111794" y="91294"/>
                    <a:pt x="94092" y="95152"/>
                    <a:pt x="81908" y="95152"/>
                  </a:cubicBezTo>
                  <a:cubicBezTo>
                    <a:pt x="62825" y="95152"/>
                    <a:pt x="49951" y="83574"/>
                    <a:pt x="43056" y="74494"/>
                  </a:cubicBezTo>
                  <a:cubicBezTo>
                    <a:pt x="41446" y="90157"/>
                    <a:pt x="27882" y="95152"/>
                    <a:pt x="18455" y="95152"/>
                  </a:cubicBezTo>
                  <a:cubicBezTo>
                    <a:pt x="8570" y="95152"/>
                    <a:pt x="3282" y="88116"/>
                    <a:pt x="294" y="82894"/>
                  </a:cubicBezTo>
                  <a:cubicBezTo>
                    <a:pt x="-4762" y="74494"/>
                    <a:pt x="-7981" y="61556"/>
                    <a:pt x="-7981" y="60419"/>
                  </a:cubicBezTo>
                  <a:cubicBezTo>
                    <a:pt x="-7981" y="57468"/>
                    <a:pt x="-4762" y="57468"/>
                    <a:pt x="-4073" y="57468"/>
                  </a:cubicBezTo>
                  <a:cubicBezTo>
                    <a:pt x="-855" y="57468"/>
                    <a:pt x="-625" y="58148"/>
                    <a:pt x="984" y="64278"/>
                  </a:cubicBezTo>
                  <a:cubicBezTo>
                    <a:pt x="4433" y="77672"/>
                    <a:pt x="8800" y="88796"/>
                    <a:pt x="17766" y="88796"/>
                  </a:cubicBezTo>
                  <a:cubicBezTo>
                    <a:pt x="23744" y="88796"/>
                    <a:pt x="25353" y="83801"/>
                    <a:pt x="25353" y="77672"/>
                  </a:cubicBezTo>
                  <a:cubicBezTo>
                    <a:pt x="25353" y="73360"/>
                    <a:pt x="23284" y="64961"/>
                    <a:pt x="21676" y="58831"/>
                  </a:cubicBezTo>
                  <a:cubicBezTo>
                    <a:pt x="20065" y="52702"/>
                    <a:pt x="17766" y="43393"/>
                    <a:pt x="16617" y="38401"/>
                  </a:cubicBezTo>
                  <a:lnTo>
                    <a:pt x="9260" y="9343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6AB6AD72-55F5-DC0C-3206-3C37B5EF2174}"/>
                </a:ext>
              </a:extLst>
            </p:cNvPr>
            <p:cNvSpPr/>
            <p:nvPr/>
          </p:nvSpPr>
          <p:spPr>
            <a:xfrm flipV="1">
              <a:off x="10455593" y="5891059"/>
              <a:ext cx="437225" cy="454117"/>
            </a:xfrm>
            <a:custGeom>
              <a:avLst/>
              <a:gdLst>
                <a:gd name="connsiteX0" fmla="*/ 389497 w 437225"/>
                <a:gd name="connsiteY0" fmla="*/ -4030 h 454117"/>
                <a:gd name="connsiteX1" fmla="*/ 429245 w 437225"/>
                <a:gd name="connsiteY1" fmla="*/ 99769 h 454117"/>
                <a:gd name="connsiteX2" fmla="*/ 421033 w 437225"/>
                <a:gd name="connsiteY2" fmla="*/ 99769 h 454117"/>
                <a:gd name="connsiteX3" fmla="*/ 335624 w 437225"/>
                <a:gd name="connsiteY3" fmla="*/ 34248 h 454117"/>
                <a:gd name="connsiteX4" fmla="*/ 233462 w 437225"/>
                <a:gd name="connsiteY4" fmla="*/ 24192 h 454117"/>
                <a:gd name="connsiteX5" fmla="*/ 35381 w 437225"/>
                <a:gd name="connsiteY5" fmla="*/ 24192 h 454117"/>
                <a:gd name="connsiteX6" fmla="*/ 202585 w 437225"/>
                <a:gd name="connsiteY6" fmla="*/ 217840 h 454117"/>
                <a:gd name="connsiteX7" fmla="*/ 205540 w 437225"/>
                <a:gd name="connsiteY7" fmla="*/ 223030 h 454117"/>
                <a:gd name="connsiteX8" fmla="*/ 203241 w 437225"/>
                <a:gd name="connsiteY8" fmla="*/ 227894 h 454117"/>
                <a:gd name="connsiteX9" fmla="*/ 50162 w 437225"/>
                <a:gd name="connsiteY9" fmla="*/ 434517 h 454117"/>
                <a:gd name="connsiteX10" fmla="*/ 230178 w 437225"/>
                <a:gd name="connsiteY10" fmla="*/ 434517 h 454117"/>
                <a:gd name="connsiteX11" fmla="*/ 307044 w 437225"/>
                <a:gd name="connsiteY11" fmla="*/ 429327 h 454117"/>
                <a:gd name="connsiteX12" fmla="*/ 379315 w 437225"/>
                <a:gd name="connsiteY12" fmla="*/ 405000 h 454117"/>
                <a:gd name="connsiteX13" fmla="*/ 421033 w 437225"/>
                <a:gd name="connsiteY13" fmla="*/ 358940 h 454117"/>
                <a:gd name="connsiteX14" fmla="*/ 429245 w 437225"/>
                <a:gd name="connsiteY14" fmla="*/ 358940 h 454117"/>
                <a:gd name="connsiteX15" fmla="*/ 389497 w 437225"/>
                <a:gd name="connsiteY15" fmla="*/ 450087 h 454117"/>
                <a:gd name="connsiteX16" fmla="*/ 1218 w 437225"/>
                <a:gd name="connsiteY16" fmla="*/ 450087 h 454117"/>
                <a:gd name="connsiteX17" fmla="*/ -7651 w 437225"/>
                <a:gd name="connsiteY17" fmla="*/ 447817 h 454117"/>
                <a:gd name="connsiteX18" fmla="*/ -7981 w 437225"/>
                <a:gd name="connsiteY18" fmla="*/ 437112 h 454117"/>
                <a:gd name="connsiteX19" fmla="*/ 165793 w 437225"/>
                <a:gd name="connsiteY19" fmla="*/ 202270 h 454117"/>
                <a:gd name="connsiteX20" fmla="*/ -4367 w 437225"/>
                <a:gd name="connsiteY20" fmla="*/ 5379 h 454117"/>
                <a:gd name="connsiteX21" fmla="*/ -7651 w 437225"/>
                <a:gd name="connsiteY21" fmla="*/ -462 h 454117"/>
                <a:gd name="connsiteX22" fmla="*/ 1218 w 437225"/>
                <a:gd name="connsiteY22" fmla="*/ -4030 h 454117"/>
                <a:gd name="connsiteX23" fmla="*/ 389497 w 437225"/>
                <a:gd name="connsiteY23" fmla="*/ -4030 h 454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7225" h="454117">
                  <a:moveTo>
                    <a:pt x="389497" y="-4030"/>
                  </a:moveTo>
                  <a:lnTo>
                    <a:pt x="429245" y="99769"/>
                  </a:lnTo>
                  <a:lnTo>
                    <a:pt x="421033" y="99769"/>
                  </a:lnTo>
                  <a:cubicBezTo>
                    <a:pt x="408220" y="66034"/>
                    <a:pt x="373400" y="43977"/>
                    <a:pt x="335624" y="34248"/>
                  </a:cubicBezTo>
                  <a:cubicBezTo>
                    <a:pt x="328726" y="32625"/>
                    <a:pt x="296533" y="24192"/>
                    <a:pt x="233462" y="24192"/>
                  </a:cubicBezTo>
                  <a:lnTo>
                    <a:pt x="35381" y="24192"/>
                  </a:lnTo>
                  <a:lnTo>
                    <a:pt x="202585" y="217840"/>
                  </a:lnTo>
                  <a:cubicBezTo>
                    <a:pt x="204884" y="220433"/>
                    <a:pt x="205540" y="221408"/>
                    <a:pt x="205540" y="223030"/>
                  </a:cubicBezTo>
                  <a:cubicBezTo>
                    <a:pt x="205540" y="223678"/>
                    <a:pt x="205540" y="224651"/>
                    <a:pt x="203241" y="227894"/>
                  </a:cubicBezTo>
                  <a:lnTo>
                    <a:pt x="50162" y="434517"/>
                  </a:lnTo>
                  <a:lnTo>
                    <a:pt x="230178" y="434517"/>
                  </a:lnTo>
                  <a:cubicBezTo>
                    <a:pt x="274195" y="434517"/>
                    <a:pt x="304089" y="429977"/>
                    <a:pt x="307044" y="429327"/>
                  </a:cubicBezTo>
                  <a:cubicBezTo>
                    <a:pt x="324784" y="426733"/>
                    <a:pt x="353363" y="421218"/>
                    <a:pt x="379315" y="405000"/>
                  </a:cubicBezTo>
                  <a:cubicBezTo>
                    <a:pt x="387526" y="399811"/>
                    <a:pt x="409864" y="385214"/>
                    <a:pt x="421033" y="358940"/>
                  </a:cubicBezTo>
                  <a:lnTo>
                    <a:pt x="429245" y="358940"/>
                  </a:lnTo>
                  <a:lnTo>
                    <a:pt x="389497" y="450087"/>
                  </a:lnTo>
                  <a:lnTo>
                    <a:pt x="1218" y="450087"/>
                  </a:lnTo>
                  <a:cubicBezTo>
                    <a:pt x="-6339" y="450087"/>
                    <a:pt x="-6666" y="449763"/>
                    <a:pt x="-7651" y="447817"/>
                  </a:cubicBezTo>
                  <a:cubicBezTo>
                    <a:pt x="-7981" y="446844"/>
                    <a:pt x="-7981" y="440681"/>
                    <a:pt x="-7981" y="437112"/>
                  </a:cubicBezTo>
                  <a:lnTo>
                    <a:pt x="165793" y="202270"/>
                  </a:lnTo>
                  <a:lnTo>
                    <a:pt x="-4367" y="5379"/>
                  </a:lnTo>
                  <a:cubicBezTo>
                    <a:pt x="-7651" y="1485"/>
                    <a:pt x="-7651" y="-136"/>
                    <a:pt x="-7651" y="-462"/>
                  </a:cubicBezTo>
                  <a:cubicBezTo>
                    <a:pt x="-7651" y="-4030"/>
                    <a:pt x="-4696" y="-4030"/>
                    <a:pt x="1218" y="-4030"/>
                  </a:cubicBezTo>
                  <a:lnTo>
                    <a:pt x="389497" y="-4030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CAB23FA5-61A7-2B42-DB7C-FE8114611D2B}"/>
                </a:ext>
              </a:extLst>
            </p:cNvPr>
            <p:cNvSpPr/>
            <p:nvPr/>
          </p:nvSpPr>
          <p:spPr>
            <a:xfrm flipV="1">
              <a:off x="10452780" y="6431623"/>
              <a:ext cx="113108" cy="159812"/>
            </a:xfrm>
            <a:custGeom>
              <a:avLst/>
              <a:gdLst>
                <a:gd name="connsiteX0" fmla="*/ 48118 w 113108"/>
                <a:gd name="connsiteY0" fmla="*/ 152346 h 159812"/>
                <a:gd name="connsiteX1" fmla="*/ 49037 w 113108"/>
                <a:gd name="connsiteY1" fmla="*/ 155977 h 159812"/>
                <a:gd name="connsiteX2" fmla="*/ 45360 w 113108"/>
                <a:gd name="connsiteY2" fmla="*/ 159155 h 159812"/>
                <a:gd name="connsiteX3" fmla="*/ 15933 w 113108"/>
                <a:gd name="connsiteY3" fmla="*/ 156887 h 159812"/>
                <a:gd name="connsiteX4" fmla="*/ 10876 w 113108"/>
                <a:gd name="connsiteY4" fmla="*/ 151665 h 159812"/>
                <a:gd name="connsiteX5" fmla="*/ 16854 w 113108"/>
                <a:gd name="connsiteY5" fmla="*/ 148487 h 159812"/>
                <a:gd name="connsiteX6" fmla="*/ 27887 w 113108"/>
                <a:gd name="connsiteY6" fmla="*/ 145083 h 159812"/>
                <a:gd name="connsiteX7" fmla="*/ 26968 w 113108"/>
                <a:gd name="connsiteY7" fmla="*/ 140088 h 159812"/>
                <a:gd name="connsiteX8" fmla="*/ -5448 w 113108"/>
                <a:gd name="connsiteY8" fmla="*/ 11600 h 159812"/>
                <a:gd name="connsiteX9" fmla="*/ -6596 w 113108"/>
                <a:gd name="connsiteY9" fmla="*/ 6607 h 159812"/>
                <a:gd name="connsiteX10" fmla="*/ 1219 w 113108"/>
                <a:gd name="connsiteY10" fmla="*/ -658 h 159812"/>
                <a:gd name="connsiteX11" fmla="*/ 11795 w 113108"/>
                <a:gd name="connsiteY11" fmla="*/ 8876 h 159812"/>
                <a:gd name="connsiteX12" fmla="*/ 23061 w 113108"/>
                <a:gd name="connsiteY12" fmla="*/ 52916 h 159812"/>
                <a:gd name="connsiteX13" fmla="*/ 52488 w 113108"/>
                <a:gd name="connsiteY13" fmla="*/ 34302 h 159812"/>
                <a:gd name="connsiteX14" fmla="*/ 52027 w 113108"/>
                <a:gd name="connsiteY14" fmla="*/ 29762 h 159812"/>
                <a:gd name="connsiteX15" fmla="*/ 51108 w 113108"/>
                <a:gd name="connsiteY15" fmla="*/ 22724 h 159812"/>
                <a:gd name="connsiteX16" fmla="*/ 75476 w 113108"/>
                <a:gd name="connsiteY16" fmla="*/ -658 h 159812"/>
                <a:gd name="connsiteX17" fmla="*/ 104672 w 113108"/>
                <a:gd name="connsiteY17" fmla="*/ 34075 h 159812"/>
                <a:gd name="connsiteX18" fmla="*/ 100995 w 113108"/>
                <a:gd name="connsiteY18" fmla="*/ 37026 h 159812"/>
                <a:gd name="connsiteX19" fmla="*/ 96396 w 113108"/>
                <a:gd name="connsiteY19" fmla="*/ 31577 h 159812"/>
                <a:gd name="connsiteX20" fmla="*/ 76165 w 113108"/>
                <a:gd name="connsiteY20" fmla="*/ 5698 h 159812"/>
                <a:gd name="connsiteX21" fmla="*/ 68119 w 113108"/>
                <a:gd name="connsiteY21" fmla="*/ 17502 h 159812"/>
                <a:gd name="connsiteX22" fmla="*/ 69498 w 113108"/>
                <a:gd name="connsiteY22" fmla="*/ 27719 h 159812"/>
                <a:gd name="connsiteX23" fmla="*/ 70649 w 113108"/>
                <a:gd name="connsiteY23" fmla="*/ 34755 h 159812"/>
                <a:gd name="connsiteX24" fmla="*/ 33404 w 113108"/>
                <a:gd name="connsiteY24" fmla="*/ 58818 h 159812"/>
                <a:gd name="connsiteX25" fmla="*/ 52488 w 113108"/>
                <a:gd name="connsiteY25" fmla="*/ 73800 h 159812"/>
                <a:gd name="connsiteX26" fmla="*/ 88581 w 113108"/>
                <a:gd name="connsiteY26" fmla="*/ 95367 h 159812"/>
                <a:gd name="connsiteX27" fmla="*/ 96166 w 113108"/>
                <a:gd name="connsiteY27" fmla="*/ 92416 h 159812"/>
                <a:gd name="connsiteX28" fmla="*/ 84212 w 113108"/>
                <a:gd name="connsiteY28" fmla="*/ 79702 h 159812"/>
                <a:gd name="connsiteX29" fmla="*/ 93407 w 113108"/>
                <a:gd name="connsiteY29" fmla="*/ 71305 h 159812"/>
                <a:gd name="connsiteX30" fmla="*/ 106513 w 113108"/>
                <a:gd name="connsiteY30" fmla="*/ 85833 h 159812"/>
                <a:gd name="connsiteX31" fmla="*/ 88811 w 113108"/>
                <a:gd name="connsiteY31" fmla="*/ 101723 h 159812"/>
                <a:gd name="connsiteX32" fmla="*/ 52027 w 113108"/>
                <a:gd name="connsiteY32" fmla="*/ 81746 h 159812"/>
                <a:gd name="connsiteX33" fmla="*/ 25359 w 113108"/>
                <a:gd name="connsiteY33" fmla="*/ 61769 h 159812"/>
                <a:gd name="connsiteX34" fmla="*/ 48118 w 113108"/>
                <a:gd name="connsiteY34" fmla="*/ 152346 h 159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13108" h="159812">
                  <a:moveTo>
                    <a:pt x="48118" y="152346"/>
                  </a:moveTo>
                  <a:cubicBezTo>
                    <a:pt x="48348" y="152799"/>
                    <a:pt x="49037" y="155751"/>
                    <a:pt x="49037" y="155977"/>
                  </a:cubicBezTo>
                  <a:cubicBezTo>
                    <a:pt x="49037" y="157114"/>
                    <a:pt x="48118" y="159155"/>
                    <a:pt x="45360" y="159155"/>
                  </a:cubicBezTo>
                  <a:cubicBezTo>
                    <a:pt x="40762" y="159155"/>
                    <a:pt x="21680" y="157340"/>
                    <a:pt x="15933" y="156887"/>
                  </a:cubicBezTo>
                  <a:cubicBezTo>
                    <a:pt x="14095" y="156659"/>
                    <a:pt x="10876" y="156431"/>
                    <a:pt x="10876" y="151665"/>
                  </a:cubicBezTo>
                  <a:cubicBezTo>
                    <a:pt x="10876" y="148487"/>
                    <a:pt x="14095" y="148487"/>
                    <a:pt x="16854" y="148487"/>
                  </a:cubicBezTo>
                  <a:cubicBezTo>
                    <a:pt x="27887" y="148487"/>
                    <a:pt x="27887" y="146898"/>
                    <a:pt x="27887" y="145083"/>
                  </a:cubicBezTo>
                  <a:cubicBezTo>
                    <a:pt x="27887" y="143493"/>
                    <a:pt x="27428" y="142131"/>
                    <a:pt x="26968" y="140088"/>
                  </a:cubicBezTo>
                  <a:lnTo>
                    <a:pt x="-5448" y="11600"/>
                  </a:lnTo>
                  <a:cubicBezTo>
                    <a:pt x="-6596" y="7515"/>
                    <a:pt x="-6596" y="7061"/>
                    <a:pt x="-6596" y="6607"/>
                  </a:cubicBezTo>
                  <a:cubicBezTo>
                    <a:pt x="-6596" y="3202"/>
                    <a:pt x="-3837" y="-658"/>
                    <a:pt x="1219" y="-658"/>
                  </a:cubicBezTo>
                  <a:cubicBezTo>
                    <a:pt x="7427" y="-658"/>
                    <a:pt x="10415" y="3883"/>
                    <a:pt x="11795" y="8876"/>
                  </a:cubicBezTo>
                  <a:cubicBezTo>
                    <a:pt x="12255" y="9785"/>
                    <a:pt x="22139" y="49738"/>
                    <a:pt x="23061" y="52916"/>
                  </a:cubicBezTo>
                  <a:cubicBezTo>
                    <a:pt x="39382" y="51328"/>
                    <a:pt x="52488" y="46106"/>
                    <a:pt x="52488" y="34302"/>
                  </a:cubicBezTo>
                  <a:cubicBezTo>
                    <a:pt x="52488" y="33167"/>
                    <a:pt x="52488" y="32031"/>
                    <a:pt x="52027" y="29762"/>
                  </a:cubicBezTo>
                  <a:cubicBezTo>
                    <a:pt x="51108" y="26356"/>
                    <a:pt x="51108" y="25221"/>
                    <a:pt x="51108" y="22724"/>
                  </a:cubicBezTo>
                  <a:cubicBezTo>
                    <a:pt x="51108" y="6607"/>
                    <a:pt x="64442" y="-658"/>
                    <a:pt x="75476" y="-658"/>
                  </a:cubicBezTo>
                  <a:cubicBezTo>
                    <a:pt x="97777" y="-658"/>
                    <a:pt x="104672" y="33848"/>
                    <a:pt x="104672" y="34075"/>
                  </a:cubicBezTo>
                  <a:cubicBezTo>
                    <a:pt x="104672" y="37026"/>
                    <a:pt x="101684" y="37026"/>
                    <a:pt x="100995" y="37026"/>
                  </a:cubicBezTo>
                  <a:cubicBezTo>
                    <a:pt x="97777" y="37026"/>
                    <a:pt x="97547" y="35891"/>
                    <a:pt x="96396" y="31577"/>
                  </a:cubicBezTo>
                  <a:cubicBezTo>
                    <a:pt x="93637" y="21817"/>
                    <a:pt x="87430" y="5698"/>
                    <a:pt x="76165" y="5698"/>
                  </a:cubicBezTo>
                  <a:cubicBezTo>
                    <a:pt x="69957" y="5698"/>
                    <a:pt x="68119" y="11373"/>
                    <a:pt x="68119" y="17502"/>
                  </a:cubicBezTo>
                  <a:cubicBezTo>
                    <a:pt x="68119" y="21363"/>
                    <a:pt x="68119" y="21817"/>
                    <a:pt x="69498" y="27719"/>
                  </a:cubicBezTo>
                  <a:cubicBezTo>
                    <a:pt x="69728" y="28399"/>
                    <a:pt x="70649" y="32258"/>
                    <a:pt x="70649" y="34755"/>
                  </a:cubicBezTo>
                  <a:cubicBezTo>
                    <a:pt x="70649" y="54959"/>
                    <a:pt x="43061" y="58137"/>
                    <a:pt x="33404" y="58818"/>
                  </a:cubicBezTo>
                  <a:cubicBezTo>
                    <a:pt x="40071" y="62905"/>
                    <a:pt x="48578" y="70395"/>
                    <a:pt x="52488" y="73800"/>
                  </a:cubicBezTo>
                  <a:cubicBezTo>
                    <a:pt x="64211" y="84697"/>
                    <a:pt x="75705" y="95367"/>
                    <a:pt x="88581" y="95367"/>
                  </a:cubicBezTo>
                  <a:cubicBezTo>
                    <a:pt x="91338" y="95367"/>
                    <a:pt x="94326" y="94687"/>
                    <a:pt x="96166" y="92416"/>
                  </a:cubicBezTo>
                  <a:cubicBezTo>
                    <a:pt x="86281" y="90826"/>
                    <a:pt x="84212" y="83109"/>
                    <a:pt x="84212" y="79702"/>
                  </a:cubicBezTo>
                  <a:cubicBezTo>
                    <a:pt x="84212" y="74710"/>
                    <a:pt x="88119" y="71305"/>
                    <a:pt x="93407" y="71305"/>
                  </a:cubicBezTo>
                  <a:cubicBezTo>
                    <a:pt x="99615" y="71305"/>
                    <a:pt x="106513" y="76298"/>
                    <a:pt x="106513" y="85833"/>
                  </a:cubicBezTo>
                  <a:cubicBezTo>
                    <a:pt x="106513" y="93324"/>
                    <a:pt x="100995" y="101723"/>
                    <a:pt x="88811" y="101723"/>
                  </a:cubicBezTo>
                  <a:cubicBezTo>
                    <a:pt x="75705" y="101723"/>
                    <a:pt x="63751" y="92416"/>
                    <a:pt x="52027" y="81746"/>
                  </a:cubicBezTo>
                  <a:cubicBezTo>
                    <a:pt x="42370" y="72666"/>
                    <a:pt x="34786" y="65629"/>
                    <a:pt x="25359" y="61769"/>
                  </a:cubicBezTo>
                  <a:lnTo>
                    <a:pt x="48118" y="152346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41" name="フリーフォーム: 図形 40">
              <a:extLst>
                <a:ext uri="{FF2B5EF4-FFF2-40B4-BE49-F238E27FC236}">
                  <a16:creationId xmlns:a16="http://schemas.microsoft.com/office/drawing/2014/main" id="{25367EC3-6FE8-0598-9E1F-137A9A2D078F}"/>
                </a:ext>
              </a:extLst>
            </p:cNvPr>
            <p:cNvSpPr/>
            <p:nvPr/>
          </p:nvSpPr>
          <p:spPr>
            <a:xfrm flipV="1">
              <a:off x="10596773" y="6501767"/>
              <a:ext cx="169203" cy="61065"/>
            </a:xfrm>
            <a:custGeom>
              <a:avLst/>
              <a:gdLst>
                <a:gd name="connsiteX0" fmla="*/ 152426 w 169203"/>
                <a:gd name="connsiteY0" fmla="*/ 49462 h 61065"/>
                <a:gd name="connsiteX1" fmla="*/ 161162 w 169203"/>
                <a:gd name="connsiteY1" fmla="*/ 55137 h 61065"/>
                <a:gd name="connsiteX2" fmla="*/ 152656 w 169203"/>
                <a:gd name="connsiteY2" fmla="*/ 60586 h 61065"/>
                <a:gd name="connsiteX3" fmla="*/ 466 w 169203"/>
                <a:gd name="connsiteY3" fmla="*/ 60586 h 61065"/>
                <a:gd name="connsiteX4" fmla="*/ -8041 w 169203"/>
                <a:gd name="connsiteY4" fmla="*/ 55137 h 61065"/>
                <a:gd name="connsiteX5" fmla="*/ 696 w 169203"/>
                <a:gd name="connsiteY5" fmla="*/ 49462 h 61065"/>
                <a:gd name="connsiteX6" fmla="*/ 152426 w 169203"/>
                <a:gd name="connsiteY6" fmla="*/ 49462 h 61065"/>
                <a:gd name="connsiteX7" fmla="*/ 152656 w 169203"/>
                <a:gd name="connsiteY7" fmla="*/ -480 h 61065"/>
                <a:gd name="connsiteX8" fmla="*/ 161162 w 169203"/>
                <a:gd name="connsiteY8" fmla="*/ 4969 h 61065"/>
                <a:gd name="connsiteX9" fmla="*/ 152426 w 169203"/>
                <a:gd name="connsiteY9" fmla="*/ 10644 h 61065"/>
                <a:gd name="connsiteX10" fmla="*/ 696 w 169203"/>
                <a:gd name="connsiteY10" fmla="*/ 10644 h 61065"/>
                <a:gd name="connsiteX11" fmla="*/ -8041 w 169203"/>
                <a:gd name="connsiteY11" fmla="*/ 4969 h 61065"/>
                <a:gd name="connsiteX12" fmla="*/ 466 w 169203"/>
                <a:gd name="connsiteY12" fmla="*/ -480 h 61065"/>
                <a:gd name="connsiteX13" fmla="*/ 152656 w 169203"/>
                <a:gd name="connsiteY13" fmla="*/ -480 h 6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9203" h="61065">
                  <a:moveTo>
                    <a:pt x="152426" y="49462"/>
                  </a:moveTo>
                  <a:cubicBezTo>
                    <a:pt x="155875" y="49462"/>
                    <a:pt x="161162" y="49462"/>
                    <a:pt x="161162" y="55137"/>
                  </a:cubicBezTo>
                  <a:cubicBezTo>
                    <a:pt x="161162" y="60586"/>
                    <a:pt x="155644" y="60586"/>
                    <a:pt x="152656" y="60586"/>
                  </a:cubicBezTo>
                  <a:lnTo>
                    <a:pt x="466" y="60586"/>
                  </a:lnTo>
                  <a:cubicBezTo>
                    <a:pt x="-2524" y="60586"/>
                    <a:pt x="-8041" y="60586"/>
                    <a:pt x="-8041" y="55137"/>
                  </a:cubicBezTo>
                  <a:cubicBezTo>
                    <a:pt x="-8041" y="49462"/>
                    <a:pt x="-2752" y="49462"/>
                    <a:pt x="696" y="49462"/>
                  </a:cubicBezTo>
                  <a:lnTo>
                    <a:pt x="152426" y="49462"/>
                  </a:lnTo>
                  <a:close/>
                  <a:moveTo>
                    <a:pt x="152656" y="-480"/>
                  </a:moveTo>
                  <a:cubicBezTo>
                    <a:pt x="155644" y="-480"/>
                    <a:pt x="161162" y="-480"/>
                    <a:pt x="161162" y="4969"/>
                  </a:cubicBezTo>
                  <a:cubicBezTo>
                    <a:pt x="161162" y="10644"/>
                    <a:pt x="155875" y="10644"/>
                    <a:pt x="152426" y="10644"/>
                  </a:cubicBezTo>
                  <a:lnTo>
                    <a:pt x="696" y="10644"/>
                  </a:lnTo>
                  <a:cubicBezTo>
                    <a:pt x="-2752" y="10644"/>
                    <a:pt x="-8041" y="10644"/>
                    <a:pt x="-8041" y="4969"/>
                  </a:cubicBezTo>
                  <a:cubicBezTo>
                    <a:pt x="-8041" y="-480"/>
                    <a:pt x="-2524" y="-480"/>
                    <a:pt x="466" y="-480"/>
                  </a:cubicBezTo>
                  <a:lnTo>
                    <a:pt x="152656" y="-480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42" name="フリーフォーム: 図形 41">
              <a:extLst>
                <a:ext uri="{FF2B5EF4-FFF2-40B4-BE49-F238E27FC236}">
                  <a16:creationId xmlns:a16="http://schemas.microsoft.com/office/drawing/2014/main" id="{F990315F-2F7A-49CA-3FE7-5437420FA40E}"/>
                </a:ext>
              </a:extLst>
            </p:cNvPr>
            <p:cNvSpPr/>
            <p:nvPr/>
          </p:nvSpPr>
          <p:spPr>
            <a:xfrm flipV="1">
              <a:off x="10807328" y="6438432"/>
              <a:ext cx="83682" cy="150733"/>
            </a:xfrm>
            <a:custGeom>
              <a:avLst/>
              <a:gdLst>
                <a:gd name="connsiteX0" fmla="*/ 42507 w 83682"/>
                <a:gd name="connsiteY0" fmla="*/ 143739 h 150733"/>
                <a:gd name="connsiteX1" fmla="*/ 35609 w 83682"/>
                <a:gd name="connsiteY1" fmla="*/ 150095 h 150733"/>
                <a:gd name="connsiteX2" fmla="*/ -9451 w 83682"/>
                <a:gd name="connsiteY2" fmla="*/ 135566 h 150733"/>
                <a:gd name="connsiteX3" fmla="*/ -9451 w 83682"/>
                <a:gd name="connsiteY3" fmla="*/ 127393 h 150733"/>
                <a:gd name="connsiteX4" fmla="*/ 23886 w 83682"/>
                <a:gd name="connsiteY4" fmla="*/ 133749 h 150733"/>
                <a:gd name="connsiteX5" fmla="*/ 23886 w 83682"/>
                <a:gd name="connsiteY5" fmla="*/ 17976 h 150733"/>
                <a:gd name="connsiteX6" fmla="*/ 895 w 83682"/>
                <a:gd name="connsiteY6" fmla="*/ 7534 h 150733"/>
                <a:gd name="connsiteX7" fmla="*/ -7841 w 83682"/>
                <a:gd name="connsiteY7" fmla="*/ 7534 h 150733"/>
                <a:gd name="connsiteX8" fmla="*/ -7841 w 83682"/>
                <a:gd name="connsiteY8" fmla="*/ -638 h 150733"/>
                <a:gd name="connsiteX9" fmla="*/ 33081 w 83682"/>
                <a:gd name="connsiteY9" fmla="*/ 269 h 150733"/>
                <a:gd name="connsiteX10" fmla="*/ 74231 w 83682"/>
                <a:gd name="connsiteY10" fmla="*/ -638 h 150733"/>
                <a:gd name="connsiteX11" fmla="*/ 74231 w 83682"/>
                <a:gd name="connsiteY11" fmla="*/ 7534 h 150733"/>
                <a:gd name="connsiteX12" fmla="*/ 65495 w 83682"/>
                <a:gd name="connsiteY12" fmla="*/ 7534 h 150733"/>
                <a:gd name="connsiteX13" fmla="*/ 42507 w 83682"/>
                <a:gd name="connsiteY13" fmla="*/ 17976 h 150733"/>
                <a:gd name="connsiteX14" fmla="*/ 42507 w 83682"/>
                <a:gd name="connsiteY14" fmla="*/ 143739 h 150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3682" h="150733">
                  <a:moveTo>
                    <a:pt x="42507" y="143739"/>
                  </a:moveTo>
                  <a:cubicBezTo>
                    <a:pt x="42507" y="149868"/>
                    <a:pt x="42047" y="150095"/>
                    <a:pt x="35609" y="150095"/>
                  </a:cubicBezTo>
                  <a:cubicBezTo>
                    <a:pt x="20897" y="135793"/>
                    <a:pt x="-24" y="135566"/>
                    <a:pt x="-9451" y="135566"/>
                  </a:cubicBezTo>
                  <a:lnTo>
                    <a:pt x="-9451" y="127393"/>
                  </a:lnTo>
                  <a:cubicBezTo>
                    <a:pt x="-3933" y="127393"/>
                    <a:pt x="11240" y="127393"/>
                    <a:pt x="23886" y="133749"/>
                  </a:cubicBezTo>
                  <a:lnTo>
                    <a:pt x="23886" y="17976"/>
                  </a:lnTo>
                  <a:cubicBezTo>
                    <a:pt x="23886" y="10485"/>
                    <a:pt x="23886" y="7534"/>
                    <a:pt x="895" y="7534"/>
                  </a:cubicBezTo>
                  <a:lnTo>
                    <a:pt x="-7841" y="7534"/>
                  </a:lnTo>
                  <a:lnTo>
                    <a:pt x="-7841" y="-638"/>
                  </a:lnTo>
                  <a:cubicBezTo>
                    <a:pt x="-3703" y="-412"/>
                    <a:pt x="24575" y="269"/>
                    <a:pt x="33081" y="269"/>
                  </a:cubicBezTo>
                  <a:cubicBezTo>
                    <a:pt x="40208" y="269"/>
                    <a:pt x="69175" y="-412"/>
                    <a:pt x="74231" y="-638"/>
                  </a:cubicBezTo>
                  <a:lnTo>
                    <a:pt x="74231" y="7534"/>
                  </a:lnTo>
                  <a:lnTo>
                    <a:pt x="65495" y="7534"/>
                  </a:lnTo>
                  <a:cubicBezTo>
                    <a:pt x="42507" y="7534"/>
                    <a:pt x="42507" y="10485"/>
                    <a:pt x="42507" y="17976"/>
                  </a:cubicBezTo>
                  <a:lnTo>
                    <a:pt x="42507" y="143739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511BDF7F-0EC2-DAA9-2542-469EF679697D}"/>
                </a:ext>
              </a:extLst>
            </p:cNvPr>
            <p:cNvSpPr/>
            <p:nvPr/>
          </p:nvSpPr>
          <p:spPr>
            <a:xfrm flipV="1">
              <a:off x="10979140" y="5977587"/>
              <a:ext cx="152093" cy="221542"/>
            </a:xfrm>
            <a:custGeom>
              <a:avLst/>
              <a:gdLst>
                <a:gd name="connsiteX0" fmla="*/ 100498 w 152093"/>
                <a:gd name="connsiteY0" fmla="*/ 192282 h 221542"/>
                <a:gd name="connsiteX1" fmla="*/ 130393 w 152093"/>
                <a:gd name="connsiteY1" fmla="*/ 207203 h 221542"/>
                <a:gd name="connsiteX2" fmla="*/ 140911 w 152093"/>
                <a:gd name="connsiteY2" fmla="*/ 213367 h 221542"/>
                <a:gd name="connsiteX3" fmla="*/ 135978 w 152093"/>
                <a:gd name="connsiteY3" fmla="*/ 217258 h 221542"/>
                <a:gd name="connsiteX4" fmla="*/ 92624 w 152093"/>
                <a:gd name="connsiteY4" fmla="*/ 216286 h 221542"/>
                <a:gd name="connsiteX5" fmla="*/ 48927 w 152093"/>
                <a:gd name="connsiteY5" fmla="*/ 217258 h 221542"/>
                <a:gd name="connsiteX6" fmla="*/ 42358 w 152093"/>
                <a:gd name="connsiteY6" fmla="*/ 210772 h 221542"/>
                <a:gd name="connsiteX7" fmla="*/ 51559 w 152093"/>
                <a:gd name="connsiteY7" fmla="*/ 207203 h 221542"/>
                <a:gd name="connsiteX8" fmla="*/ 74221 w 152093"/>
                <a:gd name="connsiteY8" fmla="*/ 201041 h 221542"/>
                <a:gd name="connsiteX9" fmla="*/ 73568 w 152093"/>
                <a:gd name="connsiteY9" fmla="*/ 195850 h 221542"/>
                <a:gd name="connsiteX10" fmla="*/ 29219 w 152093"/>
                <a:gd name="connsiteY10" fmla="*/ 21017 h 221542"/>
                <a:gd name="connsiteX11" fmla="*/ -676 w 152093"/>
                <a:gd name="connsiteY11" fmla="*/ 5771 h 221542"/>
                <a:gd name="connsiteX12" fmla="*/ -11182 w 152093"/>
                <a:gd name="connsiteY12" fmla="*/ -717 h 221542"/>
                <a:gd name="connsiteX13" fmla="*/ -6261 w 152093"/>
                <a:gd name="connsiteY13" fmla="*/ -4285 h 221542"/>
                <a:gd name="connsiteX14" fmla="*/ 36772 w 152093"/>
                <a:gd name="connsiteY14" fmla="*/ -3312 h 221542"/>
                <a:gd name="connsiteX15" fmla="*/ 80790 w 152093"/>
                <a:gd name="connsiteY15" fmla="*/ -4285 h 221542"/>
                <a:gd name="connsiteX16" fmla="*/ 87371 w 152093"/>
                <a:gd name="connsiteY16" fmla="*/ 1879 h 221542"/>
                <a:gd name="connsiteX17" fmla="*/ 77505 w 152093"/>
                <a:gd name="connsiteY17" fmla="*/ 5771 h 221542"/>
                <a:gd name="connsiteX18" fmla="*/ 63382 w 152093"/>
                <a:gd name="connsiteY18" fmla="*/ 6420 h 221542"/>
                <a:gd name="connsiteX19" fmla="*/ 55176 w 152093"/>
                <a:gd name="connsiteY19" fmla="*/ 11935 h 221542"/>
                <a:gd name="connsiteX20" fmla="*/ 56481 w 152093"/>
                <a:gd name="connsiteY20" fmla="*/ 19394 h 221542"/>
                <a:gd name="connsiteX21" fmla="*/ 100498 w 152093"/>
                <a:gd name="connsiteY21" fmla="*/ 192282 h 22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093" h="221542">
                  <a:moveTo>
                    <a:pt x="100498" y="192282"/>
                  </a:moveTo>
                  <a:cubicBezTo>
                    <a:pt x="103463" y="203959"/>
                    <a:pt x="104447" y="207203"/>
                    <a:pt x="130393" y="207203"/>
                  </a:cubicBezTo>
                  <a:cubicBezTo>
                    <a:pt x="138278" y="207203"/>
                    <a:pt x="140911" y="207203"/>
                    <a:pt x="140911" y="213367"/>
                  </a:cubicBezTo>
                  <a:cubicBezTo>
                    <a:pt x="140911" y="217258"/>
                    <a:pt x="137294" y="217258"/>
                    <a:pt x="135978" y="217258"/>
                  </a:cubicBezTo>
                  <a:cubicBezTo>
                    <a:pt x="126456" y="217258"/>
                    <a:pt x="102147" y="216286"/>
                    <a:pt x="92624" y="216286"/>
                  </a:cubicBezTo>
                  <a:cubicBezTo>
                    <a:pt x="82770" y="216286"/>
                    <a:pt x="58781" y="217258"/>
                    <a:pt x="48927" y="217258"/>
                  </a:cubicBezTo>
                  <a:cubicBezTo>
                    <a:pt x="46627" y="217258"/>
                    <a:pt x="42358" y="217258"/>
                    <a:pt x="42358" y="210772"/>
                  </a:cubicBezTo>
                  <a:cubicBezTo>
                    <a:pt x="42358" y="207203"/>
                    <a:pt x="45322" y="207203"/>
                    <a:pt x="51559" y="207203"/>
                  </a:cubicBezTo>
                  <a:cubicBezTo>
                    <a:pt x="65351" y="207203"/>
                    <a:pt x="74221" y="207203"/>
                    <a:pt x="74221" y="201041"/>
                  </a:cubicBezTo>
                  <a:cubicBezTo>
                    <a:pt x="74221" y="199418"/>
                    <a:pt x="74221" y="198770"/>
                    <a:pt x="73568" y="195850"/>
                  </a:cubicBezTo>
                  <a:lnTo>
                    <a:pt x="29219" y="21017"/>
                  </a:lnTo>
                  <a:cubicBezTo>
                    <a:pt x="26266" y="9015"/>
                    <a:pt x="25282" y="5771"/>
                    <a:pt x="-676" y="5771"/>
                  </a:cubicBezTo>
                  <a:cubicBezTo>
                    <a:pt x="-8230" y="5771"/>
                    <a:pt x="-11182" y="5771"/>
                    <a:pt x="-11182" y="-717"/>
                  </a:cubicBezTo>
                  <a:cubicBezTo>
                    <a:pt x="-11182" y="-4285"/>
                    <a:pt x="-7245" y="-4285"/>
                    <a:pt x="-6261" y="-4285"/>
                  </a:cubicBezTo>
                  <a:cubicBezTo>
                    <a:pt x="3273" y="-4285"/>
                    <a:pt x="27250" y="-3312"/>
                    <a:pt x="36772" y="-3312"/>
                  </a:cubicBezTo>
                  <a:cubicBezTo>
                    <a:pt x="46627" y="-3312"/>
                    <a:pt x="70936" y="-4285"/>
                    <a:pt x="80790" y="-4285"/>
                  </a:cubicBezTo>
                  <a:cubicBezTo>
                    <a:pt x="83422" y="-4285"/>
                    <a:pt x="87371" y="-4285"/>
                    <a:pt x="87371" y="1879"/>
                  </a:cubicBezTo>
                  <a:cubicBezTo>
                    <a:pt x="87371" y="5771"/>
                    <a:pt x="84739" y="5771"/>
                    <a:pt x="77505" y="5771"/>
                  </a:cubicBezTo>
                  <a:cubicBezTo>
                    <a:pt x="71600" y="5771"/>
                    <a:pt x="69952" y="5771"/>
                    <a:pt x="63382" y="6420"/>
                  </a:cubicBezTo>
                  <a:cubicBezTo>
                    <a:pt x="56481" y="7067"/>
                    <a:pt x="55176" y="8365"/>
                    <a:pt x="55176" y="11935"/>
                  </a:cubicBezTo>
                  <a:cubicBezTo>
                    <a:pt x="55176" y="14528"/>
                    <a:pt x="55828" y="17123"/>
                    <a:pt x="56481" y="19394"/>
                  </a:cubicBezTo>
                  <a:lnTo>
                    <a:pt x="100498" y="192282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44" name="フリーフォーム: 図形 43">
              <a:extLst>
                <a:ext uri="{FF2B5EF4-FFF2-40B4-BE49-F238E27FC236}">
                  <a16:creationId xmlns:a16="http://schemas.microsoft.com/office/drawing/2014/main" id="{EE2C549F-C9D9-6D40-B855-6C9F071D1C46}"/>
                </a:ext>
              </a:extLst>
            </p:cNvPr>
            <p:cNvSpPr/>
            <p:nvPr/>
          </p:nvSpPr>
          <p:spPr>
            <a:xfrm flipV="1">
              <a:off x="11129525" y="6090181"/>
              <a:ext cx="113115" cy="159812"/>
            </a:xfrm>
            <a:custGeom>
              <a:avLst/>
              <a:gdLst>
                <a:gd name="connsiteX0" fmla="*/ 42432 w 113115"/>
                <a:gd name="connsiteY0" fmla="*/ 149419 h 159812"/>
                <a:gd name="connsiteX1" fmla="*/ 43357 w 113115"/>
                <a:gd name="connsiteY1" fmla="*/ 153050 h 159812"/>
                <a:gd name="connsiteX2" fmla="*/ 39669 w 113115"/>
                <a:gd name="connsiteY2" fmla="*/ 156228 h 159812"/>
                <a:gd name="connsiteX3" fmla="*/ 10249 w 113115"/>
                <a:gd name="connsiteY3" fmla="*/ 153960 h 159812"/>
                <a:gd name="connsiteX4" fmla="*/ 5197 w 113115"/>
                <a:gd name="connsiteY4" fmla="*/ 148738 h 159812"/>
                <a:gd name="connsiteX5" fmla="*/ 11173 w 113115"/>
                <a:gd name="connsiteY5" fmla="*/ 145560 h 159812"/>
                <a:gd name="connsiteX6" fmla="*/ 22202 w 113115"/>
                <a:gd name="connsiteY6" fmla="*/ 142156 h 159812"/>
                <a:gd name="connsiteX7" fmla="*/ 21288 w 113115"/>
                <a:gd name="connsiteY7" fmla="*/ 137161 h 159812"/>
                <a:gd name="connsiteX8" fmla="*/ -11132 w 113115"/>
                <a:gd name="connsiteY8" fmla="*/ 8674 h 159812"/>
                <a:gd name="connsiteX9" fmla="*/ -12282 w 113115"/>
                <a:gd name="connsiteY9" fmla="*/ 3681 h 159812"/>
                <a:gd name="connsiteX10" fmla="*/ -4468 w 113115"/>
                <a:gd name="connsiteY10" fmla="*/ -3584 h 159812"/>
                <a:gd name="connsiteX11" fmla="*/ 6110 w 113115"/>
                <a:gd name="connsiteY11" fmla="*/ 5949 h 159812"/>
                <a:gd name="connsiteX12" fmla="*/ 17375 w 113115"/>
                <a:gd name="connsiteY12" fmla="*/ 49989 h 159812"/>
                <a:gd name="connsiteX13" fmla="*/ 46807 w 113115"/>
                <a:gd name="connsiteY13" fmla="*/ 31375 h 159812"/>
                <a:gd name="connsiteX14" fmla="*/ 46345 w 113115"/>
                <a:gd name="connsiteY14" fmla="*/ 26836 h 159812"/>
                <a:gd name="connsiteX15" fmla="*/ 45420 w 113115"/>
                <a:gd name="connsiteY15" fmla="*/ 19798 h 159812"/>
                <a:gd name="connsiteX16" fmla="*/ 69788 w 113115"/>
                <a:gd name="connsiteY16" fmla="*/ -3584 h 159812"/>
                <a:gd name="connsiteX17" fmla="*/ 98983 w 113115"/>
                <a:gd name="connsiteY17" fmla="*/ 31148 h 159812"/>
                <a:gd name="connsiteX18" fmla="*/ 95307 w 113115"/>
                <a:gd name="connsiteY18" fmla="*/ 34100 h 159812"/>
                <a:gd name="connsiteX19" fmla="*/ 90706 w 113115"/>
                <a:gd name="connsiteY19" fmla="*/ 28651 h 159812"/>
                <a:gd name="connsiteX20" fmla="*/ 70476 w 113115"/>
                <a:gd name="connsiteY20" fmla="*/ 2771 h 159812"/>
                <a:gd name="connsiteX21" fmla="*/ 62436 w 113115"/>
                <a:gd name="connsiteY21" fmla="*/ 14575 h 159812"/>
                <a:gd name="connsiteX22" fmla="*/ 63812 w 113115"/>
                <a:gd name="connsiteY22" fmla="*/ 24792 h 159812"/>
                <a:gd name="connsiteX23" fmla="*/ 64962 w 113115"/>
                <a:gd name="connsiteY23" fmla="*/ 31829 h 159812"/>
                <a:gd name="connsiteX24" fmla="*/ 27716 w 113115"/>
                <a:gd name="connsiteY24" fmla="*/ 55892 h 159812"/>
                <a:gd name="connsiteX25" fmla="*/ 46807 w 113115"/>
                <a:gd name="connsiteY25" fmla="*/ 70874 h 159812"/>
                <a:gd name="connsiteX26" fmla="*/ 82892 w 113115"/>
                <a:gd name="connsiteY26" fmla="*/ 92441 h 159812"/>
                <a:gd name="connsiteX27" fmla="*/ 90481 w 113115"/>
                <a:gd name="connsiteY27" fmla="*/ 89489 h 159812"/>
                <a:gd name="connsiteX28" fmla="*/ 78528 w 113115"/>
                <a:gd name="connsiteY28" fmla="*/ 76776 h 159812"/>
                <a:gd name="connsiteX29" fmla="*/ 87718 w 113115"/>
                <a:gd name="connsiteY29" fmla="*/ 68378 h 159812"/>
                <a:gd name="connsiteX30" fmla="*/ 100833 w 113115"/>
                <a:gd name="connsiteY30" fmla="*/ 82907 h 159812"/>
                <a:gd name="connsiteX31" fmla="*/ 83129 w 113115"/>
                <a:gd name="connsiteY31" fmla="*/ 98797 h 159812"/>
                <a:gd name="connsiteX32" fmla="*/ 46345 w 113115"/>
                <a:gd name="connsiteY32" fmla="*/ 78820 h 159812"/>
                <a:gd name="connsiteX33" fmla="*/ 19676 w 113115"/>
                <a:gd name="connsiteY33" fmla="*/ 58842 h 159812"/>
                <a:gd name="connsiteX34" fmla="*/ 42432 w 113115"/>
                <a:gd name="connsiteY34" fmla="*/ 149419 h 159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13115" h="159812">
                  <a:moveTo>
                    <a:pt x="42432" y="149419"/>
                  </a:moveTo>
                  <a:cubicBezTo>
                    <a:pt x="42669" y="149873"/>
                    <a:pt x="43357" y="152824"/>
                    <a:pt x="43357" y="153050"/>
                  </a:cubicBezTo>
                  <a:cubicBezTo>
                    <a:pt x="43357" y="154187"/>
                    <a:pt x="42432" y="156228"/>
                    <a:pt x="39669" y="156228"/>
                  </a:cubicBezTo>
                  <a:cubicBezTo>
                    <a:pt x="35080" y="156228"/>
                    <a:pt x="16000" y="154413"/>
                    <a:pt x="10249" y="153960"/>
                  </a:cubicBezTo>
                  <a:cubicBezTo>
                    <a:pt x="8411" y="153732"/>
                    <a:pt x="5197" y="153505"/>
                    <a:pt x="5197" y="148738"/>
                  </a:cubicBezTo>
                  <a:cubicBezTo>
                    <a:pt x="5197" y="145560"/>
                    <a:pt x="8411" y="145560"/>
                    <a:pt x="11173" y="145560"/>
                  </a:cubicBezTo>
                  <a:cubicBezTo>
                    <a:pt x="22202" y="145560"/>
                    <a:pt x="22202" y="143971"/>
                    <a:pt x="22202" y="142156"/>
                  </a:cubicBezTo>
                  <a:cubicBezTo>
                    <a:pt x="22202" y="140566"/>
                    <a:pt x="21739" y="139204"/>
                    <a:pt x="21288" y="137161"/>
                  </a:cubicBezTo>
                  <a:lnTo>
                    <a:pt x="-11132" y="8674"/>
                  </a:lnTo>
                  <a:cubicBezTo>
                    <a:pt x="-12282" y="4589"/>
                    <a:pt x="-12282" y="4134"/>
                    <a:pt x="-12282" y="3681"/>
                  </a:cubicBezTo>
                  <a:cubicBezTo>
                    <a:pt x="-12282" y="276"/>
                    <a:pt x="-9519" y="-3584"/>
                    <a:pt x="-4468" y="-3584"/>
                  </a:cubicBezTo>
                  <a:cubicBezTo>
                    <a:pt x="1746" y="-3584"/>
                    <a:pt x="4734" y="956"/>
                    <a:pt x="6110" y="5949"/>
                  </a:cubicBezTo>
                  <a:cubicBezTo>
                    <a:pt x="6573" y="6859"/>
                    <a:pt x="16450" y="46811"/>
                    <a:pt x="17375" y="49989"/>
                  </a:cubicBezTo>
                  <a:cubicBezTo>
                    <a:pt x="33692" y="48401"/>
                    <a:pt x="46807" y="43179"/>
                    <a:pt x="46807" y="31375"/>
                  </a:cubicBezTo>
                  <a:cubicBezTo>
                    <a:pt x="46807" y="30240"/>
                    <a:pt x="46807" y="29104"/>
                    <a:pt x="46345" y="26836"/>
                  </a:cubicBezTo>
                  <a:cubicBezTo>
                    <a:pt x="45420" y="23429"/>
                    <a:pt x="45420" y="22295"/>
                    <a:pt x="45420" y="19798"/>
                  </a:cubicBezTo>
                  <a:cubicBezTo>
                    <a:pt x="45420" y="3681"/>
                    <a:pt x="58760" y="-3584"/>
                    <a:pt x="69788" y="-3584"/>
                  </a:cubicBezTo>
                  <a:cubicBezTo>
                    <a:pt x="92094" y="-3584"/>
                    <a:pt x="98983" y="30922"/>
                    <a:pt x="98983" y="31148"/>
                  </a:cubicBezTo>
                  <a:cubicBezTo>
                    <a:pt x="98983" y="34100"/>
                    <a:pt x="95995" y="34100"/>
                    <a:pt x="95307" y="34100"/>
                  </a:cubicBezTo>
                  <a:cubicBezTo>
                    <a:pt x="92094" y="34100"/>
                    <a:pt x="91856" y="32965"/>
                    <a:pt x="90706" y="28651"/>
                  </a:cubicBezTo>
                  <a:cubicBezTo>
                    <a:pt x="87955" y="18890"/>
                    <a:pt x="81741" y="2771"/>
                    <a:pt x="70476" y="2771"/>
                  </a:cubicBezTo>
                  <a:cubicBezTo>
                    <a:pt x="64274" y="2771"/>
                    <a:pt x="62436" y="8447"/>
                    <a:pt x="62436" y="14575"/>
                  </a:cubicBezTo>
                  <a:cubicBezTo>
                    <a:pt x="62436" y="18436"/>
                    <a:pt x="62436" y="18890"/>
                    <a:pt x="63812" y="24792"/>
                  </a:cubicBezTo>
                  <a:cubicBezTo>
                    <a:pt x="64037" y="25473"/>
                    <a:pt x="64962" y="29332"/>
                    <a:pt x="64962" y="31829"/>
                  </a:cubicBezTo>
                  <a:cubicBezTo>
                    <a:pt x="64962" y="52032"/>
                    <a:pt x="37380" y="55210"/>
                    <a:pt x="27716" y="55892"/>
                  </a:cubicBezTo>
                  <a:cubicBezTo>
                    <a:pt x="34392" y="59978"/>
                    <a:pt x="42894" y="67469"/>
                    <a:pt x="46807" y="70874"/>
                  </a:cubicBezTo>
                  <a:cubicBezTo>
                    <a:pt x="58523" y="81770"/>
                    <a:pt x="70026" y="92441"/>
                    <a:pt x="82892" y="92441"/>
                  </a:cubicBezTo>
                  <a:cubicBezTo>
                    <a:pt x="85655" y="92441"/>
                    <a:pt x="88643" y="91761"/>
                    <a:pt x="90481" y="89489"/>
                  </a:cubicBezTo>
                  <a:cubicBezTo>
                    <a:pt x="80591" y="87900"/>
                    <a:pt x="78528" y="80183"/>
                    <a:pt x="78528" y="76776"/>
                  </a:cubicBezTo>
                  <a:cubicBezTo>
                    <a:pt x="78528" y="71783"/>
                    <a:pt x="82429" y="68378"/>
                    <a:pt x="87718" y="68378"/>
                  </a:cubicBezTo>
                  <a:cubicBezTo>
                    <a:pt x="93932" y="68378"/>
                    <a:pt x="100833" y="73371"/>
                    <a:pt x="100833" y="82907"/>
                  </a:cubicBezTo>
                  <a:cubicBezTo>
                    <a:pt x="100833" y="90397"/>
                    <a:pt x="95307" y="98797"/>
                    <a:pt x="83129" y="98797"/>
                  </a:cubicBezTo>
                  <a:cubicBezTo>
                    <a:pt x="70026" y="98797"/>
                    <a:pt x="58061" y="89489"/>
                    <a:pt x="46345" y="78820"/>
                  </a:cubicBezTo>
                  <a:cubicBezTo>
                    <a:pt x="36680" y="69739"/>
                    <a:pt x="29103" y="62703"/>
                    <a:pt x="19676" y="58842"/>
                  </a:cubicBezTo>
                  <a:lnTo>
                    <a:pt x="42432" y="149419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B9C01ADF-7AA1-2190-6DED-5B8B8183A416}"/>
                </a:ext>
              </a:extLst>
            </p:cNvPr>
            <p:cNvSpPr/>
            <p:nvPr/>
          </p:nvSpPr>
          <p:spPr>
            <a:xfrm flipV="1">
              <a:off x="11383492" y="6080086"/>
              <a:ext cx="218451" cy="75901"/>
            </a:xfrm>
            <a:custGeom>
              <a:avLst/>
              <a:gdLst>
                <a:gd name="connsiteX0" fmla="*/ 192423 w 218451"/>
                <a:gd name="connsiteY0" fmla="*/ 58895 h 75901"/>
                <a:gd name="connsiteX1" fmla="*/ 203593 w 218451"/>
                <a:gd name="connsiteY1" fmla="*/ 65383 h 75901"/>
                <a:gd name="connsiteX2" fmla="*/ 192755 w 218451"/>
                <a:gd name="connsiteY2" fmla="*/ 71871 h 75901"/>
                <a:gd name="connsiteX3" fmla="*/ -4020 w 218451"/>
                <a:gd name="connsiteY3" fmla="*/ 71871 h 75901"/>
                <a:gd name="connsiteX4" fmla="*/ -14859 w 218451"/>
                <a:gd name="connsiteY4" fmla="*/ 65383 h 75901"/>
                <a:gd name="connsiteX5" fmla="*/ -3688 w 218451"/>
                <a:gd name="connsiteY5" fmla="*/ 58895 h 75901"/>
                <a:gd name="connsiteX6" fmla="*/ 192423 w 218451"/>
                <a:gd name="connsiteY6" fmla="*/ 58895 h 75901"/>
                <a:gd name="connsiteX7" fmla="*/ 192755 w 218451"/>
                <a:gd name="connsiteY7" fmla="*/ -4031 h 75901"/>
                <a:gd name="connsiteX8" fmla="*/ 203593 w 218451"/>
                <a:gd name="connsiteY8" fmla="*/ 2456 h 75901"/>
                <a:gd name="connsiteX9" fmla="*/ 192423 w 218451"/>
                <a:gd name="connsiteY9" fmla="*/ 8945 h 75901"/>
                <a:gd name="connsiteX10" fmla="*/ -3688 w 218451"/>
                <a:gd name="connsiteY10" fmla="*/ 8945 h 75901"/>
                <a:gd name="connsiteX11" fmla="*/ -14859 w 218451"/>
                <a:gd name="connsiteY11" fmla="*/ 2456 h 75901"/>
                <a:gd name="connsiteX12" fmla="*/ -4020 w 218451"/>
                <a:gd name="connsiteY12" fmla="*/ -4031 h 75901"/>
                <a:gd name="connsiteX13" fmla="*/ 192755 w 218451"/>
                <a:gd name="connsiteY13" fmla="*/ -4031 h 75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8451" h="75901">
                  <a:moveTo>
                    <a:pt x="192423" y="58895"/>
                  </a:moveTo>
                  <a:cubicBezTo>
                    <a:pt x="197356" y="58895"/>
                    <a:pt x="203593" y="58895"/>
                    <a:pt x="203593" y="65383"/>
                  </a:cubicBezTo>
                  <a:cubicBezTo>
                    <a:pt x="203593" y="71871"/>
                    <a:pt x="197356" y="71871"/>
                    <a:pt x="192755" y="71871"/>
                  </a:cubicBezTo>
                  <a:lnTo>
                    <a:pt x="-4020" y="71871"/>
                  </a:lnTo>
                  <a:cubicBezTo>
                    <a:pt x="-8609" y="71871"/>
                    <a:pt x="-14859" y="71871"/>
                    <a:pt x="-14859" y="65383"/>
                  </a:cubicBezTo>
                  <a:cubicBezTo>
                    <a:pt x="-14859" y="58895"/>
                    <a:pt x="-8609" y="58895"/>
                    <a:pt x="-3688" y="58895"/>
                  </a:cubicBezTo>
                  <a:lnTo>
                    <a:pt x="192423" y="58895"/>
                  </a:lnTo>
                  <a:close/>
                  <a:moveTo>
                    <a:pt x="192755" y="-4031"/>
                  </a:moveTo>
                  <a:cubicBezTo>
                    <a:pt x="197356" y="-4031"/>
                    <a:pt x="203593" y="-4031"/>
                    <a:pt x="203593" y="2456"/>
                  </a:cubicBezTo>
                  <a:cubicBezTo>
                    <a:pt x="203593" y="8945"/>
                    <a:pt x="197356" y="8945"/>
                    <a:pt x="192423" y="8945"/>
                  </a:cubicBezTo>
                  <a:lnTo>
                    <a:pt x="-3688" y="8945"/>
                  </a:lnTo>
                  <a:cubicBezTo>
                    <a:pt x="-8609" y="8945"/>
                    <a:pt x="-14859" y="8945"/>
                    <a:pt x="-14859" y="2456"/>
                  </a:cubicBezTo>
                  <a:cubicBezTo>
                    <a:pt x="-14859" y="-4031"/>
                    <a:pt x="-8609" y="-4031"/>
                    <a:pt x="-4020" y="-4031"/>
                  </a:cubicBezTo>
                  <a:lnTo>
                    <a:pt x="192755" y="-4031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B43ABA9-04DC-1D72-1368-D997982EC4FD}"/>
                </a:ext>
              </a:extLst>
            </p:cNvPr>
            <p:cNvSpPr/>
            <p:nvPr/>
          </p:nvSpPr>
          <p:spPr>
            <a:xfrm flipV="1">
              <a:off x="11723004" y="5977587"/>
              <a:ext cx="152093" cy="221542"/>
            </a:xfrm>
            <a:custGeom>
              <a:avLst/>
              <a:gdLst>
                <a:gd name="connsiteX0" fmla="*/ 94248 w 152093"/>
                <a:gd name="connsiteY0" fmla="*/ 192282 h 221542"/>
                <a:gd name="connsiteX1" fmla="*/ 124142 w 152093"/>
                <a:gd name="connsiteY1" fmla="*/ 207203 h 221542"/>
                <a:gd name="connsiteX2" fmla="*/ 134661 w 152093"/>
                <a:gd name="connsiteY2" fmla="*/ 213367 h 221542"/>
                <a:gd name="connsiteX3" fmla="*/ 129728 w 152093"/>
                <a:gd name="connsiteY3" fmla="*/ 217258 h 221542"/>
                <a:gd name="connsiteX4" fmla="*/ 86374 w 152093"/>
                <a:gd name="connsiteY4" fmla="*/ 216286 h 221542"/>
                <a:gd name="connsiteX5" fmla="*/ 42677 w 152093"/>
                <a:gd name="connsiteY5" fmla="*/ 217258 h 221542"/>
                <a:gd name="connsiteX6" fmla="*/ 36107 w 152093"/>
                <a:gd name="connsiteY6" fmla="*/ 210772 h 221542"/>
                <a:gd name="connsiteX7" fmla="*/ 45309 w 152093"/>
                <a:gd name="connsiteY7" fmla="*/ 207203 h 221542"/>
                <a:gd name="connsiteX8" fmla="*/ 67970 w 152093"/>
                <a:gd name="connsiteY8" fmla="*/ 201041 h 221542"/>
                <a:gd name="connsiteX9" fmla="*/ 67318 w 152093"/>
                <a:gd name="connsiteY9" fmla="*/ 195850 h 221542"/>
                <a:gd name="connsiteX10" fmla="*/ 22968 w 152093"/>
                <a:gd name="connsiteY10" fmla="*/ 21017 h 221542"/>
                <a:gd name="connsiteX11" fmla="*/ -6926 w 152093"/>
                <a:gd name="connsiteY11" fmla="*/ 5771 h 221542"/>
                <a:gd name="connsiteX12" fmla="*/ -17433 w 152093"/>
                <a:gd name="connsiteY12" fmla="*/ -717 h 221542"/>
                <a:gd name="connsiteX13" fmla="*/ -12511 w 152093"/>
                <a:gd name="connsiteY13" fmla="*/ -4285 h 221542"/>
                <a:gd name="connsiteX14" fmla="*/ 30522 w 152093"/>
                <a:gd name="connsiteY14" fmla="*/ -3312 h 221542"/>
                <a:gd name="connsiteX15" fmla="*/ 74540 w 152093"/>
                <a:gd name="connsiteY15" fmla="*/ -4285 h 221542"/>
                <a:gd name="connsiteX16" fmla="*/ 81121 w 152093"/>
                <a:gd name="connsiteY16" fmla="*/ 1879 h 221542"/>
                <a:gd name="connsiteX17" fmla="*/ 71255 w 152093"/>
                <a:gd name="connsiteY17" fmla="*/ 5771 h 221542"/>
                <a:gd name="connsiteX18" fmla="*/ 57132 w 152093"/>
                <a:gd name="connsiteY18" fmla="*/ 6420 h 221542"/>
                <a:gd name="connsiteX19" fmla="*/ 48926 w 152093"/>
                <a:gd name="connsiteY19" fmla="*/ 11935 h 221542"/>
                <a:gd name="connsiteX20" fmla="*/ 50230 w 152093"/>
                <a:gd name="connsiteY20" fmla="*/ 19394 h 221542"/>
                <a:gd name="connsiteX21" fmla="*/ 94248 w 152093"/>
                <a:gd name="connsiteY21" fmla="*/ 192282 h 221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093" h="221542">
                  <a:moveTo>
                    <a:pt x="94248" y="192282"/>
                  </a:moveTo>
                  <a:cubicBezTo>
                    <a:pt x="97212" y="203959"/>
                    <a:pt x="98197" y="207203"/>
                    <a:pt x="124142" y="207203"/>
                  </a:cubicBezTo>
                  <a:cubicBezTo>
                    <a:pt x="132028" y="207203"/>
                    <a:pt x="134661" y="207203"/>
                    <a:pt x="134661" y="213367"/>
                  </a:cubicBezTo>
                  <a:cubicBezTo>
                    <a:pt x="134661" y="217258"/>
                    <a:pt x="131044" y="217258"/>
                    <a:pt x="129728" y="217258"/>
                  </a:cubicBezTo>
                  <a:cubicBezTo>
                    <a:pt x="120206" y="217258"/>
                    <a:pt x="95896" y="216286"/>
                    <a:pt x="86374" y="216286"/>
                  </a:cubicBezTo>
                  <a:cubicBezTo>
                    <a:pt x="76520" y="216286"/>
                    <a:pt x="52531" y="217258"/>
                    <a:pt x="42677" y="217258"/>
                  </a:cubicBezTo>
                  <a:cubicBezTo>
                    <a:pt x="40376" y="217258"/>
                    <a:pt x="36107" y="217258"/>
                    <a:pt x="36107" y="210772"/>
                  </a:cubicBezTo>
                  <a:cubicBezTo>
                    <a:pt x="36107" y="207203"/>
                    <a:pt x="39072" y="207203"/>
                    <a:pt x="45309" y="207203"/>
                  </a:cubicBezTo>
                  <a:cubicBezTo>
                    <a:pt x="59100" y="207203"/>
                    <a:pt x="67970" y="207203"/>
                    <a:pt x="67970" y="201041"/>
                  </a:cubicBezTo>
                  <a:cubicBezTo>
                    <a:pt x="67970" y="199418"/>
                    <a:pt x="67970" y="198770"/>
                    <a:pt x="67318" y="195850"/>
                  </a:cubicBezTo>
                  <a:lnTo>
                    <a:pt x="22968" y="21017"/>
                  </a:lnTo>
                  <a:cubicBezTo>
                    <a:pt x="20016" y="9015"/>
                    <a:pt x="19031" y="5771"/>
                    <a:pt x="-6926" y="5771"/>
                  </a:cubicBezTo>
                  <a:cubicBezTo>
                    <a:pt x="-14480" y="5771"/>
                    <a:pt x="-17433" y="5771"/>
                    <a:pt x="-17433" y="-717"/>
                  </a:cubicBezTo>
                  <a:cubicBezTo>
                    <a:pt x="-17433" y="-4285"/>
                    <a:pt x="-13496" y="-4285"/>
                    <a:pt x="-12511" y="-4285"/>
                  </a:cubicBezTo>
                  <a:cubicBezTo>
                    <a:pt x="-2977" y="-4285"/>
                    <a:pt x="21000" y="-3312"/>
                    <a:pt x="30522" y="-3312"/>
                  </a:cubicBezTo>
                  <a:cubicBezTo>
                    <a:pt x="40376" y="-3312"/>
                    <a:pt x="64685" y="-4285"/>
                    <a:pt x="74540" y="-4285"/>
                  </a:cubicBezTo>
                  <a:cubicBezTo>
                    <a:pt x="77172" y="-4285"/>
                    <a:pt x="81121" y="-4285"/>
                    <a:pt x="81121" y="1879"/>
                  </a:cubicBezTo>
                  <a:cubicBezTo>
                    <a:pt x="81121" y="5771"/>
                    <a:pt x="78488" y="5771"/>
                    <a:pt x="71255" y="5771"/>
                  </a:cubicBezTo>
                  <a:cubicBezTo>
                    <a:pt x="65350" y="5771"/>
                    <a:pt x="63701" y="5771"/>
                    <a:pt x="57132" y="6420"/>
                  </a:cubicBezTo>
                  <a:cubicBezTo>
                    <a:pt x="50230" y="7067"/>
                    <a:pt x="48926" y="8365"/>
                    <a:pt x="48926" y="11935"/>
                  </a:cubicBezTo>
                  <a:cubicBezTo>
                    <a:pt x="48926" y="14528"/>
                    <a:pt x="49578" y="17123"/>
                    <a:pt x="50230" y="19394"/>
                  </a:cubicBezTo>
                  <a:lnTo>
                    <a:pt x="94248" y="192282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B144D66B-EE9D-5123-CB5B-8508E335C407}"/>
                </a:ext>
              </a:extLst>
            </p:cNvPr>
            <p:cNvSpPr/>
            <p:nvPr/>
          </p:nvSpPr>
          <p:spPr>
            <a:xfrm flipV="1">
              <a:off x="11866950" y="6147612"/>
              <a:ext cx="106901" cy="102381"/>
            </a:xfrm>
            <a:custGeom>
              <a:avLst/>
              <a:gdLst>
                <a:gd name="connsiteX0" fmla="*/ 24771 w 106901"/>
                <a:gd name="connsiteY0" fmla="*/ 44789 h 102381"/>
                <a:gd name="connsiteX1" fmla="*/ 30747 w 106901"/>
                <a:gd name="connsiteY1" fmla="*/ 67715 h 102381"/>
                <a:gd name="connsiteX2" fmla="*/ 45226 w 106901"/>
                <a:gd name="connsiteY2" fmla="*/ 86331 h 102381"/>
                <a:gd name="connsiteX3" fmla="*/ 63855 w 106901"/>
                <a:gd name="connsiteY3" fmla="*/ 92687 h 102381"/>
                <a:gd name="connsiteX4" fmla="*/ 76496 w 106901"/>
                <a:gd name="connsiteY4" fmla="*/ 89509 h 102381"/>
                <a:gd name="connsiteX5" fmla="*/ 66381 w 106901"/>
                <a:gd name="connsiteY5" fmla="*/ 77022 h 102381"/>
                <a:gd name="connsiteX6" fmla="*/ 75571 w 106901"/>
                <a:gd name="connsiteY6" fmla="*/ 68625 h 102381"/>
                <a:gd name="connsiteX7" fmla="*/ 88449 w 106901"/>
                <a:gd name="connsiteY7" fmla="*/ 82471 h 102381"/>
                <a:gd name="connsiteX8" fmla="*/ 64081 w 106901"/>
                <a:gd name="connsiteY8" fmla="*/ 99043 h 102381"/>
                <a:gd name="connsiteX9" fmla="*/ 31672 w 106901"/>
                <a:gd name="connsiteY9" fmla="*/ 82924 h 102381"/>
                <a:gd name="connsiteX10" fmla="*/ 7992 w 106901"/>
                <a:gd name="connsiteY10" fmla="*/ 99043 h 102381"/>
                <a:gd name="connsiteX11" fmla="*/ -9950 w 106901"/>
                <a:gd name="connsiteY11" fmla="*/ 87465 h 102381"/>
                <a:gd name="connsiteX12" fmla="*/ -18452 w 106901"/>
                <a:gd name="connsiteY12" fmla="*/ 64310 h 102381"/>
                <a:gd name="connsiteX13" fmla="*/ -14539 w 106901"/>
                <a:gd name="connsiteY13" fmla="*/ 61359 h 102381"/>
                <a:gd name="connsiteX14" fmla="*/ -9487 w 106901"/>
                <a:gd name="connsiteY14" fmla="*/ 68169 h 102381"/>
                <a:gd name="connsiteX15" fmla="*/ 7304 w 106901"/>
                <a:gd name="connsiteY15" fmla="*/ 92687 h 102381"/>
                <a:gd name="connsiteX16" fmla="*/ 14881 w 106901"/>
                <a:gd name="connsiteY16" fmla="*/ 81563 h 102381"/>
                <a:gd name="connsiteX17" fmla="*/ 11205 w 106901"/>
                <a:gd name="connsiteY17" fmla="*/ 62722 h 102381"/>
                <a:gd name="connsiteX18" fmla="*/ 6154 w 106901"/>
                <a:gd name="connsiteY18" fmla="*/ 42292 h 102381"/>
                <a:gd name="connsiteX19" fmla="*/ -1210 w 106901"/>
                <a:gd name="connsiteY19" fmla="*/ 13234 h 102381"/>
                <a:gd name="connsiteX20" fmla="*/ -3511 w 106901"/>
                <a:gd name="connsiteY20" fmla="*/ 3927 h 102381"/>
                <a:gd name="connsiteX21" fmla="*/ 4304 w 106901"/>
                <a:gd name="connsiteY21" fmla="*/ -3338 h 102381"/>
                <a:gd name="connsiteX22" fmla="*/ 14193 w 106901"/>
                <a:gd name="connsiteY22" fmla="*/ 3245 h 102381"/>
                <a:gd name="connsiteX23" fmla="*/ 18569 w 106901"/>
                <a:gd name="connsiteY23" fmla="*/ 20270 h 102381"/>
                <a:gd name="connsiteX24" fmla="*/ 24771 w 106901"/>
                <a:gd name="connsiteY24" fmla="*/ 44789 h 102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6901" h="102381">
                  <a:moveTo>
                    <a:pt x="24771" y="44789"/>
                  </a:moveTo>
                  <a:cubicBezTo>
                    <a:pt x="24996" y="46150"/>
                    <a:pt x="30285" y="66580"/>
                    <a:pt x="30747" y="67715"/>
                  </a:cubicBezTo>
                  <a:cubicBezTo>
                    <a:pt x="31210" y="69532"/>
                    <a:pt x="37874" y="80883"/>
                    <a:pt x="45226" y="86331"/>
                  </a:cubicBezTo>
                  <a:cubicBezTo>
                    <a:pt x="47764" y="88146"/>
                    <a:pt x="53966" y="92687"/>
                    <a:pt x="63855" y="92687"/>
                  </a:cubicBezTo>
                  <a:cubicBezTo>
                    <a:pt x="66156" y="92687"/>
                    <a:pt x="71895" y="92460"/>
                    <a:pt x="76496" y="89509"/>
                  </a:cubicBezTo>
                  <a:cubicBezTo>
                    <a:pt x="69144" y="87465"/>
                    <a:pt x="66381" y="81109"/>
                    <a:pt x="66381" y="77022"/>
                  </a:cubicBezTo>
                  <a:cubicBezTo>
                    <a:pt x="66381" y="72030"/>
                    <a:pt x="70294" y="68625"/>
                    <a:pt x="75571" y="68625"/>
                  </a:cubicBezTo>
                  <a:cubicBezTo>
                    <a:pt x="80860" y="68625"/>
                    <a:pt x="88449" y="72937"/>
                    <a:pt x="88449" y="82471"/>
                  </a:cubicBezTo>
                  <a:cubicBezTo>
                    <a:pt x="88449" y="94275"/>
                    <a:pt x="75809" y="99043"/>
                    <a:pt x="64081" y="99043"/>
                  </a:cubicBezTo>
                  <a:cubicBezTo>
                    <a:pt x="52128" y="99043"/>
                    <a:pt x="41787" y="94275"/>
                    <a:pt x="31672" y="82924"/>
                  </a:cubicBezTo>
                  <a:cubicBezTo>
                    <a:pt x="27534" y="96772"/>
                    <a:pt x="13506" y="99043"/>
                    <a:pt x="7992" y="99043"/>
                  </a:cubicBezTo>
                  <a:cubicBezTo>
                    <a:pt x="-523" y="99043"/>
                    <a:pt x="-6262" y="93822"/>
                    <a:pt x="-9950" y="87465"/>
                  </a:cubicBezTo>
                  <a:cubicBezTo>
                    <a:pt x="-15227" y="78611"/>
                    <a:pt x="-18452" y="65447"/>
                    <a:pt x="-18452" y="64310"/>
                  </a:cubicBezTo>
                  <a:cubicBezTo>
                    <a:pt x="-18452" y="61359"/>
                    <a:pt x="-15227" y="61359"/>
                    <a:pt x="-14539" y="61359"/>
                  </a:cubicBezTo>
                  <a:cubicBezTo>
                    <a:pt x="-11326" y="61359"/>
                    <a:pt x="-11088" y="62039"/>
                    <a:pt x="-9487" y="68169"/>
                  </a:cubicBezTo>
                  <a:cubicBezTo>
                    <a:pt x="-6037" y="82016"/>
                    <a:pt x="-1673" y="92687"/>
                    <a:pt x="7304" y="92687"/>
                  </a:cubicBezTo>
                  <a:cubicBezTo>
                    <a:pt x="13280" y="92687"/>
                    <a:pt x="14881" y="87692"/>
                    <a:pt x="14881" y="81563"/>
                  </a:cubicBezTo>
                  <a:cubicBezTo>
                    <a:pt x="14881" y="77251"/>
                    <a:pt x="12818" y="68852"/>
                    <a:pt x="11205" y="62722"/>
                  </a:cubicBezTo>
                  <a:cubicBezTo>
                    <a:pt x="9592" y="56593"/>
                    <a:pt x="7304" y="47284"/>
                    <a:pt x="6154" y="42292"/>
                  </a:cubicBezTo>
                  <a:lnTo>
                    <a:pt x="-1210" y="13234"/>
                  </a:lnTo>
                  <a:cubicBezTo>
                    <a:pt x="-2123" y="10283"/>
                    <a:pt x="-3511" y="4608"/>
                    <a:pt x="-3511" y="3927"/>
                  </a:cubicBezTo>
                  <a:cubicBezTo>
                    <a:pt x="-3511" y="-1068"/>
                    <a:pt x="628" y="-3338"/>
                    <a:pt x="4304" y="-3338"/>
                  </a:cubicBezTo>
                  <a:cubicBezTo>
                    <a:pt x="7754" y="-3338"/>
                    <a:pt x="12355" y="-1295"/>
                    <a:pt x="14193" y="3245"/>
                  </a:cubicBezTo>
                  <a:cubicBezTo>
                    <a:pt x="14656" y="4608"/>
                    <a:pt x="17182" y="14596"/>
                    <a:pt x="18569" y="20270"/>
                  </a:cubicBezTo>
                  <a:lnTo>
                    <a:pt x="24771" y="44789"/>
                  </a:lnTo>
                </a:path>
              </a:pathLst>
            </a:custGeom>
            <a:solidFill>
              <a:srgbClr val="000000"/>
            </a:solidFill>
            <a:ln w="1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1E149A61-5AF4-793E-258D-62212434A80A}"/>
              </a:ext>
            </a:extLst>
          </p:cNvPr>
          <p:cNvSpPr/>
          <p:nvPr/>
        </p:nvSpPr>
        <p:spPr>
          <a:xfrm>
            <a:off x="6052615" y="3194666"/>
            <a:ext cx="3195489" cy="683301"/>
          </a:xfrm>
          <a:custGeom>
            <a:avLst/>
            <a:gdLst>
              <a:gd name="connsiteX0" fmla="*/ 1784716 w 3362427"/>
              <a:gd name="connsiteY0" fmla="*/ 0 h 726412"/>
              <a:gd name="connsiteX1" fmla="*/ 2336838 w 3362427"/>
              <a:gd name="connsiteY1" fmla="*/ 138790 h 726412"/>
              <a:gd name="connsiteX2" fmla="*/ 2473237 w 3362427"/>
              <a:gd name="connsiteY2" fmla="*/ 188921 h 726412"/>
              <a:gd name="connsiteX3" fmla="*/ 2474978 w 3362427"/>
              <a:gd name="connsiteY3" fmla="*/ 184210 h 726412"/>
              <a:gd name="connsiteX4" fmla="*/ 3362427 w 3362427"/>
              <a:gd name="connsiteY4" fmla="*/ 183416 h 726412"/>
              <a:gd name="connsiteX5" fmla="*/ 3252889 w 3362427"/>
              <a:gd name="connsiteY5" fmla="*/ 542435 h 726412"/>
              <a:gd name="connsiteX6" fmla="*/ 2341231 w 3362427"/>
              <a:gd name="connsiteY6" fmla="*/ 546007 h 726412"/>
              <a:gd name="connsiteX7" fmla="*/ 2345172 w 3362427"/>
              <a:gd name="connsiteY7" fmla="*/ 535347 h 726412"/>
              <a:gd name="connsiteX8" fmla="*/ 2148571 w 3362427"/>
              <a:gd name="connsiteY8" fmla="*/ 599356 h 726412"/>
              <a:gd name="connsiteX9" fmla="*/ 1578738 w 3362427"/>
              <a:gd name="connsiteY9" fmla="*/ 726282 h 726412"/>
              <a:gd name="connsiteX10" fmla="*/ 896606 w 3362427"/>
              <a:gd name="connsiteY10" fmla="*/ 543429 h 726412"/>
              <a:gd name="connsiteX11" fmla="*/ 897647 w 3362427"/>
              <a:gd name="connsiteY11" fmla="*/ 540108 h 726412"/>
              <a:gd name="connsiteX12" fmla="*/ 0 w 3362427"/>
              <a:gd name="connsiteY12" fmla="*/ 543625 h 726412"/>
              <a:gd name="connsiteX13" fmla="*/ 133747 w 3362427"/>
              <a:gd name="connsiteY13" fmla="*/ 181828 h 726412"/>
              <a:gd name="connsiteX14" fmla="*/ 1021196 w 3362427"/>
              <a:gd name="connsiteY14" fmla="*/ 181034 h 726412"/>
              <a:gd name="connsiteX15" fmla="*/ 1019505 w 3362427"/>
              <a:gd name="connsiteY15" fmla="*/ 186577 h 726412"/>
              <a:gd name="connsiteX16" fmla="*/ 1081560 w 3362427"/>
              <a:gd name="connsiteY16" fmla="*/ 174994 h 726412"/>
              <a:gd name="connsiteX17" fmla="*/ 1784716 w 3362427"/>
              <a:gd name="connsiteY17" fmla="*/ 0 h 726412"/>
              <a:gd name="connsiteX0" fmla="*/ 1784716 w 3362427"/>
              <a:gd name="connsiteY0" fmla="*/ 0 h 726412"/>
              <a:gd name="connsiteX1" fmla="*/ 2336838 w 3362427"/>
              <a:gd name="connsiteY1" fmla="*/ 138790 h 726412"/>
              <a:gd name="connsiteX2" fmla="*/ 2473237 w 3362427"/>
              <a:gd name="connsiteY2" fmla="*/ 188921 h 726412"/>
              <a:gd name="connsiteX3" fmla="*/ 2474978 w 3362427"/>
              <a:gd name="connsiteY3" fmla="*/ 184210 h 726412"/>
              <a:gd name="connsiteX4" fmla="*/ 3362427 w 3362427"/>
              <a:gd name="connsiteY4" fmla="*/ 183416 h 726412"/>
              <a:gd name="connsiteX5" fmla="*/ 3252889 w 3362427"/>
              <a:gd name="connsiteY5" fmla="*/ 542435 h 726412"/>
              <a:gd name="connsiteX6" fmla="*/ 2341231 w 3362427"/>
              <a:gd name="connsiteY6" fmla="*/ 546007 h 726412"/>
              <a:gd name="connsiteX7" fmla="*/ 2345172 w 3362427"/>
              <a:gd name="connsiteY7" fmla="*/ 535347 h 726412"/>
              <a:gd name="connsiteX8" fmla="*/ 2148571 w 3362427"/>
              <a:gd name="connsiteY8" fmla="*/ 599356 h 726412"/>
              <a:gd name="connsiteX9" fmla="*/ 1578738 w 3362427"/>
              <a:gd name="connsiteY9" fmla="*/ 726282 h 726412"/>
              <a:gd name="connsiteX10" fmla="*/ 896606 w 3362427"/>
              <a:gd name="connsiteY10" fmla="*/ 543429 h 726412"/>
              <a:gd name="connsiteX11" fmla="*/ 897647 w 3362427"/>
              <a:gd name="connsiteY11" fmla="*/ 540108 h 726412"/>
              <a:gd name="connsiteX12" fmla="*/ 0 w 3362427"/>
              <a:gd name="connsiteY12" fmla="*/ 543625 h 726412"/>
              <a:gd name="connsiteX13" fmla="*/ 133747 w 3362427"/>
              <a:gd name="connsiteY13" fmla="*/ 181828 h 726412"/>
              <a:gd name="connsiteX14" fmla="*/ 1021196 w 3362427"/>
              <a:gd name="connsiteY14" fmla="*/ 181034 h 726412"/>
              <a:gd name="connsiteX15" fmla="*/ 1019505 w 3362427"/>
              <a:gd name="connsiteY15" fmla="*/ 186577 h 726412"/>
              <a:gd name="connsiteX16" fmla="*/ 1077504 w 3362427"/>
              <a:gd name="connsiteY16" fmla="*/ 157758 h 726412"/>
              <a:gd name="connsiteX17" fmla="*/ 1784716 w 3362427"/>
              <a:gd name="connsiteY17" fmla="*/ 0 h 726412"/>
              <a:gd name="connsiteX0" fmla="*/ 1772357 w 3350068"/>
              <a:gd name="connsiteY0" fmla="*/ 0 h 726412"/>
              <a:gd name="connsiteX1" fmla="*/ 2324479 w 3350068"/>
              <a:gd name="connsiteY1" fmla="*/ 138790 h 726412"/>
              <a:gd name="connsiteX2" fmla="*/ 2460878 w 3350068"/>
              <a:gd name="connsiteY2" fmla="*/ 188921 h 726412"/>
              <a:gd name="connsiteX3" fmla="*/ 2462619 w 3350068"/>
              <a:gd name="connsiteY3" fmla="*/ 184210 h 726412"/>
              <a:gd name="connsiteX4" fmla="*/ 3350068 w 3350068"/>
              <a:gd name="connsiteY4" fmla="*/ 183416 h 726412"/>
              <a:gd name="connsiteX5" fmla="*/ 3240530 w 3350068"/>
              <a:gd name="connsiteY5" fmla="*/ 542435 h 726412"/>
              <a:gd name="connsiteX6" fmla="*/ 2328872 w 3350068"/>
              <a:gd name="connsiteY6" fmla="*/ 546007 h 726412"/>
              <a:gd name="connsiteX7" fmla="*/ 2332813 w 3350068"/>
              <a:gd name="connsiteY7" fmla="*/ 535347 h 726412"/>
              <a:gd name="connsiteX8" fmla="*/ 2136212 w 3350068"/>
              <a:gd name="connsiteY8" fmla="*/ 599356 h 726412"/>
              <a:gd name="connsiteX9" fmla="*/ 1566379 w 3350068"/>
              <a:gd name="connsiteY9" fmla="*/ 726282 h 726412"/>
              <a:gd name="connsiteX10" fmla="*/ 884247 w 3350068"/>
              <a:gd name="connsiteY10" fmla="*/ 543429 h 726412"/>
              <a:gd name="connsiteX11" fmla="*/ 885288 w 3350068"/>
              <a:gd name="connsiteY11" fmla="*/ 540108 h 726412"/>
              <a:gd name="connsiteX12" fmla="*/ 0 w 3350068"/>
              <a:gd name="connsiteY12" fmla="*/ 525085 h 726412"/>
              <a:gd name="connsiteX13" fmla="*/ 121388 w 3350068"/>
              <a:gd name="connsiteY13" fmla="*/ 181828 h 726412"/>
              <a:gd name="connsiteX14" fmla="*/ 1008837 w 3350068"/>
              <a:gd name="connsiteY14" fmla="*/ 181034 h 726412"/>
              <a:gd name="connsiteX15" fmla="*/ 1007146 w 3350068"/>
              <a:gd name="connsiteY15" fmla="*/ 186577 h 726412"/>
              <a:gd name="connsiteX16" fmla="*/ 1065145 w 3350068"/>
              <a:gd name="connsiteY16" fmla="*/ 157758 h 726412"/>
              <a:gd name="connsiteX17" fmla="*/ 1772357 w 3350068"/>
              <a:gd name="connsiteY17" fmla="*/ 0 h 726412"/>
              <a:gd name="connsiteX0" fmla="*/ 1772357 w 3350068"/>
              <a:gd name="connsiteY0" fmla="*/ 0 h 726412"/>
              <a:gd name="connsiteX1" fmla="*/ 2324479 w 3350068"/>
              <a:gd name="connsiteY1" fmla="*/ 138790 h 726412"/>
              <a:gd name="connsiteX2" fmla="*/ 2460878 w 3350068"/>
              <a:gd name="connsiteY2" fmla="*/ 188921 h 726412"/>
              <a:gd name="connsiteX3" fmla="*/ 2462619 w 3350068"/>
              <a:gd name="connsiteY3" fmla="*/ 184210 h 726412"/>
              <a:gd name="connsiteX4" fmla="*/ 3350068 w 3350068"/>
              <a:gd name="connsiteY4" fmla="*/ 183416 h 726412"/>
              <a:gd name="connsiteX5" fmla="*/ 3240530 w 3350068"/>
              <a:gd name="connsiteY5" fmla="*/ 542435 h 726412"/>
              <a:gd name="connsiteX6" fmla="*/ 2328872 w 3350068"/>
              <a:gd name="connsiteY6" fmla="*/ 546007 h 726412"/>
              <a:gd name="connsiteX7" fmla="*/ 2332813 w 3350068"/>
              <a:gd name="connsiteY7" fmla="*/ 535347 h 726412"/>
              <a:gd name="connsiteX8" fmla="*/ 2136212 w 3350068"/>
              <a:gd name="connsiteY8" fmla="*/ 599356 h 726412"/>
              <a:gd name="connsiteX9" fmla="*/ 1566379 w 3350068"/>
              <a:gd name="connsiteY9" fmla="*/ 726282 h 726412"/>
              <a:gd name="connsiteX10" fmla="*/ 884247 w 3350068"/>
              <a:gd name="connsiteY10" fmla="*/ 543429 h 726412"/>
              <a:gd name="connsiteX11" fmla="*/ 885288 w 3350068"/>
              <a:gd name="connsiteY11" fmla="*/ 540108 h 726412"/>
              <a:gd name="connsiteX12" fmla="*/ 0 w 3350068"/>
              <a:gd name="connsiteY12" fmla="*/ 525085 h 726412"/>
              <a:gd name="connsiteX13" fmla="*/ 116238 w 3350068"/>
              <a:gd name="connsiteY13" fmla="*/ 172558 h 726412"/>
              <a:gd name="connsiteX14" fmla="*/ 1008837 w 3350068"/>
              <a:gd name="connsiteY14" fmla="*/ 181034 h 726412"/>
              <a:gd name="connsiteX15" fmla="*/ 1007146 w 3350068"/>
              <a:gd name="connsiteY15" fmla="*/ 186577 h 726412"/>
              <a:gd name="connsiteX16" fmla="*/ 1065145 w 3350068"/>
              <a:gd name="connsiteY16" fmla="*/ 157758 h 726412"/>
              <a:gd name="connsiteX17" fmla="*/ 1772357 w 3350068"/>
              <a:gd name="connsiteY17" fmla="*/ 0 h 726412"/>
              <a:gd name="connsiteX0" fmla="*/ 1772357 w 3350068"/>
              <a:gd name="connsiteY0" fmla="*/ 0 h 726412"/>
              <a:gd name="connsiteX1" fmla="*/ 2324479 w 3350068"/>
              <a:gd name="connsiteY1" fmla="*/ 138790 h 726412"/>
              <a:gd name="connsiteX2" fmla="*/ 2460878 w 3350068"/>
              <a:gd name="connsiteY2" fmla="*/ 188921 h 726412"/>
              <a:gd name="connsiteX3" fmla="*/ 2462619 w 3350068"/>
              <a:gd name="connsiteY3" fmla="*/ 184210 h 726412"/>
              <a:gd name="connsiteX4" fmla="*/ 3350068 w 3350068"/>
              <a:gd name="connsiteY4" fmla="*/ 183416 h 726412"/>
              <a:gd name="connsiteX5" fmla="*/ 3240530 w 3350068"/>
              <a:gd name="connsiteY5" fmla="*/ 542435 h 726412"/>
              <a:gd name="connsiteX6" fmla="*/ 2328872 w 3350068"/>
              <a:gd name="connsiteY6" fmla="*/ 546007 h 726412"/>
              <a:gd name="connsiteX7" fmla="*/ 2332813 w 3350068"/>
              <a:gd name="connsiteY7" fmla="*/ 535347 h 726412"/>
              <a:gd name="connsiteX8" fmla="*/ 2136212 w 3350068"/>
              <a:gd name="connsiteY8" fmla="*/ 599356 h 726412"/>
              <a:gd name="connsiteX9" fmla="*/ 1566379 w 3350068"/>
              <a:gd name="connsiteY9" fmla="*/ 726282 h 726412"/>
              <a:gd name="connsiteX10" fmla="*/ 884247 w 3350068"/>
              <a:gd name="connsiteY10" fmla="*/ 543429 h 726412"/>
              <a:gd name="connsiteX11" fmla="*/ 885288 w 3350068"/>
              <a:gd name="connsiteY11" fmla="*/ 540108 h 726412"/>
              <a:gd name="connsiteX12" fmla="*/ 0 w 3350068"/>
              <a:gd name="connsiteY12" fmla="*/ 525085 h 726412"/>
              <a:gd name="connsiteX13" fmla="*/ 116238 w 3350068"/>
              <a:gd name="connsiteY13" fmla="*/ 172558 h 726412"/>
              <a:gd name="connsiteX14" fmla="*/ 1008837 w 3350068"/>
              <a:gd name="connsiteY14" fmla="*/ 181034 h 726412"/>
              <a:gd name="connsiteX15" fmla="*/ 1065145 w 3350068"/>
              <a:gd name="connsiteY15" fmla="*/ 157758 h 726412"/>
              <a:gd name="connsiteX16" fmla="*/ 1772357 w 3350068"/>
              <a:gd name="connsiteY16" fmla="*/ 0 h 726412"/>
              <a:gd name="connsiteX0" fmla="*/ 1772357 w 3350068"/>
              <a:gd name="connsiteY0" fmla="*/ 0 h 726412"/>
              <a:gd name="connsiteX1" fmla="*/ 2324479 w 3350068"/>
              <a:gd name="connsiteY1" fmla="*/ 138790 h 726412"/>
              <a:gd name="connsiteX2" fmla="*/ 2460878 w 3350068"/>
              <a:gd name="connsiteY2" fmla="*/ 188921 h 726412"/>
              <a:gd name="connsiteX3" fmla="*/ 2462619 w 3350068"/>
              <a:gd name="connsiteY3" fmla="*/ 184210 h 726412"/>
              <a:gd name="connsiteX4" fmla="*/ 3350068 w 3350068"/>
              <a:gd name="connsiteY4" fmla="*/ 183416 h 726412"/>
              <a:gd name="connsiteX5" fmla="*/ 3240530 w 3350068"/>
              <a:gd name="connsiteY5" fmla="*/ 542435 h 726412"/>
              <a:gd name="connsiteX6" fmla="*/ 2328872 w 3350068"/>
              <a:gd name="connsiteY6" fmla="*/ 546007 h 726412"/>
              <a:gd name="connsiteX7" fmla="*/ 2332813 w 3350068"/>
              <a:gd name="connsiteY7" fmla="*/ 535347 h 726412"/>
              <a:gd name="connsiteX8" fmla="*/ 2136212 w 3350068"/>
              <a:gd name="connsiteY8" fmla="*/ 599356 h 726412"/>
              <a:gd name="connsiteX9" fmla="*/ 1566379 w 3350068"/>
              <a:gd name="connsiteY9" fmla="*/ 726282 h 726412"/>
              <a:gd name="connsiteX10" fmla="*/ 884247 w 3350068"/>
              <a:gd name="connsiteY10" fmla="*/ 543429 h 726412"/>
              <a:gd name="connsiteX11" fmla="*/ 885288 w 3350068"/>
              <a:gd name="connsiteY11" fmla="*/ 540108 h 726412"/>
              <a:gd name="connsiteX12" fmla="*/ 0 w 3350068"/>
              <a:gd name="connsiteY12" fmla="*/ 525085 h 726412"/>
              <a:gd name="connsiteX13" fmla="*/ 116238 w 3350068"/>
              <a:gd name="connsiteY13" fmla="*/ 172558 h 726412"/>
              <a:gd name="connsiteX14" fmla="*/ 1008837 w 3350068"/>
              <a:gd name="connsiteY14" fmla="*/ 181034 h 726412"/>
              <a:gd name="connsiteX15" fmla="*/ 1772357 w 3350068"/>
              <a:gd name="connsiteY15" fmla="*/ 0 h 726412"/>
              <a:gd name="connsiteX0" fmla="*/ 1772357 w 3350068"/>
              <a:gd name="connsiteY0" fmla="*/ 0 h 726412"/>
              <a:gd name="connsiteX1" fmla="*/ 2324479 w 3350068"/>
              <a:gd name="connsiteY1" fmla="*/ 138790 h 726412"/>
              <a:gd name="connsiteX2" fmla="*/ 2460878 w 3350068"/>
              <a:gd name="connsiteY2" fmla="*/ 188921 h 726412"/>
              <a:gd name="connsiteX3" fmla="*/ 2462619 w 3350068"/>
              <a:gd name="connsiteY3" fmla="*/ 184210 h 726412"/>
              <a:gd name="connsiteX4" fmla="*/ 3350068 w 3350068"/>
              <a:gd name="connsiteY4" fmla="*/ 183416 h 726412"/>
              <a:gd name="connsiteX5" fmla="*/ 3240530 w 3350068"/>
              <a:gd name="connsiteY5" fmla="*/ 542435 h 726412"/>
              <a:gd name="connsiteX6" fmla="*/ 2328872 w 3350068"/>
              <a:gd name="connsiteY6" fmla="*/ 546007 h 726412"/>
              <a:gd name="connsiteX7" fmla="*/ 2332813 w 3350068"/>
              <a:gd name="connsiteY7" fmla="*/ 535347 h 726412"/>
              <a:gd name="connsiteX8" fmla="*/ 2136212 w 3350068"/>
              <a:gd name="connsiteY8" fmla="*/ 599356 h 726412"/>
              <a:gd name="connsiteX9" fmla="*/ 1566379 w 3350068"/>
              <a:gd name="connsiteY9" fmla="*/ 726282 h 726412"/>
              <a:gd name="connsiteX10" fmla="*/ 884247 w 3350068"/>
              <a:gd name="connsiteY10" fmla="*/ 543429 h 726412"/>
              <a:gd name="connsiteX11" fmla="*/ 885288 w 3350068"/>
              <a:gd name="connsiteY11" fmla="*/ 540108 h 726412"/>
              <a:gd name="connsiteX12" fmla="*/ 0 w 3350068"/>
              <a:gd name="connsiteY12" fmla="*/ 525085 h 726412"/>
              <a:gd name="connsiteX13" fmla="*/ 116238 w 3350068"/>
              <a:gd name="connsiteY13" fmla="*/ 172558 h 726412"/>
              <a:gd name="connsiteX14" fmla="*/ 1032526 w 3350068"/>
              <a:gd name="connsiteY14" fmla="*/ 191334 h 726412"/>
              <a:gd name="connsiteX15" fmla="*/ 1772357 w 3350068"/>
              <a:gd name="connsiteY15" fmla="*/ 0 h 726412"/>
              <a:gd name="connsiteX0" fmla="*/ 1772357 w 3350068"/>
              <a:gd name="connsiteY0" fmla="*/ 0 h 726412"/>
              <a:gd name="connsiteX1" fmla="*/ 2324479 w 3350068"/>
              <a:gd name="connsiteY1" fmla="*/ 138790 h 726412"/>
              <a:gd name="connsiteX2" fmla="*/ 2460878 w 3350068"/>
              <a:gd name="connsiteY2" fmla="*/ 188921 h 726412"/>
              <a:gd name="connsiteX3" fmla="*/ 2462619 w 3350068"/>
              <a:gd name="connsiteY3" fmla="*/ 184210 h 726412"/>
              <a:gd name="connsiteX4" fmla="*/ 3350068 w 3350068"/>
              <a:gd name="connsiteY4" fmla="*/ 183416 h 726412"/>
              <a:gd name="connsiteX5" fmla="*/ 3240530 w 3350068"/>
              <a:gd name="connsiteY5" fmla="*/ 542435 h 726412"/>
              <a:gd name="connsiteX6" fmla="*/ 2328872 w 3350068"/>
              <a:gd name="connsiteY6" fmla="*/ 546007 h 726412"/>
              <a:gd name="connsiteX7" fmla="*/ 2332813 w 3350068"/>
              <a:gd name="connsiteY7" fmla="*/ 535347 h 726412"/>
              <a:gd name="connsiteX8" fmla="*/ 2136212 w 3350068"/>
              <a:gd name="connsiteY8" fmla="*/ 599356 h 726412"/>
              <a:gd name="connsiteX9" fmla="*/ 1566379 w 3350068"/>
              <a:gd name="connsiteY9" fmla="*/ 726282 h 726412"/>
              <a:gd name="connsiteX10" fmla="*/ 884247 w 3350068"/>
              <a:gd name="connsiteY10" fmla="*/ 543429 h 726412"/>
              <a:gd name="connsiteX11" fmla="*/ 885288 w 3350068"/>
              <a:gd name="connsiteY11" fmla="*/ 540108 h 726412"/>
              <a:gd name="connsiteX12" fmla="*/ 0 w 3350068"/>
              <a:gd name="connsiteY12" fmla="*/ 525085 h 726412"/>
              <a:gd name="connsiteX13" fmla="*/ 116238 w 3350068"/>
              <a:gd name="connsiteY13" fmla="*/ 172558 h 726412"/>
              <a:gd name="connsiteX14" fmla="*/ 1032526 w 3350068"/>
              <a:gd name="connsiteY14" fmla="*/ 191334 h 726412"/>
              <a:gd name="connsiteX15" fmla="*/ 1772357 w 3350068"/>
              <a:gd name="connsiteY15" fmla="*/ 0 h 726412"/>
              <a:gd name="connsiteX0" fmla="*/ 1772357 w 3350068"/>
              <a:gd name="connsiteY0" fmla="*/ 0 h 726412"/>
              <a:gd name="connsiteX1" fmla="*/ 2324479 w 3350068"/>
              <a:gd name="connsiteY1" fmla="*/ 138790 h 726412"/>
              <a:gd name="connsiteX2" fmla="*/ 2460878 w 3350068"/>
              <a:gd name="connsiteY2" fmla="*/ 188921 h 726412"/>
              <a:gd name="connsiteX3" fmla="*/ 2462619 w 3350068"/>
              <a:gd name="connsiteY3" fmla="*/ 184210 h 726412"/>
              <a:gd name="connsiteX4" fmla="*/ 3350068 w 3350068"/>
              <a:gd name="connsiteY4" fmla="*/ 183416 h 726412"/>
              <a:gd name="connsiteX5" fmla="*/ 3240530 w 3350068"/>
              <a:gd name="connsiteY5" fmla="*/ 542435 h 726412"/>
              <a:gd name="connsiteX6" fmla="*/ 2328872 w 3350068"/>
              <a:gd name="connsiteY6" fmla="*/ 546007 h 726412"/>
              <a:gd name="connsiteX7" fmla="*/ 2332813 w 3350068"/>
              <a:gd name="connsiteY7" fmla="*/ 535347 h 726412"/>
              <a:gd name="connsiteX8" fmla="*/ 2136212 w 3350068"/>
              <a:gd name="connsiteY8" fmla="*/ 599356 h 726412"/>
              <a:gd name="connsiteX9" fmla="*/ 1566379 w 3350068"/>
              <a:gd name="connsiteY9" fmla="*/ 726282 h 726412"/>
              <a:gd name="connsiteX10" fmla="*/ 884247 w 3350068"/>
              <a:gd name="connsiteY10" fmla="*/ 543429 h 726412"/>
              <a:gd name="connsiteX11" fmla="*/ 885288 w 3350068"/>
              <a:gd name="connsiteY11" fmla="*/ 540108 h 726412"/>
              <a:gd name="connsiteX12" fmla="*/ 0 w 3350068"/>
              <a:gd name="connsiteY12" fmla="*/ 525085 h 726412"/>
              <a:gd name="connsiteX13" fmla="*/ 116238 w 3350068"/>
              <a:gd name="connsiteY13" fmla="*/ 172558 h 726412"/>
              <a:gd name="connsiteX14" fmla="*/ 1032526 w 3350068"/>
              <a:gd name="connsiteY14" fmla="*/ 191334 h 726412"/>
              <a:gd name="connsiteX15" fmla="*/ 1772357 w 3350068"/>
              <a:gd name="connsiteY15" fmla="*/ 0 h 726412"/>
              <a:gd name="connsiteX0" fmla="*/ 1772357 w 3350068"/>
              <a:gd name="connsiteY0" fmla="*/ 0 h 726412"/>
              <a:gd name="connsiteX1" fmla="*/ 2460878 w 3350068"/>
              <a:gd name="connsiteY1" fmla="*/ 188921 h 726412"/>
              <a:gd name="connsiteX2" fmla="*/ 2462619 w 3350068"/>
              <a:gd name="connsiteY2" fmla="*/ 184210 h 726412"/>
              <a:gd name="connsiteX3" fmla="*/ 3350068 w 3350068"/>
              <a:gd name="connsiteY3" fmla="*/ 183416 h 726412"/>
              <a:gd name="connsiteX4" fmla="*/ 3240530 w 3350068"/>
              <a:gd name="connsiteY4" fmla="*/ 542435 h 726412"/>
              <a:gd name="connsiteX5" fmla="*/ 2328872 w 3350068"/>
              <a:gd name="connsiteY5" fmla="*/ 546007 h 726412"/>
              <a:gd name="connsiteX6" fmla="*/ 2332813 w 3350068"/>
              <a:gd name="connsiteY6" fmla="*/ 535347 h 726412"/>
              <a:gd name="connsiteX7" fmla="*/ 2136212 w 3350068"/>
              <a:gd name="connsiteY7" fmla="*/ 599356 h 726412"/>
              <a:gd name="connsiteX8" fmla="*/ 1566379 w 3350068"/>
              <a:gd name="connsiteY8" fmla="*/ 726282 h 726412"/>
              <a:gd name="connsiteX9" fmla="*/ 884247 w 3350068"/>
              <a:gd name="connsiteY9" fmla="*/ 543429 h 726412"/>
              <a:gd name="connsiteX10" fmla="*/ 885288 w 3350068"/>
              <a:gd name="connsiteY10" fmla="*/ 540108 h 726412"/>
              <a:gd name="connsiteX11" fmla="*/ 0 w 3350068"/>
              <a:gd name="connsiteY11" fmla="*/ 525085 h 726412"/>
              <a:gd name="connsiteX12" fmla="*/ 116238 w 3350068"/>
              <a:gd name="connsiteY12" fmla="*/ 172558 h 726412"/>
              <a:gd name="connsiteX13" fmla="*/ 1032526 w 3350068"/>
              <a:gd name="connsiteY13" fmla="*/ 191334 h 726412"/>
              <a:gd name="connsiteX14" fmla="*/ 1772357 w 3350068"/>
              <a:gd name="connsiteY14" fmla="*/ 0 h 726412"/>
              <a:gd name="connsiteX0" fmla="*/ 1772357 w 3350068"/>
              <a:gd name="connsiteY0" fmla="*/ 0 h 726412"/>
              <a:gd name="connsiteX1" fmla="*/ 2460878 w 3350068"/>
              <a:gd name="connsiteY1" fmla="*/ 188921 h 726412"/>
              <a:gd name="connsiteX2" fmla="*/ 3350068 w 3350068"/>
              <a:gd name="connsiteY2" fmla="*/ 183416 h 726412"/>
              <a:gd name="connsiteX3" fmla="*/ 3240530 w 3350068"/>
              <a:gd name="connsiteY3" fmla="*/ 542435 h 726412"/>
              <a:gd name="connsiteX4" fmla="*/ 2328872 w 3350068"/>
              <a:gd name="connsiteY4" fmla="*/ 546007 h 726412"/>
              <a:gd name="connsiteX5" fmla="*/ 2332813 w 3350068"/>
              <a:gd name="connsiteY5" fmla="*/ 535347 h 726412"/>
              <a:gd name="connsiteX6" fmla="*/ 2136212 w 3350068"/>
              <a:gd name="connsiteY6" fmla="*/ 599356 h 726412"/>
              <a:gd name="connsiteX7" fmla="*/ 1566379 w 3350068"/>
              <a:gd name="connsiteY7" fmla="*/ 726282 h 726412"/>
              <a:gd name="connsiteX8" fmla="*/ 884247 w 3350068"/>
              <a:gd name="connsiteY8" fmla="*/ 543429 h 726412"/>
              <a:gd name="connsiteX9" fmla="*/ 885288 w 3350068"/>
              <a:gd name="connsiteY9" fmla="*/ 540108 h 726412"/>
              <a:gd name="connsiteX10" fmla="*/ 0 w 3350068"/>
              <a:gd name="connsiteY10" fmla="*/ 525085 h 726412"/>
              <a:gd name="connsiteX11" fmla="*/ 116238 w 3350068"/>
              <a:gd name="connsiteY11" fmla="*/ 172558 h 726412"/>
              <a:gd name="connsiteX12" fmla="*/ 1032526 w 3350068"/>
              <a:gd name="connsiteY12" fmla="*/ 191334 h 726412"/>
              <a:gd name="connsiteX13" fmla="*/ 1772357 w 3350068"/>
              <a:gd name="connsiteY13" fmla="*/ 0 h 726412"/>
              <a:gd name="connsiteX0" fmla="*/ 1772357 w 3350068"/>
              <a:gd name="connsiteY0" fmla="*/ 0 h 726412"/>
              <a:gd name="connsiteX1" fmla="*/ 2460878 w 3350068"/>
              <a:gd name="connsiteY1" fmla="*/ 188921 h 726412"/>
              <a:gd name="connsiteX2" fmla="*/ 3350068 w 3350068"/>
              <a:gd name="connsiteY2" fmla="*/ 183416 h 726412"/>
              <a:gd name="connsiteX3" fmla="*/ 3240530 w 3350068"/>
              <a:gd name="connsiteY3" fmla="*/ 542435 h 726412"/>
              <a:gd name="connsiteX4" fmla="*/ 2332813 w 3350068"/>
              <a:gd name="connsiteY4" fmla="*/ 535347 h 726412"/>
              <a:gd name="connsiteX5" fmla="*/ 2136212 w 3350068"/>
              <a:gd name="connsiteY5" fmla="*/ 599356 h 726412"/>
              <a:gd name="connsiteX6" fmla="*/ 1566379 w 3350068"/>
              <a:gd name="connsiteY6" fmla="*/ 726282 h 726412"/>
              <a:gd name="connsiteX7" fmla="*/ 884247 w 3350068"/>
              <a:gd name="connsiteY7" fmla="*/ 543429 h 726412"/>
              <a:gd name="connsiteX8" fmla="*/ 885288 w 3350068"/>
              <a:gd name="connsiteY8" fmla="*/ 540108 h 726412"/>
              <a:gd name="connsiteX9" fmla="*/ 0 w 3350068"/>
              <a:gd name="connsiteY9" fmla="*/ 525085 h 726412"/>
              <a:gd name="connsiteX10" fmla="*/ 116238 w 3350068"/>
              <a:gd name="connsiteY10" fmla="*/ 172558 h 726412"/>
              <a:gd name="connsiteX11" fmla="*/ 1032526 w 3350068"/>
              <a:gd name="connsiteY11" fmla="*/ 191334 h 726412"/>
              <a:gd name="connsiteX12" fmla="*/ 1772357 w 3350068"/>
              <a:gd name="connsiteY12" fmla="*/ 0 h 726412"/>
              <a:gd name="connsiteX0" fmla="*/ 1772357 w 3350068"/>
              <a:gd name="connsiteY0" fmla="*/ 0 h 726412"/>
              <a:gd name="connsiteX1" fmla="*/ 2460878 w 3350068"/>
              <a:gd name="connsiteY1" fmla="*/ 188921 h 726412"/>
              <a:gd name="connsiteX2" fmla="*/ 3350068 w 3350068"/>
              <a:gd name="connsiteY2" fmla="*/ 183416 h 726412"/>
              <a:gd name="connsiteX3" fmla="*/ 3240530 w 3350068"/>
              <a:gd name="connsiteY3" fmla="*/ 542435 h 726412"/>
              <a:gd name="connsiteX4" fmla="*/ 2312214 w 3350068"/>
              <a:gd name="connsiteY4" fmla="*/ 525047 h 726412"/>
              <a:gd name="connsiteX5" fmla="*/ 2136212 w 3350068"/>
              <a:gd name="connsiteY5" fmla="*/ 599356 h 726412"/>
              <a:gd name="connsiteX6" fmla="*/ 1566379 w 3350068"/>
              <a:gd name="connsiteY6" fmla="*/ 726282 h 726412"/>
              <a:gd name="connsiteX7" fmla="*/ 884247 w 3350068"/>
              <a:gd name="connsiteY7" fmla="*/ 543429 h 726412"/>
              <a:gd name="connsiteX8" fmla="*/ 885288 w 3350068"/>
              <a:gd name="connsiteY8" fmla="*/ 540108 h 726412"/>
              <a:gd name="connsiteX9" fmla="*/ 0 w 3350068"/>
              <a:gd name="connsiteY9" fmla="*/ 525085 h 726412"/>
              <a:gd name="connsiteX10" fmla="*/ 116238 w 3350068"/>
              <a:gd name="connsiteY10" fmla="*/ 172558 h 726412"/>
              <a:gd name="connsiteX11" fmla="*/ 1032526 w 3350068"/>
              <a:gd name="connsiteY11" fmla="*/ 191334 h 726412"/>
              <a:gd name="connsiteX12" fmla="*/ 1772357 w 3350068"/>
              <a:gd name="connsiteY12" fmla="*/ 0 h 726412"/>
              <a:gd name="connsiteX0" fmla="*/ 1772357 w 3350068"/>
              <a:gd name="connsiteY0" fmla="*/ 0 h 726412"/>
              <a:gd name="connsiteX1" fmla="*/ 2460878 w 3350068"/>
              <a:gd name="connsiteY1" fmla="*/ 188921 h 726412"/>
              <a:gd name="connsiteX2" fmla="*/ 3350068 w 3350068"/>
              <a:gd name="connsiteY2" fmla="*/ 183416 h 726412"/>
              <a:gd name="connsiteX3" fmla="*/ 3236410 w 3350068"/>
              <a:gd name="connsiteY3" fmla="*/ 536255 h 726412"/>
              <a:gd name="connsiteX4" fmla="*/ 2312214 w 3350068"/>
              <a:gd name="connsiteY4" fmla="*/ 525047 h 726412"/>
              <a:gd name="connsiteX5" fmla="*/ 2136212 w 3350068"/>
              <a:gd name="connsiteY5" fmla="*/ 599356 h 726412"/>
              <a:gd name="connsiteX6" fmla="*/ 1566379 w 3350068"/>
              <a:gd name="connsiteY6" fmla="*/ 726282 h 726412"/>
              <a:gd name="connsiteX7" fmla="*/ 884247 w 3350068"/>
              <a:gd name="connsiteY7" fmla="*/ 543429 h 726412"/>
              <a:gd name="connsiteX8" fmla="*/ 885288 w 3350068"/>
              <a:gd name="connsiteY8" fmla="*/ 540108 h 726412"/>
              <a:gd name="connsiteX9" fmla="*/ 0 w 3350068"/>
              <a:gd name="connsiteY9" fmla="*/ 525085 h 726412"/>
              <a:gd name="connsiteX10" fmla="*/ 116238 w 3350068"/>
              <a:gd name="connsiteY10" fmla="*/ 172558 h 726412"/>
              <a:gd name="connsiteX11" fmla="*/ 1032526 w 3350068"/>
              <a:gd name="connsiteY11" fmla="*/ 191334 h 726412"/>
              <a:gd name="connsiteX12" fmla="*/ 1772357 w 3350068"/>
              <a:gd name="connsiteY12" fmla="*/ 0 h 726412"/>
              <a:gd name="connsiteX0" fmla="*/ 1772357 w 3349038"/>
              <a:gd name="connsiteY0" fmla="*/ 0 h 726412"/>
              <a:gd name="connsiteX1" fmla="*/ 2460878 w 3349038"/>
              <a:gd name="connsiteY1" fmla="*/ 188921 h 726412"/>
              <a:gd name="connsiteX2" fmla="*/ 3349038 w 3349038"/>
              <a:gd name="connsiteY2" fmla="*/ 189596 h 726412"/>
              <a:gd name="connsiteX3" fmla="*/ 3236410 w 3349038"/>
              <a:gd name="connsiteY3" fmla="*/ 536255 h 726412"/>
              <a:gd name="connsiteX4" fmla="*/ 2312214 w 3349038"/>
              <a:gd name="connsiteY4" fmla="*/ 525047 h 726412"/>
              <a:gd name="connsiteX5" fmla="*/ 2136212 w 3349038"/>
              <a:gd name="connsiteY5" fmla="*/ 599356 h 726412"/>
              <a:gd name="connsiteX6" fmla="*/ 1566379 w 3349038"/>
              <a:gd name="connsiteY6" fmla="*/ 726282 h 726412"/>
              <a:gd name="connsiteX7" fmla="*/ 884247 w 3349038"/>
              <a:gd name="connsiteY7" fmla="*/ 543429 h 726412"/>
              <a:gd name="connsiteX8" fmla="*/ 885288 w 3349038"/>
              <a:gd name="connsiteY8" fmla="*/ 540108 h 726412"/>
              <a:gd name="connsiteX9" fmla="*/ 0 w 3349038"/>
              <a:gd name="connsiteY9" fmla="*/ 525085 h 726412"/>
              <a:gd name="connsiteX10" fmla="*/ 116238 w 3349038"/>
              <a:gd name="connsiteY10" fmla="*/ 172558 h 726412"/>
              <a:gd name="connsiteX11" fmla="*/ 1032526 w 3349038"/>
              <a:gd name="connsiteY11" fmla="*/ 191334 h 726412"/>
              <a:gd name="connsiteX12" fmla="*/ 1772357 w 3349038"/>
              <a:gd name="connsiteY12" fmla="*/ 0 h 726412"/>
              <a:gd name="connsiteX0" fmla="*/ 1772357 w 3349038"/>
              <a:gd name="connsiteY0" fmla="*/ 0 h 726412"/>
              <a:gd name="connsiteX1" fmla="*/ 2477357 w 3349038"/>
              <a:gd name="connsiteY1" fmla="*/ 193041 h 726412"/>
              <a:gd name="connsiteX2" fmla="*/ 3349038 w 3349038"/>
              <a:gd name="connsiteY2" fmla="*/ 189596 h 726412"/>
              <a:gd name="connsiteX3" fmla="*/ 3236410 w 3349038"/>
              <a:gd name="connsiteY3" fmla="*/ 536255 h 726412"/>
              <a:gd name="connsiteX4" fmla="*/ 2312214 w 3349038"/>
              <a:gd name="connsiteY4" fmla="*/ 525047 h 726412"/>
              <a:gd name="connsiteX5" fmla="*/ 2136212 w 3349038"/>
              <a:gd name="connsiteY5" fmla="*/ 599356 h 726412"/>
              <a:gd name="connsiteX6" fmla="*/ 1566379 w 3349038"/>
              <a:gd name="connsiteY6" fmla="*/ 726282 h 726412"/>
              <a:gd name="connsiteX7" fmla="*/ 884247 w 3349038"/>
              <a:gd name="connsiteY7" fmla="*/ 543429 h 726412"/>
              <a:gd name="connsiteX8" fmla="*/ 885288 w 3349038"/>
              <a:gd name="connsiteY8" fmla="*/ 540108 h 726412"/>
              <a:gd name="connsiteX9" fmla="*/ 0 w 3349038"/>
              <a:gd name="connsiteY9" fmla="*/ 525085 h 726412"/>
              <a:gd name="connsiteX10" fmla="*/ 116238 w 3349038"/>
              <a:gd name="connsiteY10" fmla="*/ 172558 h 726412"/>
              <a:gd name="connsiteX11" fmla="*/ 1032526 w 3349038"/>
              <a:gd name="connsiteY11" fmla="*/ 191334 h 726412"/>
              <a:gd name="connsiteX12" fmla="*/ 1772357 w 3349038"/>
              <a:gd name="connsiteY12" fmla="*/ 0 h 726412"/>
              <a:gd name="connsiteX0" fmla="*/ 1772357 w 3349038"/>
              <a:gd name="connsiteY0" fmla="*/ 0 h 716135"/>
              <a:gd name="connsiteX1" fmla="*/ 2477357 w 3349038"/>
              <a:gd name="connsiteY1" fmla="*/ 193041 h 716135"/>
              <a:gd name="connsiteX2" fmla="*/ 3349038 w 3349038"/>
              <a:gd name="connsiteY2" fmla="*/ 189596 h 716135"/>
              <a:gd name="connsiteX3" fmla="*/ 3236410 w 3349038"/>
              <a:gd name="connsiteY3" fmla="*/ 536255 h 716135"/>
              <a:gd name="connsiteX4" fmla="*/ 2312214 w 3349038"/>
              <a:gd name="connsiteY4" fmla="*/ 525047 h 716135"/>
              <a:gd name="connsiteX5" fmla="*/ 2136212 w 3349038"/>
              <a:gd name="connsiteY5" fmla="*/ 599356 h 716135"/>
              <a:gd name="connsiteX6" fmla="*/ 1566379 w 3349038"/>
              <a:gd name="connsiteY6" fmla="*/ 715981 h 716135"/>
              <a:gd name="connsiteX7" fmla="*/ 884247 w 3349038"/>
              <a:gd name="connsiteY7" fmla="*/ 543429 h 716135"/>
              <a:gd name="connsiteX8" fmla="*/ 885288 w 3349038"/>
              <a:gd name="connsiteY8" fmla="*/ 540108 h 716135"/>
              <a:gd name="connsiteX9" fmla="*/ 0 w 3349038"/>
              <a:gd name="connsiteY9" fmla="*/ 525085 h 716135"/>
              <a:gd name="connsiteX10" fmla="*/ 116238 w 3349038"/>
              <a:gd name="connsiteY10" fmla="*/ 172558 h 716135"/>
              <a:gd name="connsiteX11" fmla="*/ 1032526 w 3349038"/>
              <a:gd name="connsiteY11" fmla="*/ 191334 h 716135"/>
              <a:gd name="connsiteX12" fmla="*/ 1772357 w 3349038"/>
              <a:gd name="connsiteY12" fmla="*/ 0 h 716135"/>
              <a:gd name="connsiteX0" fmla="*/ 1772357 w 3349038"/>
              <a:gd name="connsiteY0" fmla="*/ 0 h 716135"/>
              <a:gd name="connsiteX1" fmla="*/ 2477357 w 3349038"/>
              <a:gd name="connsiteY1" fmla="*/ 193041 h 716135"/>
              <a:gd name="connsiteX2" fmla="*/ 3349038 w 3349038"/>
              <a:gd name="connsiteY2" fmla="*/ 189596 h 716135"/>
              <a:gd name="connsiteX3" fmla="*/ 3236410 w 3349038"/>
              <a:gd name="connsiteY3" fmla="*/ 536255 h 716135"/>
              <a:gd name="connsiteX4" fmla="*/ 2312214 w 3349038"/>
              <a:gd name="connsiteY4" fmla="*/ 525047 h 716135"/>
              <a:gd name="connsiteX5" fmla="*/ 2136212 w 3349038"/>
              <a:gd name="connsiteY5" fmla="*/ 599356 h 716135"/>
              <a:gd name="connsiteX6" fmla="*/ 1566379 w 3349038"/>
              <a:gd name="connsiteY6" fmla="*/ 715981 h 716135"/>
              <a:gd name="connsiteX7" fmla="*/ 884247 w 3349038"/>
              <a:gd name="connsiteY7" fmla="*/ 543429 h 716135"/>
              <a:gd name="connsiteX8" fmla="*/ 0 w 3349038"/>
              <a:gd name="connsiteY8" fmla="*/ 525085 h 716135"/>
              <a:gd name="connsiteX9" fmla="*/ 116238 w 3349038"/>
              <a:gd name="connsiteY9" fmla="*/ 172558 h 716135"/>
              <a:gd name="connsiteX10" fmla="*/ 1032526 w 3349038"/>
              <a:gd name="connsiteY10" fmla="*/ 191334 h 716135"/>
              <a:gd name="connsiteX11" fmla="*/ 1772357 w 3349038"/>
              <a:gd name="connsiteY11" fmla="*/ 0 h 716135"/>
              <a:gd name="connsiteX0" fmla="*/ 1772357 w 3349038"/>
              <a:gd name="connsiteY0" fmla="*/ 0 h 716135"/>
              <a:gd name="connsiteX1" fmla="*/ 2477357 w 3349038"/>
              <a:gd name="connsiteY1" fmla="*/ 193041 h 716135"/>
              <a:gd name="connsiteX2" fmla="*/ 3349038 w 3349038"/>
              <a:gd name="connsiteY2" fmla="*/ 189596 h 716135"/>
              <a:gd name="connsiteX3" fmla="*/ 3236410 w 3349038"/>
              <a:gd name="connsiteY3" fmla="*/ 536255 h 716135"/>
              <a:gd name="connsiteX4" fmla="*/ 2312214 w 3349038"/>
              <a:gd name="connsiteY4" fmla="*/ 525047 h 716135"/>
              <a:gd name="connsiteX5" fmla="*/ 2136212 w 3349038"/>
              <a:gd name="connsiteY5" fmla="*/ 599356 h 716135"/>
              <a:gd name="connsiteX6" fmla="*/ 1566379 w 3349038"/>
              <a:gd name="connsiteY6" fmla="*/ 715981 h 716135"/>
              <a:gd name="connsiteX7" fmla="*/ 871888 w 3349038"/>
              <a:gd name="connsiteY7" fmla="*/ 521799 h 716135"/>
              <a:gd name="connsiteX8" fmla="*/ 0 w 3349038"/>
              <a:gd name="connsiteY8" fmla="*/ 525085 h 716135"/>
              <a:gd name="connsiteX9" fmla="*/ 116238 w 3349038"/>
              <a:gd name="connsiteY9" fmla="*/ 172558 h 716135"/>
              <a:gd name="connsiteX10" fmla="*/ 1032526 w 3349038"/>
              <a:gd name="connsiteY10" fmla="*/ 191334 h 716135"/>
              <a:gd name="connsiteX11" fmla="*/ 1772357 w 3349038"/>
              <a:gd name="connsiteY11" fmla="*/ 0 h 716135"/>
              <a:gd name="connsiteX0" fmla="*/ 1772357 w 3349038"/>
              <a:gd name="connsiteY0" fmla="*/ 0 h 716135"/>
              <a:gd name="connsiteX1" fmla="*/ 2477357 w 3349038"/>
              <a:gd name="connsiteY1" fmla="*/ 193041 h 716135"/>
              <a:gd name="connsiteX2" fmla="*/ 3349038 w 3349038"/>
              <a:gd name="connsiteY2" fmla="*/ 189596 h 716135"/>
              <a:gd name="connsiteX3" fmla="*/ 3236410 w 3349038"/>
              <a:gd name="connsiteY3" fmla="*/ 536255 h 716135"/>
              <a:gd name="connsiteX4" fmla="*/ 2312214 w 3349038"/>
              <a:gd name="connsiteY4" fmla="*/ 525047 h 716135"/>
              <a:gd name="connsiteX5" fmla="*/ 2136212 w 3349038"/>
              <a:gd name="connsiteY5" fmla="*/ 599356 h 716135"/>
              <a:gd name="connsiteX6" fmla="*/ 1566379 w 3349038"/>
              <a:gd name="connsiteY6" fmla="*/ 715981 h 716135"/>
              <a:gd name="connsiteX7" fmla="*/ 871888 w 3349038"/>
              <a:gd name="connsiteY7" fmla="*/ 521799 h 716135"/>
              <a:gd name="connsiteX8" fmla="*/ 0 w 3349038"/>
              <a:gd name="connsiteY8" fmla="*/ 525085 h 716135"/>
              <a:gd name="connsiteX9" fmla="*/ 116238 w 3349038"/>
              <a:gd name="connsiteY9" fmla="*/ 172558 h 716135"/>
              <a:gd name="connsiteX10" fmla="*/ 1032526 w 3349038"/>
              <a:gd name="connsiteY10" fmla="*/ 191334 h 716135"/>
              <a:gd name="connsiteX11" fmla="*/ 1772357 w 3349038"/>
              <a:gd name="connsiteY11" fmla="*/ 0 h 716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49038" h="716135">
                <a:moveTo>
                  <a:pt x="1772357" y="0"/>
                </a:moveTo>
                <a:cubicBezTo>
                  <a:pt x="2010416" y="-402"/>
                  <a:pt x="2362313" y="162339"/>
                  <a:pt x="2477357" y="193041"/>
                </a:cubicBezTo>
                <a:lnTo>
                  <a:pt x="3349038" y="189596"/>
                </a:lnTo>
                <a:lnTo>
                  <a:pt x="3236410" y="536255"/>
                </a:lnTo>
                <a:lnTo>
                  <a:pt x="2312214" y="525047"/>
                </a:lnTo>
                <a:lnTo>
                  <a:pt x="2136212" y="599356"/>
                </a:lnTo>
                <a:cubicBezTo>
                  <a:pt x="1936557" y="666110"/>
                  <a:pt x="1742427" y="719381"/>
                  <a:pt x="1566379" y="715981"/>
                </a:cubicBezTo>
                <a:cubicBezTo>
                  <a:pt x="1312808" y="695512"/>
                  <a:pt x="1099265" y="600260"/>
                  <a:pt x="871888" y="521799"/>
                </a:cubicBezTo>
                <a:lnTo>
                  <a:pt x="0" y="525085"/>
                </a:lnTo>
                <a:lnTo>
                  <a:pt x="116238" y="172558"/>
                </a:lnTo>
                <a:lnTo>
                  <a:pt x="1032526" y="191334"/>
                </a:lnTo>
                <a:cubicBezTo>
                  <a:pt x="1445990" y="8080"/>
                  <a:pt x="1586515" y="9190"/>
                  <a:pt x="177235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975" dirty="0"/>
          </a:p>
        </p:txBody>
      </p:sp>
      <p:sp>
        <p:nvSpPr>
          <p:cNvPr id="53" name="楕円 117">
            <a:extLst>
              <a:ext uri="{FF2B5EF4-FFF2-40B4-BE49-F238E27FC236}">
                <a16:creationId xmlns:a16="http://schemas.microsoft.com/office/drawing/2014/main" id="{7EF76A7E-5568-BD71-66A9-4F71F288247B}"/>
              </a:ext>
            </a:extLst>
          </p:cNvPr>
          <p:cNvSpPr/>
          <p:nvPr/>
        </p:nvSpPr>
        <p:spPr>
          <a:xfrm>
            <a:off x="7138448" y="3339250"/>
            <a:ext cx="1060245" cy="387564"/>
          </a:xfrm>
          <a:custGeom>
            <a:avLst/>
            <a:gdLst>
              <a:gd name="connsiteX0" fmla="*/ 0 w 746901"/>
              <a:gd name="connsiteY0" fmla="*/ 148002 h 296004"/>
              <a:gd name="connsiteX1" fmla="*/ 373451 w 746901"/>
              <a:gd name="connsiteY1" fmla="*/ 0 h 296004"/>
              <a:gd name="connsiteX2" fmla="*/ 746902 w 746901"/>
              <a:gd name="connsiteY2" fmla="*/ 148002 h 296004"/>
              <a:gd name="connsiteX3" fmla="*/ 373451 w 746901"/>
              <a:gd name="connsiteY3" fmla="*/ 296004 h 296004"/>
              <a:gd name="connsiteX4" fmla="*/ 0 w 746901"/>
              <a:gd name="connsiteY4" fmla="*/ 148002 h 296004"/>
              <a:gd name="connsiteX0" fmla="*/ 48920 w 795822"/>
              <a:gd name="connsiteY0" fmla="*/ 148002 h 312673"/>
              <a:gd name="connsiteX1" fmla="*/ 422371 w 795822"/>
              <a:gd name="connsiteY1" fmla="*/ 0 h 312673"/>
              <a:gd name="connsiteX2" fmla="*/ 795822 w 795822"/>
              <a:gd name="connsiteY2" fmla="*/ 148002 h 312673"/>
              <a:gd name="connsiteX3" fmla="*/ 141383 w 795822"/>
              <a:gd name="connsiteY3" fmla="*/ 312673 h 312673"/>
              <a:gd name="connsiteX4" fmla="*/ 48920 w 795822"/>
              <a:gd name="connsiteY4" fmla="*/ 148002 h 312673"/>
              <a:gd name="connsiteX0" fmla="*/ 63151 w 814146"/>
              <a:gd name="connsiteY0" fmla="*/ 209915 h 374586"/>
              <a:gd name="connsiteX1" fmla="*/ 648533 w 814146"/>
              <a:gd name="connsiteY1" fmla="*/ 0 h 374586"/>
              <a:gd name="connsiteX2" fmla="*/ 810053 w 814146"/>
              <a:gd name="connsiteY2" fmla="*/ 209915 h 374586"/>
              <a:gd name="connsiteX3" fmla="*/ 155614 w 814146"/>
              <a:gd name="connsiteY3" fmla="*/ 374586 h 374586"/>
              <a:gd name="connsiteX4" fmla="*/ 63151 w 814146"/>
              <a:gd name="connsiteY4" fmla="*/ 209915 h 374586"/>
              <a:gd name="connsiteX0" fmla="*/ 43073 w 863794"/>
              <a:gd name="connsiteY0" fmla="*/ 210266 h 376132"/>
              <a:gd name="connsiteX1" fmla="*/ 628455 w 863794"/>
              <a:gd name="connsiteY1" fmla="*/ 351 h 376132"/>
              <a:gd name="connsiteX2" fmla="*/ 863794 w 863794"/>
              <a:gd name="connsiteY2" fmla="*/ 262654 h 376132"/>
              <a:gd name="connsiteX3" fmla="*/ 135536 w 863794"/>
              <a:gd name="connsiteY3" fmla="*/ 374937 h 376132"/>
              <a:gd name="connsiteX4" fmla="*/ 43073 w 863794"/>
              <a:gd name="connsiteY4" fmla="*/ 210266 h 376132"/>
              <a:gd name="connsiteX0" fmla="*/ 24610 w 964393"/>
              <a:gd name="connsiteY0" fmla="*/ 139085 h 382283"/>
              <a:gd name="connsiteX1" fmla="*/ 729054 w 964393"/>
              <a:gd name="connsiteY1" fmla="*/ 2989 h 382283"/>
              <a:gd name="connsiteX2" fmla="*/ 964393 w 964393"/>
              <a:gd name="connsiteY2" fmla="*/ 265292 h 382283"/>
              <a:gd name="connsiteX3" fmla="*/ 236135 w 964393"/>
              <a:gd name="connsiteY3" fmla="*/ 377575 h 382283"/>
              <a:gd name="connsiteX4" fmla="*/ 24610 w 964393"/>
              <a:gd name="connsiteY4" fmla="*/ 139085 h 382283"/>
              <a:gd name="connsiteX0" fmla="*/ 21471 w 961254"/>
              <a:gd name="connsiteY0" fmla="*/ 194975 h 438173"/>
              <a:gd name="connsiteX1" fmla="*/ 677250 w 961254"/>
              <a:gd name="connsiteY1" fmla="*/ 2102 h 438173"/>
              <a:gd name="connsiteX2" fmla="*/ 961254 w 961254"/>
              <a:gd name="connsiteY2" fmla="*/ 321182 h 438173"/>
              <a:gd name="connsiteX3" fmla="*/ 232996 w 961254"/>
              <a:gd name="connsiteY3" fmla="*/ 433465 h 438173"/>
              <a:gd name="connsiteX4" fmla="*/ 21471 w 961254"/>
              <a:gd name="connsiteY4" fmla="*/ 194975 h 438173"/>
              <a:gd name="connsiteX0" fmla="*/ 21120 w 964958"/>
              <a:gd name="connsiteY0" fmla="*/ 238217 h 434534"/>
              <a:gd name="connsiteX1" fmla="*/ 680954 w 964958"/>
              <a:gd name="connsiteY1" fmla="*/ 734 h 434534"/>
              <a:gd name="connsiteX2" fmla="*/ 964958 w 964958"/>
              <a:gd name="connsiteY2" fmla="*/ 319814 h 434534"/>
              <a:gd name="connsiteX3" fmla="*/ 236700 w 964958"/>
              <a:gd name="connsiteY3" fmla="*/ 432097 h 434534"/>
              <a:gd name="connsiteX4" fmla="*/ 21120 w 964958"/>
              <a:gd name="connsiteY4" fmla="*/ 238217 h 434534"/>
              <a:gd name="connsiteX0" fmla="*/ 23821 w 1125822"/>
              <a:gd name="connsiteY0" fmla="*/ 237612 h 431745"/>
              <a:gd name="connsiteX1" fmla="*/ 683655 w 1125822"/>
              <a:gd name="connsiteY1" fmla="*/ 129 h 431745"/>
              <a:gd name="connsiteX2" fmla="*/ 1125822 w 1125822"/>
              <a:gd name="connsiteY2" fmla="*/ 270543 h 431745"/>
              <a:gd name="connsiteX3" fmla="*/ 239401 w 1125822"/>
              <a:gd name="connsiteY3" fmla="*/ 431492 h 431745"/>
              <a:gd name="connsiteX4" fmla="*/ 23821 w 1125822"/>
              <a:gd name="connsiteY4" fmla="*/ 237612 h 431745"/>
              <a:gd name="connsiteX0" fmla="*/ 23063 w 1125064"/>
              <a:gd name="connsiteY0" fmla="*/ 237608 h 391390"/>
              <a:gd name="connsiteX1" fmla="*/ 682897 w 1125064"/>
              <a:gd name="connsiteY1" fmla="*/ 125 h 391390"/>
              <a:gd name="connsiteX2" fmla="*/ 1125064 w 1125064"/>
              <a:gd name="connsiteY2" fmla="*/ 270539 h 391390"/>
              <a:gd name="connsiteX3" fmla="*/ 242699 w 1125064"/>
              <a:gd name="connsiteY3" fmla="*/ 390933 h 391390"/>
              <a:gd name="connsiteX4" fmla="*/ 23063 w 1125064"/>
              <a:gd name="connsiteY4" fmla="*/ 237608 h 391390"/>
              <a:gd name="connsiteX0" fmla="*/ 25430 w 1127431"/>
              <a:gd name="connsiteY0" fmla="*/ 237608 h 416855"/>
              <a:gd name="connsiteX1" fmla="*/ 685264 w 1127431"/>
              <a:gd name="connsiteY1" fmla="*/ 125 h 416855"/>
              <a:gd name="connsiteX2" fmla="*/ 1127431 w 1127431"/>
              <a:gd name="connsiteY2" fmla="*/ 270539 h 416855"/>
              <a:gd name="connsiteX3" fmla="*/ 245066 w 1127431"/>
              <a:gd name="connsiteY3" fmla="*/ 390933 h 416855"/>
              <a:gd name="connsiteX4" fmla="*/ 25430 w 1127431"/>
              <a:gd name="connsiteY4" fmla="*/ 237608 h 416855"/>
              <a:gd name="connsiteX0" fmla="*/ 17593 w 1119594"/>
              <a:gd name="connsiteY0" fmla="*/ 237613 h 463865"/>
              <a:gd name="connsiteX1" fmla="*/ 677427 w 1119594"/>
              <a:gd name="connsiteY1" fmla="*/ 130 h 463865"/>
              <a:gd name="connsiteX2" fmla="*/ 1119594 w 1119594"/>
              <a:gd name="connsiteY2" fmla="*/ 270544 h 463865"/>
              <a:gd name="connsiteX3" fmla="*/ 281839 w 1119594"/>
              <a:gd name="connsiteY3" fmla="*/ 443660 h 463865"/>
              <a:gd name="connsiteX4" fmla="*/ 17593 w 1119594"/>
              <a:gd name="connsiteY4" fmla="*/ 237613 h 463865"/>
              <a:gd name="connsiteX0" fmla="*/ 34056 w 990060"/>
              <a:gd name="connsiteY0" fmla="*/ 178055 h 446468"/>
              <a:gd name="connsiteX1" fmla="*/ 547893 w 990060"/>
              <a:gd name="connsiteY1" fmla="*/ 1404 h 446468"/>
              <a:gd name="connsiteX2" fmla="*/ 990060 w 990060"/>
              <a:gd name="connsiteY2" fmla="*/ 271818 h 446468"/>
              <a:gd name="connsiteX3" fmla="*/ 152305 w 990060"/>
              <a:gd name="connsiteY3" fmla="*/ 444934 h 446468"/>
              <a:gd name="connsiteX4" fmla="*/ 34056 w 990060"/>
              <a:gd name="connsiteY4" fmla="*/ 178055 h 446468"/>
              <a:gd name="connsiteX0" fmla="*/ 4144 w 960148"/>
              <a:gd name="connsiteY0" fmla="*/ 178069 h 454496"/>
              <a:gd name="connsiteX1" fmla="*/ 517981 w 960148"/>
              <a:gd name="connsiteY1" fmla="*/ 1418 h 454496"/>
              <a:gd name="connsiteX2" fmla="*/ 960148 w 960148"/>
              <a:gd name="connsiteY2" fmla="*/ 271832 h 454496"/>
              <a:gd name="connsiteX3" fmla="*/ 312999 w 960148"/>
              <a:gd name="connsiteY3" fmla="*/ 453059 h 454496"/>
              <a:gd name="connsiteX4" fmla="*/ 4144 w 960148"/>
              <a:gd name="connsiteY4" fmla="*/ 178069 h 454496"/>
              <a:gd name="connsiteX0" fmla="*/ 2562 w 1116730"/>
              <a:gd name="connsiteY0" fmla="*/ 225577 h 452276"/>
              <a:gd name="connsiteX1" fmla="*/ 674563 w 1116730"/>
              <a:gd name="connsiteY1" fmla="*/ 260 h 452276"/>
              <a:gd name="connsiteX2" fmla="*/ 1116730 w 1116730"/>
              <a:gd name="connsiteY2" fmla="*/ 270674 h 452276"/>
              <a:gd name="connsiteX3" fmla="*/ 469581 w 1116730"/>
              <a:gd name="connsiteY3" fmla="*/ 451901 h 452276"/>
              <a:gd name="connsiteX4" fmla="*/ 2562 w 1116730"/>
              <a:gd name="connsiteY4" fmla="*/ 225577 h 452276"/>
              <a:gd name="connsiteX0" fmla="*/ 2628 w 1169517"/>
              <a:gd name="connsiteY0" fmla="*/ 225320 h 451647"/>
              <a:gd name="connsiteX1" fmla="*/ 674629 w 1169517"/>
              <a:gd name="connsiteY1" fmla="*/ 3 h 451647"/>
              <a:gd name="connsiteX2" fmla="*/ 1169517 w 1169517"/>
              <a:gd name="connsiteY2" fmla="*/ 229862 h 451647"/>
              <a:gd name="connsiteX3" fmla="*/ 469647 w 1169517"/>
              <a:gd name="connsiteY3" fmla="*/ 451644 h 451647"/>
              <a:gd name="connsiteX4" fmla="*/ 2628 w 1169517"/>
              <a:gd name="connsiteY4" fmla="*/ 225320 h 4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9517" h="451647">
                <a:moveTo>
                  <a:pt x="2628" y="225320"/>
                </a:moveTo>
                <a:cubicBezTo>
                  <a:pt x="36792" y="150047"/>
                  <a:pt x="480148" y="-754"/>
                  <a:pt x="674629" y="3"/>
                </a:cubicBezTo>
                <a:cubicBezTo>
                  <a:pt x="869111" y="760"/>
                  <a:pt x="1169517" y="148123"/>
                  <a:pt x="1169517" y="229862"/>
                </a:cubicBezTo>
                <a:cubicBezTo>
                  <a:pt x="1169517" y="311601"/>
                  <a:pt x="664129" y="452401"/>
                  <a:pt x="469647" y="451644"/>
                </a:cubicBezTo>
                <a:cubicBezTo>
                  <a:pt x="275166" y="450887"/>
                  <a:pt x="-31536" y="300593"/>
                  <a:pt x="2628" y="225320"/>
                </a:cubicBez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 dirty="0"/>
          </a:p>
        </p:txBody>
      </p: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3F139E8B-6340-4C3A-33D8-8C4A8E71BE50}"/>
              </a:ext>
            </a:extLst>
          </p:cNvPr>
          <p:cNvGrpSpPr/>
          <p:nvPr/>
        </p:nvGrpSpPr>
        <p:grpSpPr>
          <a:xfrm>
            <a:off x="6295081" y="3052084"/>
            <a:ext cx="516583" cy="225656"/>
            <a:chOff x="1540368" y="4168669"/>
            <a:chExt cx="635794" cy="277731"/>
          </a:xfrm>
        </p:grpSpPr>
        <p:cxnSp>
          <p:nvCxnSpPr>
            <p:cNvPr id="64" name="直線矢印コネクタ 63">
              <a:extLst>
                <a:ext uri="{FF2B5EF4-FFF2-40B4-BE49-F238E27FC236}">
                  <a16:creationId xmlns:a16="http://schemas.microsoft.com/office/drawing/2014/main" id="{2676AFF0-7AB6-9F95-9D63-0B41917172D5}"/>
                </a:ext>
              </a:extLst>
            </p:cNvPr>
            <p:cNvCxnSpPr/>
            <p:nvPr/>
          </p:nvCxnSpPr>
          <p:spPr>
            <a:xfrm>
              <a:off x="1540368" y="4446400"/>
              <a:ext cx="63579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フリーフォーム: 図形 64">
              <a:extLst>
                <a:ext uri="{FF2B5EF4-FFF2-40B4-BE49-F238E27FC236}">
                  <a16:creationId xmlns:a16="http://schemas.microsoft.com/office/drawing/2014/main" id="{11072771-C028-6748-A60D-BE3639B24425}"/>
                </a:ext>
              </a:extLst>
            </p:cNvPr>
            <p:cNvSpPr/>
            <p:nvPr/>
          </p:nvSpPr>
          <p:spPr>
            <a:xfrm flipV="1">
              <a:off x="1744547" y="4168669"/>
              <a:ext cx="149928" cy="212874"/>
            </a:xfrm>
            <a:custGeom>
              <a:avLst/>
              <a:gdLst>
                <a:gd name="connsiteX0" fmla="*/ 109459 w 149928"/>
                <a:gd name="connsiteY0" fmla="*/ 187498 h 212874"/>
                <a:gd name="connsiteX1" fmla="*/ 138927 w 149928"/>
                <a:gd name="connsiteY1" fmla="*/ 201836 h 212874"/>
                <a:gd name="connsiteX2" fmla="*/ 149289 w 149928"/>
                <a:gd name="connsiteY2" fmla="*/ 207758 h 212874"/>
                <a:gd name="connsiteX3" fmla="*/ 144432 w 149928"/>
                <a:gd name="connsiteY3" fmla="*/ 211497 h 212874"/>
                <a:gd name="connsiteX4" fmla="*/ 101687 w 149928"/>
                <a:gd name="connsiteY4" fmla="*/ 210563 h 212874"/>
                <a:gd name="connsiteX5" fmla="*/ 58619 w 149928"/>
                <a:gd name="connsiteY5" fmla="*/ 211497 h 212874"/>
                <a:gd name="connsiteX6" fmla="*/ 52144 w 149928"/>
                <a:gd name="connsiteY6" fmla="*/ 205265 h 212874"/>
                <a:gd name="connsiteX7" fmla="*/ 61211 w 149928"/>
                <a:gd name="connsiteY7" fmla="*/ 201836 h 212874"/>
                <a:gd name="connsiteX8" fmla="*/ 83554 w 149928"/>
                <a:gd name="connsiteY8" fmla="*/ 195914 h 212874"/>
                <a:gd name="connsiteX9" fmla="*/ 82906 w 149928"/>
                <a:gd name="connsiteY9" fmla="*/ 190926 h 212874"/>
                <a:gd name="connsiteX10" fmla="*/ 39191 w 149928"/>
                <a:gd name="connsiteY10" fmla="*/ 22934 h 212874"/>
                <a:gd name="connsiteX11" fmla="*/ 9722 w 149928"/>
                <a:gd name="connsiteY11" fmla="*/ 8284 h 212874"/>
                <a:gd name="connsiteX12" fmla="*/ -639 w 149928"/>
                <a:gd name="connsiteY12" fmla="*/ 2050 h 212874"/>
                <a:gd name="connsiteX13" fmla="*/ 4217 w 149928"/>
                <a:gd name="connsiteY13" fmla="*/ -1378 h 212874"/>
                <a:gd name="connsiteX14" fmla="*/ 46639 w 149928"/>
                <a:gd name="connsiteY14" fmla="*/ -442 h 212874"/>
                <a:gd name="connsiteX15" fmla="*/ 90031 w 149928"/>
                <a:gd name="connsiteY15" fmla="*/ -1378 h 212874"/>
                <a:gd name="connsiteX16" fmla="*/ 96508 w 149928"/>
                <a:gd name="connsiteY16" fmla="*/ 4545 h 212874"/>
                <a:gd name="connsiteX17" fmla="*/ 86793 w 149928"/>
                <a:gd name="connsiteY17" fmla="*/ 8284 h 212874"/>
                <a:gd name="connsiteX18" fmla="*/ 72867 w 149928"/>
                <a:gd name="connsiteY18" fmla="*/ 8908 h 212874"/>
                <a:gd name="connsiteX19" fmla="*/ 64773 w 149928"/>
                <a:gd name="connsiteY19" fmla="*/ 14207 h 212874"/>
                <a:gd name="connsiteX20" fmla="*/ 66067 w 149928"/>
                <a:gd name="connsiteY20" fmla="*/ 21374 h 212874"/>
                <a:gd name="connsiteX21" fmla="*/ 109459 w 149928"/>
                <a:gd name="connsiteY21" fmla="*/ 187498 h 2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9928" h="212874">
                  <a:moveTo>
                    <a:pt x="109459" y="187498"/>
                  </a:moveTo>
                  <a:cubicBezTo>
                    <a:pt x="112374" y="198718"/>
                    <a:pt x="113346" y="201836"/>
                    <a:pt x="138927" y="201836"/>
                  </a:cubicBezTo>
                  <a:cubicBezTo>
                    <a:pt x="146700" y="201836"/>
                    <a:pt x="149289" y="201836"/>
                    <a:pt x="149289" y="207758"/>
                  </a:cubicBezTo>
                  <a:cubicBezTo>
                    <a:pt x="149289" y="211497"/>
                    <a:pt x="145727" y="211497"/>
                    <a:pt x="144432" y="211497"/>
                  </a:cubicBezTo>
                  <a:cubicBezTo>
                    <a:pt x="135041" y="211497"/>
                    <a:pt x="111079" y="210563"/>
                    <a:pt x="101687" y="210563"/>
                  </a:cubicBezTo>
                  <a:cubicBezTo>
                    <a:pt x="91972" y="210563"/>
                    <a:pt x="68334" y="211497"/>
                    <a:pt x="58619" y="211497"/>
                  </a:cubicBezTo>
                  <a:cubicBezTo>
                    <a:pt x="56352" y="211497"/>
                    <a:pt x="52144" y="211497"/>
                    <a:pt x="52144" y="205265"/>
                  </a:cubicBezTo>
                  <a:cubicBezTo>
                    <a:pt x="52144" y="201836"/>
                    <a:pt x="55057" y="201836"/>
                    <a:pt x="61211" y="201836"/>
                  </a:cubicBezTo>
                  <a:cubicBezTo>
                    <a:pt x="74811" y="201836"/>
                    <a:pt x="83554" y="201836"/>
                    <a:pt x="83554" y="195914"/>
                  </a:cubicBezTo>
                  <a:cubicBezTo>
                    <a:pt x="83554" y="194355"/>
                    <a:pt x="83554" y="193733"/>
                    <a:pt x="82906" y="190926"/>
                  </a:cubicBezTo>
                  <a:lnTo>
                    <a:pt x="39191" y="22934"/>
                  </a:lnTo>
                  <a:cubicBezTo>
                    <a:pt x="36276" y="11401"/>
                    <a:pt x="35304" y="8284"/>
                    <a:pt x="9722" y="8284"/>
                  </a:cubicBezTo>
                  <a:cubicBezTo>
                    <a:pt x="2276" y="8284"/>
                    <a:pt x="-639" y="8284"/>
                    <a:pt x="-639" y="2050"/>
                  </a:cubicBezTo>
                  <a:cubicBezTo>
                    <a:pt x="-639" y="-1378"/>
                    <a:pt x="3246" y="-1378"/>
                    <a:pt x="4217" y="-1378"/>
                  </a:cubicBezTo>
                  <a:cubicBezTo>
                    <a:pt x="13609" y="-1378"/>
                    <a:pt x="37247" y="-442"/>
                    <a:pt x="46639" y="-442"/>
                  </a:cubicBezTo>
                  <a:cubicBezTo>
                    <a:pt x="56352" y="-442"/>
                    <a:pt x="80316" y="-1378"/>
                    <a:pt x="90031" y="-1378"/>
                  </a:cubicBezTo>
                  <a:cubicBezTo>
                    <a:pt x="92621" y="-1378"/>
                    <a:pt x="96508" y="-1378"/>
                    <a:pt x="96508" y="4545"/>
                  </a:cubicBezTo>
                  <a:cubicBezTo>
                    <a:pt x="96508" y="8284"/>
                    <a:pt x="93916" y="8284"/>
                    <a:pt x="86793" y="8284"/>
                  </a:cubicBezTo>
                  <a:cubicBezTo>
                    <a:pt x="80964" y="8284"/>
                    <a:pt x="79344" y="8284"/>
                    <a:pt x="72867" y="8908"/>
                  </a:cubicBezTo>
                  <a:cubicBezTo>
                    <a:pt x="66067" y="9531"/>
                    <a:pt x="64773" y="10777"/>
                    <a:pt x="64773" y="14207"/>
                  </a:cubicBezTo>
                  <a:cubicBezTo>
                    <a:pt x="64773" y="16700"/>
                    <a:pt x="65421" y="19193"/>
                    <a:pt x="66067" y="21374"/>
                  </a:cubicBezTo>
                  <a:lnTo>
                    <a:pt x="109459" y="187498"/>
                  </a:ln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3B5B201B-5115-68CB-46FA-ABFD288A8DF1}"/>
                </a:ext>
              </a:extLst>
            </p:cNvPr>
            <p:cNvSpPr/>
            <p:nvPr/>
          </p:nvSpPr>
          <p:spPr>
            <a:xfrm flipV="1">
              <a:off x="1891887" y="4332154"/>
              <a:ext cx="90423" cy="98375"/>
            </a:xfrm>
            <a:custGeom>
              <a:avLst/>
              <a:gdLst>
                <a:gd name="connsiteX0" fmla="*/ 79944 w 90423"/>
                <a:gd name="connsiteY0" fmla="*/ 83767 h 98375"/>
                <a:gd name="connsiteX1" fmla="*/ 70426 w 90423"/>
                <a:gd name="connsiteY1" fmla="*/ 73514 h 98375"/>
                <a:gd name="connsiteX2" fmla="*/ 77904 w 90423"/>
                <a:gd name="connsiteY2" fmla="*/ 66535 h 98375"/>
                <a:gd name="connsiteX3" fmla="*/ 88782 w 90423"/>
                <a:gd name="connsiteY3" fmla="*/ 78968 h 98375"/>
                <a:gd name="connsiteX4" fmla="*/ 58641 w 90423"/>
                <a:gd name="connsiteY4" fmla="*/ 97945 h 98375"/>
                <a:gd name="connsiteX5" fmla="*/ 16944 w 90423"/>
                <a:gd name="connsiteY5" fmla="*/ 66099 h 98375"/>
                <a:gd name="connsiteX6" fmla="*/ 24874 w 90423"/>
                <a:gd name="connsiteY6" fmla="*/ 50175 h 98375"/>
                <a:gd name="connsiteX7" fmla="*/ 50483 w 90423"/>
                <a:gd name="connsiteY7" fmla="*/ 42323 h 98375"/>
                <a:gd name="connsiteX8" fmla="*/ 69746 w 90423"/>
                <a:gd name="connsiteY8" fmla="*/ 27926 h 98375"/>
                <a:gd name="connsiteX9" fmla="*/ 57735 w 90423"/>
                <a:gd name="connsiteY9" fmla="*/ 10477 h 98375"/>
                <a:gd name="connsiteX10" fmla="*/ 35073 w 90423"/>
                <a:gd name="connsiteY10" fmla="*/ 5677 h 98375"/>
                <a:gd name="connsiteX11" fmla="*/ 7878 w 90423"/>
                <a:gd name="connsiteY11" fmla="*/ 14840 h 98375"/>
                <a:gd name="connsiteX12" fmla="*/ 20342 w 90423"/>
                <a:gd name="connsiteY12" fmla="*/ 27272 h 98375"/>
                <a:gd name="connsiteX13" fmla="*/ 11503 w 90423"/>
                <a:gd name="connsiteY13" fmla="*/ 35343 h 98375"/>
                <a:gd name="connsiteX14" fmla="*/ -1641 w 90423"/>
                <a:gd name="connsiteY14" fmla="*/ 20729 h 98375"/>
                <a:gd name="connsiteX15" fmla="*/ 34846 w 90423"/>
                <a:gd name="connsiteY15" fmla="*/ -430 h 98375"/>
                <a:gd name="connsiteX16" fmla="*/ 84250 w 90423"/>
                <a:gd name="connsiteY16" fmla="*/ 35561 h 98375"/>
                <a:gd name="connsiteX17" fmla="*/ 52976 w 90423"/>
                <a:gd name="connsiteY17" fmla="*/ 61082 h 98375"/>
                <a:gd name="connsiteX18" fmla="*/ 43911 w 90423"/>
                <a:gd name="connsiteY18" fmla="*/ 62828 h 98375"/>
                <a:gd name="connsiteX19" fmla="*/ 31447 w 90423"/>
                <a:gd name="connsiteY19" fmla="*/ 73732 h 98375"/>
                <a:gd name="connsiteX20" fmla="*/ 40512 w 90423"/>
                <a:gd name="connsiteY20" fmla="*/ 87693 h 98375"/>
                <a:gd name="connsiteX21" fmla="*/ 58415 w 90423"/>
                <a:gd name="connsiteY21" fmla="*/ 91838 h 98375"/>
                <a:gd name="connsiteX22" fmla="*/ 79944 w 90423"/>
                <a:gd name="connsiteY22" fmla="*/ 83767 h 9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423" h="98375">
                  <a:moveTo>
                    <a:pt x="79944" y="83767"/>
                  </a:moveTo>
                  <a:cubicBezTo>
                    <a:pt x="74051" y="82457"/>
                    <a:pt x="70426" y="77878"/>
                    <a:pt x="70426" y="73514"/>
                  </a:cubicBezTo>
                  <a:cubicBezTo>
                    <a:pt x="70426" y="68499"/>
                    <a:pt x="74957" y="66535"/>
                    <a:pt x="77904" y="66535"/>
                  </a:cubicBezTo>
                  <a:cubicBezTo>
                    <a:pt x="80171" y="66535"/>
                    <a:pt x="88782" y="67843"/>
                    <a:pt x="88782" y="78968"/>
                  </a:cubicBezTo>
                  <a:cubicBezTo>
                    <a:pt x="88782" y="93146"/>
                    <a:pt x="72466" y="97945"/>
                    <a:pt x="58641" y="97945"/>
                  </a:cubicBezTo>
                  <a:cubicBezTo>
                    <a:pt x="23289" y="97945"/>
                    <a:pt x="16944" y="72861"/>
                    <a:pt x="16944" y="66099"/>
                  </a:cubicBezTo>
                  <a:cubicBezTo>
                    <a:pt x="16944" y="58028"/>
                    <a:pt x="21701" y="52793"/>
                    <a:pt x="24874" y="50175"/>
                  </a:cubicBezTo>
                  <a:cubicBezTo>
                    <a:pt x="30766" y="45814"/>
                    <a:pt x="34846" y="44940"/>
                    <a:pt x="50483" y="42323"/>
                  </a:cubicBezTo>
                  <a:cubicBezTo>
                    <a:pt x="55243" y="41451"/>
                    <a:pt x="69746" y="38833"/>
                    <a:pt x="69746" y="27926"/>
                  </a:cubicBezTo>
                  <a:cubicBezTo>
                    <a:pt x="69746" y="24219"/>
                    <a:pt x="67254" y="15930"/>
                    <a:pt x="57735" y="10477"/>
                  </a:cubicBezTo>
                  <a:cubicBezTo>
                    <a:pt x="48897" y="5677"/>
                    <a:pt x="37792" y="5677"/>
                    <a:pt x="35073" y="5677"/>
                  </a:cubicBezTo>
                  <a:cubicBezTo>
                    <a:pt x="26008" y="5677"/>
                    <a:pt x="13090" y="7641"/>
                    <a:pt x="7878" y="14840"/>
                  </a:cubicBezTo>
                  <a:cubicBezTo>
                    <a:pt x="15356" y="15712"/>
                    <a:pt x="20342" y="21165"/>
                    <a:pt x="20342" y="27272"/>
                  </a:cubicBezTo>
                  <a:cubicBezTo>
                    <a:pt x="20342" y="32726"/>
                    <a:pt x="16263" y="35343"/>
                    <a:pt x="11503" y="35343"/>
                  </a:cubicBezTo>
                  <a:cubicBezTo>
                    <a:pt x="4933" y="35343"/>
                    <a:pt x="-1641" y="30326"/>
                    <a:pt x="-1641" y="20729"/>
                  </a:cubicBezTo>
                  <a:cubicBezTo>
                    <a:pt x="-1641" y="7641"/>
                    <a:pt x="12863" y="-430"/>
                    <a:pt x="34846" y="-430"/>
                  </a:cubicBezTo>
                  <a:cubicBezTo>
                    <a:pt x="76545" y="-430"/>
                    <a:pt x="84250" y="27054"/>
                    <a:pt x="84250" y="35561"/>
                  </a:cubicBezTo>
                  <a:cubicBezTo>
                    <a:pt x="84250" y="55629"/>
                    <a:pt x="61361" y="59554"/>
                    <a:pt x="52976" y="61082"/>
                  </a:cubicBezTo>
                  <a:cubicBezTo>
                    <a:pt x="50935" y="61518"/>
                    <a:pt x="45269" y="62390"/>
                    <a:pt x="43911" y="62828"/>
                  </a:cubicBezTo>
                  <a:cubicBezTo>
                    <a:pt x="35525" y="64354"/>
                    <a:pt x="31447" y="68935"/>
                    <a:pt x="31447" y="73732"/>
                  </a:cubicBezTo>
                  <a:cubicBezTo>
                    <a:pt x="31447" y="78750"/>
                    <a:pt x="35525" y="84639"/>
                    <a:pt x="40512" y="87693"/>
                  </a:cubicBezTo>
                  <a:cubicBezTo>
                    <a:pt x="46630" y="91402"/>
                    <a:pt x="54563" y="91838"/>
                    <a:pt x="58415" y="91838"/>
                  </a:cubicBezTo>
                  <a:cubicBezTo>
                    <a:pt x="63173" y="91838"/>
                    <a:pt x="74957" y="91184"/>
                    <a:pt x="79944" y="83767"/>
                  </a:cubicBez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907D7009-3319-AE09-BF9C-B6872FB650C6}"/>
              </a:ext>
            </a:extLst>
          </p:cNvPr>
          <p:cNvGrpSpPr/>
          <p:nvPr/>
        </p:nvGrpSpPr>
        <p:grpSpPr>
          <a:xfrm>
            <a:off x="8584279" y="3069092"/>
            <a:ext cx="516583" cy="221400"/>
            <a:chOff x="5486986" y="4152476"/>
            <a:chExt cx="635794" cy="272492"/>
          </a:xfrm>
        </p:grpSpPr>
        <p:cxnSp>
          <p:nvCxnSpPr>
            <p:cNvPr id="68" name="直線矢印コネクタ 67">
              <a:extLst>
                <a:ext uri="{FF2B5EF4-FFF2-40B4-BE49-F238E27FC236}">
                  <a16:creationId xmlns:a16="http://schemas.microsoft.com/office/drawing/2014/main" id="{24AE84BD-63C2-3F37-4BF9-CDF4E9D18BAB}"/>
                </a:ext>
              </a:extLst>
            </p:cNvPr>
            <p:cNvCxnSpPr/>
            <p:nvPr/>
          </p:nvCxnSpPr>
          <p:spPr>
            <a:xfrm>
              <a:off x="5486986" y="4424968"/>
              <a:ext cx="635794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3302942E-5959-C2B4-BDD0-42E2118CA25D}"/>
                </a:ext>
              </a:extLst>
            </p:cNvPr>
            <p:cNvSpPr/>
            <p:nvPr/>
          </p:nvSpPr>
          <p:spPr>
            <a:xfrm flipV="1">
              <a:off x="5689296" y="4152476"/>
              <a:ext cx="133101" cy="215980"/>
            </a:xfrm>
            <a:custGeom>
              <a:avLst/>
              <a:gdLst>
                <a:gd name="connsiteX0" fmla="*/ 97104 w 133101"/>
                <a:gd name="connsiteY0" fmla="*/ 190254 h 215980"/>
                <a:gd name="connsiteX1" fmla="*/ 123265 w 133101"/>
                <a:gd name="connsiteY1" fmla="*/ 204801 h 215980"/>
                <a:gd name="connsiteX2" fmla="*/ 132464 w 133101"/>
                <a:gd name="connsiteY2" fmla="*/ 210810 h 215980"/>
                <a:gd name="connsiteX3" fmla="*/ 128152 w 133101"/>
                <a:gd name="connsiteY3" fmla="*/ 214603 h 215980"/>
                <a:gd name="connsiteX4" fmla="*/ 90205 w 133101"/>
                <a:gd name="connsiteY4" fmla="*/ 213655 h 215980"/>
                <a:gd name="connsiteX5" fmla="*/ 51970 w 133101"/>
                <a:gd name="connsiteY5" fmla="*/ 214603 h 215980"/>
                <a:gd name="connsiteX6" fmla="*/ 46222 w 133101"/>
                <a:gd name="connsiteY6" fmla="*/ 208280 h 215980"/>
                <a:gd name="connsiteX7" fmla="*/ 54271 w 133101"/>
                <a:gd name="connsiteY7" fmla="*/ 204801 h 215980"/>
                <a:gd name="connsiteX8" fmla="*/ 74107 w 133101"/>
                <a:gd name="connsiteY8" fmla="*/ 198793 h 215980"/>
                <a:gd name="connsiteX9" fmla="*/ 73531 w 133101"/>
                <a:gd name="connsiteY9" fmla="*/ 193732 h 215980"/>
                <a:gd name="connsiteX10" fmla="*/ 34723 w 133101"/>
                <a:gd name="connsiteY10" fmla="*/ 23288 h 215980"/>
                <a:gd name="connsiteX11" fmla="*/ 8562 w 133101"/>
                <a:gd name="connsiteY11" fmla="*/ 8425 h 215980"/>
                <a:gd name="connsiteX12" fmla="*/ -637 w 133101"/>
                <a:gd name="connsiteY12" fmla="*/ 2101 h 215980"/>
                <a:gd name="connsiteX13" fmla="*/ 3674 w 133101"/>
                <a:gd name="connsiteY13" fmla="*/ -1378 h 215980"/>
                <a:gd name="connsiteX14" fmla="*/ 41335 w 133101"/>
                <a:gd name="connsiteY14" fmla="*/ -429 h 215980"/>
                <a:gd name="connsiteX15" fmla="*/ 79857 w 133101"/>
                <a:gd name="connsiteY15" fmla="*/ -1378 h 215980"/>
                <a:gd name="connsiteX16" fmla="*/ 85606 w 133101"/>
                <a:gd name="connsiteY16" fmla="*/ 4632 h 215980"/>
                <a:gd name="connsiteX17" fmla="*/ 76982 w 133101"/>
                <a:gd name="connsiteY17" fmla="*/ 8425 h 215980"/>
                <a:gd name="connsiteX18" fmla="*/ 64620 w 133101"/>
                <a:gd name="connsiteY18" fmla="*/ 9058 h 215980"/>
                <a:gd name="connsiteX19" fmla="*/ 57433 w 133101"/>
                <a:gd name="connsiteY19" fmla="*/ 14434 h 215980"/>
                <a:gd name="connsiteX20" fmla="*/ 58583 w 133101"/>
                <a:gd name="connsiteY20" fmla="*/ 21706 h 215980"/>
                <a:gd name="connsiteX21" fmla="*/ 97104 w 133101"/>
                <a:gd name="connsiteY21" fmla="*/ 190254 h 2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3101" h="215980">
                  <a:moveTo>
                    <a:pt x="97104" y="190254"/>
                  </a:moveTo>
                  <a:cubicBezTo>
                    <a:pt x="99692" y="201637"/>
                    <a:pt x="100555" y="204801"/>
                    <a:pt x="123265" y="204801"/>
                  </a:cubicBezTo>
                  <a:cubicBezTo>
                    <a:pt x="130165" y="204801"/>
                    <a:pt x="132464" y="204801"/>
                    <a:pt x="132464" y="210810"/>
                  </a:cubicBezTo>
                  <a:cubicBezTo>
                    <a:pt x="132464" y="214603"/>
                    <a:pt x="129302" y="214603"/>
                    <a:pt x="128152" y="214603"/>
                  </a:cubicBezTo>
                  <a:cubicBezTo>
                    <a:pt x="119815" y="214603"/>
                    <a:pt x="98543" y="213655"/>
                    <a:pt x="90205" y="213655"/>
                  </a:cubicBezTo>
                  <a:cubicBezTo>
                    <a:pt x="81580" y="213655"/>
                    <a:pt x="60595" y="214603"/>
                    <a:pt x="51970" y="214603"/>
                  </a:cubicBezTo>
                  <a:cubicBezTo>
                    <a:pt x="49958" y="214603"/>
                    <a:pt x="46222" y="214603"/>
                    <a:pt x="46222" y="208280"/>
                  </a:cubicBezTo>
                  <a:cubicBezTo>
                    <a:pt x="46222" y="204801"/>
                    <a:pt x="48808" y="204801"/>
                    <a:pt x="54271" y="204801"/>
                  </a:cubicBezTo>
                  <a:cubicBezTo>
                    <a:pt x="66345" y="204801"/>
                    <a:pt x="74107" y="204801"/>
                    <a:pt x="74107" y="198793"/>
                  </a:cubicBezTo>
                  <a:cubicBezTo>
                    <a:pt x="74107" y="197211"/>
                    <a:pt x="74107" y="196579"/>
                    <a:pt x="73531" y="193732"/>
                  </a:cubicBezTo>
                  <a:lnTo>
                    <a:pt x="34723" y="23288"/>
                  </a:lnTo>
                  <a:cubicBezTo>
                    <a:pt x="32135" y="11588"/>
                    <a:pt x="31272" y="8425"/>
                    <a:pt x="8562" y="8425"/>
                  </a:cubicBezTo>
                  <a:cubicBezTo>
                    <a:pt x="1951" y="8425"/>
                    <a:pt x="-637" y="8425"/>
                    <a:pt x="-637" y="2101"/>
                  </a:cubicBezTo>
                  <a:cubicBezTo>
                    <a:pt x="-637" y="-1378"/>
                    <a:pt x="2812" y="-1378"/>
                    <a:pt x="3674" y="-1378"/>
                  </a:cubicBezTo>
                  <a:cubicBezTo>
                    <a:pt x="12012" y="-1378"/>
                    <a:pt x="32997" y="-429"/>
                    <a:pt x="41335" y="-429"/>
                  </a:cubicBezTo>
                  <a:cubicBezTo>
                    <a:pt x="49958" y="-429"/>
                    <a:pt x="71232" y="-1378"/>
                    <a:pt x="79857" y="-1378"/>
                  </a:cubicBezTo>
                  <a:cubicBezTo>
                    <a:pt x="82156" y="-1378"/>
                    <a:pt x="85606" y="-1378"/>
                    <a:pt x="85606" y="4632"/>
                  </a:cubicBezTo>
                  <a:cubicBezTo>
                    <a:pt x="85606" y="8425"/>
                    <a:pt x="83306" y="8425"/>
                    <a:pt x="76982" y="8425"/>
                  </a:cubicBezTo>
                  <a:cubicBezTo>
                    <a:pt x="71808" y="8425"/>
                    <a:pt x="70369" y="8425"/>
                    <a:pt x="64620" y="9058"/>
                  </a:cubicBezTo>
                  <a:cubicBezTo>
                    <a:pt x="58583" y="9690"/>
                    <a:pt x="57433" y="10954"/>
                    <a:pt x="57433" y="14434"/>
                  </a:cubicBezTo>
                  <a:cubicBezTo>
                    <a:pt x="57433" y="16964"/>
                    <a:pt x="58009" y="19493"/>
                    <a:pt x="58583" y="21706"/>
                  </a:cubicBezTo>
                  <a:lnTo>
                    <a:pt x="97104" y="190254"/>
                  </a:lnTo>
                </a:path>
              </a:pathLst>
            </a:custGeom>
            <a:solidFill>
              <a:srgbClr val="000000"/>
            </a:solidFill>
            <a:ln w="1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9CE02F55-6504-CF4B-8815-3C5AFD50CC10}"/>
                </a:ext>
              </a:extLst>
            </p:cNvPr>
            <p:cNvSpPr/>
            <p:nvPr/>
          </p:nvSpPr>
          <p:spPr>
            <a:xfrm flipV="1">
              <a:off x="5815377" y="4318347"/>
              <a:ext cx="93551" cy="99810"/>
            </a:xfrm>
            <a:custGeom>
              <a:avLst/>
              <a:gdLst>
                <a:gd name="connsiteX0" fmla="*/ 36164 w 93551"/>
                <a:gd name="connsiteY0" fmla="*/ 46489 h 99810"/>
                <a:gd name="connsiteX1" fmla="*/ 41395 w 93551"/>
                <a:gd name="connsiteY1" fmla="*/ 68839 h 99810"/>
                <a:gd name="connsiteX2" fmla="*/ 54070 w 93551"/>
                <a:gd name="connsiteY2" fmla="*/ 86988 h 99810"/>
                <a:gd name="connsiteX3" fmla="*/ 70366 w 93551"/>
                <a:gd name="connsiteY3" fmla="*/ 93184 h 99810"/>
                <a:gd name="connsiteX4" fmla="*/ 81432 w 93551"/>
                <a:gd name="connsiteY4" fmla="*/ 90086 h 99810"/>
                <a:gd name="connsiteX5" fmla="*/ 72580 w 93551"/>
                <a:gd name="connsiteY5" fmla="*/ 77913 h 99810"/>
                <a:gd name="connsiteX6" fmla="*/ 80627 w 93551"/>
                <a:gd name="connsiteY6" fmla="*/ 69726 h 99810"/>
                <a:gd name="connsiteX7" fmla="*/ 91893 w 93551"/>
                <a:gd name="connsiteY7" fmla="*/ 83224 h 99810"/>
                <a:gd name="connsiteX8" fmla="*/ 70568 w 93551"/>
                <a:gd name="connsiteY8" fmla="*/ 99381 h 99810"/>
                <a:gd name="connsiteX9" fmla="*/ 42200 w 93551"/>
                <a:gd name="connsiteY9" fmla="*/ 83667 h 99810"/>
                <a:gd name="connsiteX10" fmla="*/ 21477 w 93551"/>
                <a:gd name="connsiteY10" fmla="*/ 99381 h 99810"/>
                <a:gd name="connsiteX11" fmla="*/ 5784 w 93551"/>
                <a:gd name="connsiteY11" fmla="*/ 88094 h 99810"/>
                <a:gd name="connsiteX12" fmla="*/ -1658 w 93551"/>
                <a:gd name="connsiteY12" fmla="*/ 65520 h 99810"/>
                <a:gd name="connsiteX13" fmla="*/ 1762 w 93551"/>
                <a:gd name="connsiteY13" fmla="*/ 62643 h 99810"/>
                <a:gd name="connsiteX14" fmla="*/ 6188 w 93551"/>
                <a:gd name="connsiteY14" fmla="*/ 69282 h 99810"/>
                <a:gd name="connsiteX15" fmla="*/ 20874 w 93551"/>
                <a:gd name="connsiteY15" fmla="*/ 93184 h 99810"/>
                <a:gd name="connsiteX16" fmla="*/ 27513 w 93551"/>
                <a:gd name="connsiteY16" fmla="*/ 82340 h 99810"/>
                <a:gd name="connsiteX17" fmla="*/ 24295 w 93551"/>
                <a:gd name="connsiteY17" fmla="*/ 63972 h 99810"/>
                <a:gd name="connsiteX18" fmla="*/ 19868 w 93551"/>
                <a:gd name="connsiteY18" fmla="*/ 44054 h 99810"/>
                <a:gd name="connsiteX19" fmla="*/ 13430 w 93551"/>
                <a:gd name="connsiteY19" fmla="*/ 15726 h 99810"/>
                <a:gd name="connsiteX20" fmla="*/ 11419 w 93551"/>
                <a:gd name="connsiteY20" fmla="*/ 6653 h 99810"/>
                <a:gd name="connsiteX21" fmla="*/ 18259 w 93551"/>
                <a:gd name="connsiteY21" fmla="*/ -430 h 99810"/>
                <a:gd name="connsiteX22" fmla="*/ 26910 w 93551"/>
                <a:gd name="connsiteY22" fmla="*/ 5988 h 99810"/>
                <a:gd name="connsiteX23" fmla="*/ 30732 w 93551"/>
                <a:gd name="connsiteY23" fmla="*/ 22586 h 99810"/>
                <a:gd name="connsiteX24" fmla="*/ 36164 w 93551"/>
                <a:gd name="connsiteY24" fmla="*/ 46489 h 9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3551" h="99810">
                  <a:moveTo>
                    <a:pt x="36164" y="46489"/>
                  </a:moveTo>
                  <a:cubicBezTo>
                    <a:pt x="36365" y="47816"/>
                    <a:pt x="40994" y="67733"/>
                    <a:pt x="41395" y="68839"/>
                  </a:cubicBezTo>
                  <a:cubicBezTo>
                    <a:pt x="41798" y="70611"/>
                    <a:pt x="47631" y="81676"/>
                    <a:pt x="54070" y="86988"/>
                  </a:cubicBezTo>
                  <a:cubicBezTo>
                    <a:pt x="56284" y="88757"/>
                    <a:pt x="61716" y="93184"/>
                    <a:pt x="70366" y="93184"/>
                  </a:cubicBezTo>
                  <a:cubicBezTo>
                    <a:pt x="72378" y="93184"/>
                    <a:pt x="77408" y="92963"/>
                    <a:pt x="81432" y="90086"/>
                  </a:cubicBezTo>
                  <a:cubicBezTo>
                    <a:pt x="74995" y="88094"/>
                    <a:pt x="72580" y="81897"/>
                    <a:pt x="72580" y="77913"/>
                  </a:cubicBezTo>
                  <a:cubicBezTo>
                    <a:pt x="72580" y="73045"/>
                    <a:pt x="75999" y="69726"/>
                    <a:pt x="80627" y="69726"/>
                  </a:cubicBezTo>
                  <a:cubicBezTo>
                    <a:pt x="85255" y="69726"/>
                    <a:pt x="91893" y="73930"/>
                    <a:pt x="91893" y="83224"/>
                  </a:cubicBezTo>
                  <a:cubicBezTo>
                    <a:pt x="91893" y="94732"/>
                    <a:pt x="80828" y="99381"/>
                    <a:pt x="70568" y="99381"/>
                  </a:cubicBezTo>
                  <a:cubicBezTo>
                    <a:pt x="60106" y="99381"/>
                    <a:pt x="51053" y="94732"/>
                    <a:pt x="42200" y="83667"/>
                  </a:cubicBezTo>
                  <a:cubicBezTo>
                    <a:pt x="38579" y="97167"/>
                    <a:pt x="26305" y="99381"/>
                    <a:pt x="21477" y="99381"/>
                  </a:cubicBezTo>
                  <a:cubicBezTo>
                    <a:pt x="14034" y="99381"/>
                    <a:pt x="9005" y="94290"/>
                    <a:pt x="5784" y="88094"/>
                  </a:cubicBezTo>
                  <a:cubicBezTo>
                    <a:pt x="1159" y="79463"/>
                    <a:pt x="-1658" y="66628"/>
                    <a:pt x="-1658" y="65520"/>
                  </a:cubicBezTo>
                  <a:cubicBezTo>
                    <a:pt x="-1658" y="62643"/>
                    <a:pt x="1159" y="62643"/>
                    <a:pt x="1762" y="62643"/>
                  </a:cubicBezTo>
                  <a:cubicBezTo>
                    <a:pt x="4578" y="62643"/>
                    <a:pt x="4779" y="63307"/>
                    <a:pt x="6188" y="69282"/>
                  </a:cubicBezTo>
                  <a:cubicBezTo>
                    <a:pt x="9205" y="82782"/>
                    <a:pt x="13027" y="93184"/>
                    <a:pt x="20874" y="93184"/>
                  </a:cubicBezTo>
                  <a:cubicBezTo>
                    <a:pt x="26105" y="93184"/>
                    <a:pt x="27513" y="88315"/>
                    <a:pt x="27513" y="82340"/>
                  </a:cubicBezTo>
                  <a:cubicBezTo>
                    <a:pt x="27513" y="78136"/>
                    <a:pt x="25702" y="69947"/>
                    <a:pt x="24295" y="63972"/>
                  </a:cubicBezTo>
                  <a:cubicBezTo>
                    <a:pt x="22886" y="57997"/>
                    <a:pt x="20874" y="48922"/>
                    <a:pt x="19868" y="44054"/>
                  </a:cubicBezTo>
                  <a:lnTo>
                    <a:pt x="13430" y="15726"/>
                  </a:lnTo>
                  <a:cubicBezTo>
                    <a:pt x="12626" y="12849"/>
                    <a:pt x="11419" y="7316"/>
                    <a:pt x="11419" y="6653"/>
                  </a:cubicBezTo>
                  <a:cubicBezTo>
                    <a:pt x="11419" y="1784"/>
                    <a:pt x="15040" y="-430"/>
                    <a:pt x="18259" y="-430"/>
                  </a:cubicBezTo>
                  <a:cubicBezTo>
                    <a:pt x="21276" y="-430"/>
                    <a:pt x="25301" y="1562"/>
                    <a:pt x="26910" y="5988"/>
                  </a:cubicBezTo>
                  <a:cubicBezTo>
                    <a:pt x="27313" y="7316"/>
                    <a:pt x="29527" y="17053"/>
                    <a:pt x="30732" y="22586"/>
                  </a:cubicBezTo>
                  <a:lnTo>
                    <a:pt x="36164" y="46489"/>
                  </a:lnTo>
                </a:path>
              </a:pathLst>
            </a:custGeom>
            <a:solidFill>
              <a:srgbClr val="000000"/>
            </a:solidFill>
            <a:ln w="1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E943DBA9-91B5-A6D7-5EB7-988FF6BDBB19}"/>
              </a:ext>
            </a:extLst>
          </p:cNvPr>
          <p:cNvGrpSpPr/>
          <p:nvPr/>
        </p:nvGrpSpPr>
        <p:grpSpPr>
          <a:xfrm>
            <a:off x="7127318" y="2916436"/>
            <a:ext cx="196561" cy="214067"/>
            <a:chOff x="8768960" y="2378427"/>
            <a:chExt cx="241921" cy="263467"/>
          </a:xfrm>
        </p:grpSpPr>
        <p:sp>
          <p:nvSpPr>
            <p:cNvPr id="77" name="フリーフォーム: 図形 76">
              <a:extLst>
                <a:ext uri="{FF2B5EF4-FFF2-40B4-BE49-F238E27FC236}">
                  <a16:creationId xmlns:a16="http://schemas.microsoft.com/office/drawing/2014/main" id="{5D63CB17-B43E-5046-E208-EE1E78C18EF5}"/>
                </a:ext>
              </a:extLst>
            </p:cNvPr>
            <p:cNvSpPr/>
            <p:nvPr/>
          </p:nvSpPr>
          <p:spPr>
            <a:xfrm flipV="1">
              <a:off x="8768960" y="2378427"/>
              <a:ext cx="152115" cy="215980"/>
            </a:xfrm>
            <a:custGeom>
              <a:avLst/>
              <a:gdLst>
                <a:gd name="connsiteX0" fmla="*/ 111064 w 152115"/>
                <a:gd name="connsiteY0" fmla="*/ 190274 h 215980"/>
                <a:gd name="connsiteX1" fmla="*/ 140963 w 152115"/>
                <a:gd name="connsiteY1" fmla="*/ 204821 h 215980"/>
                <a:gd name="connsiteX2" fmla="*/ 151475 w 152115"/>
                <a:gd name="connsiteY2" fmla="*/ 210830 h 215980"/>
                <a:gd name="connsiteX3" fmla="*/ 146548 w 152115"/>
                <a:gd name="connsiteY3" fmla="*/ 214623 h 215980"/>
                <a:gd name="connsiteX4" fmla="*/ 103179 w 152115"/>
                <a:gd name="connsiteY4" fmla="*/ 213675 h 215980"/>
                <a:gd name="connsiteX5" fmla="*/ 59483 w 152115"/>
                <a:gd name="connsiteY5" fmla="*/ 214623 h 215980"/>
                <a:gd name="connsiteX6" fmla="*/ 52913 w 152115"/>
                <a:gd name="connsiteY6" fmla="*/ 208300 h 215980"/>
                <a:gd name="connsiteX7" fmla="*/ 62112 w 152115"/>
                <a:gd name="connsiteY7" fmla="*/ 204821 h 215980"/>
                <a:gd name="connsiteX8" fmla="*/ 84782 w 152115"/>
                <a:gd name="connsiteY8" fmla="*/ 198813 h 215980"/>
                <a:gd name="connsiteX9" fmla="*/ 84124 w 152115"/>
                <a:gd name="connsiteY9" fmla="*/ 193752 h 215980"/>
                <a:gd name="connsiteX10" fmla="*/ 39771 w 152115"/>
                <a:gd name="connsiteY10" fmla="*/ 23308 h 215980"/>
                <a:gd name="connsiteX11" fmla="*/ 9873 w 152115"/>
                <a:gd name="connsiteY11" fmla="*/ 8445 h 215980"/>
                <a:gd name="connsiteX12" fmla="*/ -640 w 152115"/>
                <a:gd name="connsiteY12" fmla="*/ 2121 h 215980"/>
                <a:gd name="connsiteX13" fmla="*/ 4287 w 152115"/>
                <a:gd name="connsiteY13" fmla="*/ -1358 h 215980"/>
                <a:gd name="connsiteX14" fmla="*/ 47328 w 152115"/>
                <a:gd name="connsiteY14" fmla="*/ -409 h 215980"/>
                <a:gd name="connsiteX15" fmla="*/ 91353 w 152115"/>
                <a:gd name="connsiteY15" fmla="*/ -1358 h 215980"/>
                <a:gd name="connsiteX16" fmla="*/ 97924 w 152115"/>
                <a:gd name="connsiteY16" fmla="*/ 4652 h 215980"/>
                <a:gd name="connsiteX17" fmla="*/ 88067 w 152115"/>
                <a:gd name="connsiteY17" fmla="*/ 8445 h 215980"/>
                <a:gd name="connsiteX18" fmla="*/ 73939 w 152115"/>
                <a:gd name="connsiteY18" fmla="*/ 9078 h 215980"/>
                <a:gd name="connsiteX19" fmla="*/ 65726 w 152115"/>
                <a:gd name="connsiteY19" fmla="*/ 14454 h 215980"/>
                <a:gd name="connsiteX20" fmla="*/ 67040 w 152115"/>
                <a:gd name="connsiteY20" fmla="*/ 21726 h 215980"/>
                <a:gd name="connsiteX21" fmla="*/ 111064 w 152115"/>
                <a:gd name="connsiteY21" fmla="*/ 190274 h 2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115" h="215980">
                  <a:moveTo>
                    <a:pt x="111064" y="190274"/>
                  </a:moveTo>
                  <a:cubicBezTo>
                    <a:pt x="114022" y="201657"/>
                    <a:pt x="115008" y="204821"/>
                    <a:pt x="140963" y="204821"/>
                  </a:cubicBezTo>
                  <a:cubicBezTo>
                    <a:pt x="148848" y="204821"/>
                    <a:pt x="151475" y="204821"/>
                    <a:pt x="151475" y="210830"/>
                  </a:cubicBezTo>
                  <a:cubicBezTo>
                    <a:pt x="151475" y="214623"/>
                    <a:pt x="147862" y="214623"/>
                    <a:pt x="146548" y="214623"/>
                  </a:cubicBezTo>
                  <a:cubicBezTo>
                    <a:pt x="137019" y="214623"/>
                    <a:pt x="112708" y="213675"/>
                    <a:pt x="103179" y="213675"/>
                  </a:cubicBezTo>
                  <a:cubicBezTo>
                    <a:pt x="93323" y="213675"/>
                    <a:pt x="69339" y="214623"/>
                    <a:pt x="59483" y="214623"/>
                  </a:cubicBezTo>
                  <a:cubicBezTo>
                    <a:pt x="57183" y="214623"/>
                    <a:pt x="52913" y="214623"/>
                    <a:pt x="52913" y="208300"/>
                  </a:cubicBezTo>
                  <a:cubicBezTo>
                    <a:pt x="52913" y="204821"/>
                    <a:pt x="55869" y="204821"/>
                    <a:pt x="62112" y="204821"/>
                  </a:cubicBezTo>
                  <a:cubicBezTo>
                    <a:pt x="75911" y="204821"/>
                    <a:pt x="84782" y="204821"/>
                    <a:pt x="84782" y="198813"/>
                  </a:cubicBezTo>
                  <a:cubicBezTo>
                    <a:pt x="84782" y="197231"/>
                    <a:pt x="84782" y="196599"/>
                    <a:pt x="84124" y="193752"/>
                  </a:cubicBezTo>
                  <a:lnTo>
                    <a:pt x="39771" y="23308"/>
                  </a:lnTo>
                  <a:cubicBezTo>
                    <a:pt x="36813" y="11608"/>
                    <a:pt x="35828" y="8445"/>
                    <a:pt x="9873" y="8445"/>
                  </a:cubicBezTo>
                  <a:cubicBezTo>
                    <a:pt x="2317" y="8445"/>
                    <a:pt x="-640" y="8445"/>
                    <a:pt x="-640" y="2121"/>
                  </a:cubicBezTo>
                  <a:cubicBezTo>
                    <a:pt x="-640" y="-1358"/>
                    <a:pt x="3301" y="-1358"/>
                    <a:pt x="4287" y="-1358"/>
                  </a:cubicBezTo>
                  <a:cubicBezTo>
                    <a:pt x="13816" y="-1358"/>
                    <a:pt x="37799" y="-409"/>
                    <a:pt x="47328" y="-409"/>
                  </a:cubicBezTo>
                  <a:cubicBezTo>
                    <a:pt x="57183" y="-409"/>
                    <a:pt x="81496" y="-1358"/>
                    <a:pt x="91353" y="-1358"/>
                  </a:cubicBezTo>
                  <a:cubicBezTo>
                    <a:pt x="93980" y="-1358"/>
                    <a:pt x="97924" y="-1358"/>
                    <a:pt x="97924" y="4652"/>
                  </a:cubicBezTo>
                  <a:cubicBezTo>
                    <a:pt x="97924" y="8445"/>
                    <a:pt x="95294" y="8445"/>
                    <a:pt x="88067" y="8445"/>
                  </a:cubicBezTo>
                  <a:cubicBezTo>
                    <a:pt x="82154" y="8445"/>
                    <a:pt x="80510" y="8445"/>
                    <a:pt x="73939" y="9078"/>
                  </a:cubicBezTo>
                  <a:cubicBezTo>
                    <a:pt x="67040" y="9710"/>
                    <a:pt x="65726" y="10974"/>
                    <a:pt x="65726" y="14454"/>
                  </a:cubicBezTo>
                  <a:cubicBezTo>
                    <a:pt x="65726" y="16984"/>
                    <a:pt x="66384" y="19513"/>
                    <a:pt x="67040" y="21726"/>
                  </a:cubicBezTo>
                  <a:lnTo>
                    <a:pt x="111064" y="190274"/>
                  </a:lnTo>
                </a:path>
              </a:pathLst>
            </a:custGeom>
            <a:solidFill>
              <a:srgbClr val="000000"/>
            </a:solidFill>
            <a:ln w="1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78" name="フリーフォーム: 図形 77">
              <a:extLst>
                <a:ext uri="{FF2B5EF4-FFF2-40B4-BE49-F238E27FC236}">
                  <a16:creationId xmlns:a16="http://schemas.microsoft.com/office/drawing/2014/main" id="{6E5B7035-DBA3-F134-7D08-B595E5CA6844}"/>
                </a:ext>
              </a:extLst>
            </p:cNvPr>
            <p:cNvSpPr/>
            <p:nvPr/>
          </p:nvSpPr>
          <p:spPr>
            <a:xfrm flipV="1">
              <a:off x="8927187" y="2494946"/>
              <a:ext cx="83694" cy="146948"/>
            </a:xfrm>
            <a:custGeom>
              <a:avLst/>
              <a:gdLst>
                <a:gd name="connsiteX0" fmla="*/ 50284 w 83694"/>
                <a:gd name="connsiteY0" fmla="*/ 140116 h 146948"/>
                <a:gd name="connsiteX1" fmla="*/ 43385 w 83694"/>
                <a:gd name="connsiteY1" fmla="*/ 146312 h 146948"/>
                <a:gd name="connsiteX2" fmla="*/ -1682 w 83694"/>
                <a:gd name="connsiteY2" fmla="*/ 132148 h 146948"/>
                <a:gd name="connsiteX3" fmla="*/ -1682 w 83694"/>
                <a:gd name="connsiteY3" fmla="*/ 124180 h 146948"/>
                <a:gd name="connsiteX4" fmla="*/ 31660 w 83694"/>
                <a:gd name="connsiteY4" fmla="*/ 130377 h 146948"/>
                <a:gd name="connsiteX5" fmla="*/ 31660 w 83694"/>
                <a:gd name="connsiteY5" fmla="*/ 17510 h 146948"/>
                <a:gd name="connsiteX6" fmla="*/ 8666 w 83694"/>
                <a:gd name="connsiteY6" fmla="*/ 7331 h 146948"/>
                <a:gd name="connsiteX7" fmla="*/ -71 w 83694"/>
                <a:gd name="connsiteY7" fmla="*/ 7331 h 146948"/>
                <a:gd name="connsiteX8" fmla="*/ -71 w 83694"/>
                <a:gd name="connsiteY8" fmla="*/ -637 h 146948"/>
                <a:gd name="connsiteX9" fmla="*/ 40856 w 83694"/>
                <a:gd name="connsiteY9" fmla="*/ 248 h 146948"/>
                <a:gd name="connsiteX10" fmla="*/ 82013 w 83694"/>
                <a:gd name="connsiteY10" fmla="*/ -637 h 146948"/>
                <a:gd name="connsiteX11" fmla="*/ 82013 w 83694"/>
                <a:gd name="connsiteY11" fmla="*/ 7331 h 146948"/>
                <a:gd name="connsiteX12" fmla="*/ 73276 w 83694"/>
                <a:gd name="connsiteY12" fmla="*/ 7331 h 146948"/>
                <a:gd name="connsiteX13" fmla="*/ 50284 w 83694"/>
                <a:gd name="connsiteY13" fmla="*/ 17510 h 146948"/>
                <a:gd name="connsiteX14" fmla="*/ 50284 w 83694"/>
                <a:gd name="connsiteY14" fmla="*/ 140116 h 146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3694" h="146948">
                  <a:moveTo>
                    <a:pt x="50284" y="140116"/>
                  </a:moveTo>
                  <a:cubicBezTo>
                    <a:pt x="50284" y="146091"/>
                    <a:pt x="49824" y="146312"/>
                    <a:pt x="43385" y="146312"/>
                  </a:cubicBezTo>
                  <a:cubicBezTo>
                    <a:pt x="28670" y="132370"/>
                    <a:pt x="7747" y="132148"/>
                    <a:pt x="-1682" y="132148"/>
                  </a:cubicBezTo>
                  <a:lnTo>
                    <a:pt x="-1682" y="124180"/>
                  </a:lnTo>
                  <a:cubicBezTo>
                    <a:pt x="3836" y="124180"/>
                    <a:pt x="19012" y="124180"/>
                    <a:pt x="31660" y="130377"/>
                  </a:cubicBezTo>
                  <a:lnTo>
                    <a:pt x="31660" y="17510"/>
                  </a:lnTo>
                  <a:cubicBezTo>
                    <a:pt x="31660" y="10208"/>
                    <a:pt x="31660" y="7331"/>
                    <a:pt x="8666" y="7331"/>
                  </a:cubicBezTo>
                  <a:lnTo>
                    <a:pt x="-71" y="7331"/>
                  </a:lnTo>
                  <a:lnTo>
                    <a:pt x="-71" y="-637"/>
                  </a:lnTo>
                  <a:cubicBezTo>
                    <a:pt x="4066" y="-415"/>
                    <a:pt x="32349" y="248"/>
                    <a:pt x="40856" y="248"/>
                  </a:cubicBezTo>
                  <a:cubicBezTo>
                    <a:pt x="47984" y="248"/>
                    <a:pt x="76956" y="-415"/>
                    <a:pt x="82013" y="-637"/>
                  </a:cubicBezTo>
                  <a:lnTo>
                    <a:pt x="82013" y="7331"/>
                  </a:lnTo>
                  <a:lnTo>
                    <a:pt x="73276" y="7331"/>
                  </a:lnTo>
                  <a:cubicBezTo>
                    <a:pt x="50284" y="7331"/>
                    <a:pt x="50284" y="10208"/>
                    <a:pt x="50284" y="17510"/>
                  </a:cubicBezTo>
                  <a:lnTo>
                    <a:pt x="50284" y="140116"/>
                  </a:lnTo>
                </a:path>
              </a:pathLst>
            </a:custGeom>
            <a:solidFill>
              <a:srgbClr val="000000"/>
            </a:solidFill>
            <a:ln w="1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B39B54A7-6EB7-5B45-242E-B222A9EDE628}"/>
              </a:ext>
            </a:extLst>
          </p:cNvPr>
          <p:cNvCxnSpPr>
            <a:cxnSpLocks/>
          </p:cNvCxnSpPr>
          <p:nvPr/>
        </p:nvCxnSpPr>
        <p:spPr>
          <a:xfrm flipV="1">
            <a:off x="7046417" y="3103331"/>
            <a:ext cx="455765" cy="1544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4B42D080-73C5-734C-2F9A-E653FA366B10}"/>
              </a:ext>
            </a:extLst>
          </p:cNvPr>
          <p:cNvCxnSpPr>
            <a:cxnSpLocks/>
          </p:cNvCxnSpPr>
          <p:nvPr/>
        </p:nvCxnSpPr>
        <p:spPr>
          <a:xfrm>
            <a:off x="6905178" y="3829847"/>
            <a:ext cx="398562" cy="1328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6362DBEE-0442-A077-2C02-75D71B83E835}"/>
              </a:ext>
            </a:extLst>
          </p:cNvPr>
          <p:cNvGrpSpPr/>
          <p:nvPr/>
        </p:nvGrpSpPr>
        <p:grpSpPr>
          <a:xfrm>
            <a:off x="6927237" y="3937143"/>
            <a:ext cx="177223" cy="214067"/>
            <a:chOff x="8261942" y="4479451"/>
            <a:chExt cx="218120" cy="263467"/>
          </a:xfrm>
        </p:grpSpPr>
        <p:sp>
          <p:nvSpPr>
            <p:cNvPr id="89" name="フリーフォーム: 図形 88">
              <a:extLst>
                <a:ext uri="{FF2B5EF4-FFF2-40B4-BE49-F238E27FC236}">
                  <a16:creationId xmlns:a16="http://schemas.microsoft.com/office/drawing/2014/main" id="{6E5AEFF3-ADD4-D49B-712D-95601D34E929}"/>
                </a:ext>
              </a:extLst>
            </p:cNvPr>
            <p:cNvSpPr/>
            <p:nvPr/>
          </p:nvSpPr>
          <p:spPr>
            <a:xfrm flipV="1">
              <a:off x="8261942" y="4479451"/>
              <a:ext cx="133101" cy="215980"/>
            </a:xfrm>
            <a:custGeom>
              <a:avLst/>
              <a:gdLst>
                <a:gd name="connsiteX0" fmla="*/ 97101 w 133101"/>
                <a:gd name="connsiteY0" fmla="*/ 190274 h 215980"/>
                <a:gd name="connsiteX1" fmla="*/ 123262 w 133101"/>
                <a:gd name="connsiteY1" fmla="*/ 204821 h 215980"/>
                <a:gd name="connsiteX2" fmla="*/ 132461 w 133101"/>
                <a:gd name="connsiteY2" fmla="*/ 210830 h 215980"/>
                <a:gd name="connsiteX3" fmla="*/ 128149 w 133101"/>
                <a:gd name="connsiteY3" fmla="*/ 214623 h 215980"/>
                <a:gd name="connsiteX4" fmla="*/ 90202 w 133101"/>
                <a:gd name="connsiteY4" fmla="*/ 213675 h 215980"/>
                <a:gd name="connsiteX5" fmla="*/ 51967 w 133101"/>
                <a:gd name="connsiteY5" fmla="*/ 214623 h 215980"/>
                <a:gd name="connsiteX6" fmla="*/ 46219 w 133101"/>
                <a:gd name="connsiteY6" fmla="*/ 208300 h 215980"/>
                <a:gd name="connsiteX7" fmla="*/ 54268 w 133101"/>
                <a:gd name="connsiteY7" fmla="*/ 204821 h 215980"/>
                <a:gd name="connsiteX8" fmla="*/ 74104 w 133101"/>
                <a:gd name="connsiteY8" fmla="*/ 198813 h 215980"/>
                <a:gd name="connsiteX9" fmla="*/ 73528 w 133101"/>
                <a:gd name="connsiteY9" fmla="*/ 193752 h 215980"/>
                <a:gd name="connsiteX10" fmla="*/ 34720 w 133101"/>
                <a:gd name="connsiteY10" fmla="*/ 23308 h 215980"/>
                <a:gd name="connsiteX11" fmla="*/ 8559 w 133101"/>
                <a:gd name="connsiteY11" fmla="*/ 8445 h 215980"/>
                <a:gd name="connsiteX12" fmla="*/ -640 w 133101"/>
                <a:gd name="connsiteY12" fmla="*/ 2121 h 215980"/>
                <a:gd name="connsiteX13" fmla="*/ 3671 w 133101"/>
                <a:gd name="connsiteY13" fmla="*/ -1358 h 215980"/>
                <a:gd name="connsiteX14" fmla="*/ 41332 w 133101"/>
                <a:gd name="connsiteY14" fmla="*/ -409 h 215980"/>
                <a:gd name="connsiteX15" fmla="*/ 79854 w 133101"/>
                <a:gd name="connsiteY15" fmla="*/ -1358 h 215980"/>
                <a:gd name="connsiteX16" fmla="*/ 85603 w 133101"/>
                <a:gd name="connsiteY16" fmla="*/ 4652 h 215980"/>
                <a:gd name="connsiteX17" fmla="*/ 76979 w 133101"/>
                <a:gd name="connsiteY17" fmla="*/ 8445 h 215980"/>
                <a:gd name="connsiteX18" fmla="*/ 64617 w 133101"/>
                <a:gd name="connsiteY18" fmla="*/ 9078 h 215980"/>
                <a:gd name="connsiteX19" fmla="*/ 57430 w 133101"/>
                <a:gd name="connsiteY19" fmla="*/ 14454 h 215980"/>
                <a:gd name="connsiteX20" fmla="*/ 58580 w 133101"/>
                <a:gd name="connsiteY20" fmla="*/ 21726 h 215980"/>
                <a:gd name="connsiteX21" fmla="*/ 97101 w 133101"/>
                <a:gd name="connsiteY21" fmla="*/ 190274 h 2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3101" h="215980">
                  <a:moveTo>
                    <a:pt x="97101" y="190274"/>
                  </a:moveTo>
                  <a:cubicBezTo>
                    <a:pt x="99689" y="201657"/>
                    <a:pt x="100552" y="204821"/>
                    <a:pt x="123262" y="204821"/>
                  </a:cubicBezTo>
                  <a:cubicBezTo>
                    <a:pt x="130162" y="204821"/>
                    <a:pt x="132461" y="204821"/>
                    <a:pt x="132461" y="210830"/>
                  </a:cubicBezTo>
                  <a:cubicBezTo>
                    <a:pt x="132461" y="214623"/>
                    <a:pt x="129299" y="214623"/>
                    <a:pt x="128149" y="214623"/>
                  </a:cubicBezTo>
                  <a:cubicBezTo>
                    <a:pt x="119812" y="214623"/>
                    <a:pt x="98540" y="213675"/>
                    <a:pt x="90202" y="213675"/>
                  </a:cubicBezTo>
                  <a:cubicBezTo>
                    <a:pt x="81577" y="213675"/>
                    <a:pt x="60592" y="214623"/>
                    <a:pt x="51967" y="214623"/>
                  </a:cubicBezTo>
                  <a:cubicBezTo>
                    <a:pt x="49955" y="214623"/>
                    <a:pt x="46219" y="214623"/>
                    <a:pt x="46219" y="208300"/>
                  </a:cubicBezTo>
                  <a:cubicBezTo>
                    <a:pt x="46219" y="204821"/>
                    <a:pt x="48805" y="204821"/>
                    <a:pt x="54268" y="204821"/>
                  </a:cubicBezTo>
                  <a:cubicBezTo>
                    <a:pt x="66342" y="204821"/>
                    <a:pt x="74104" y="204821"/>
                    <a:pt x="74104" y="198813"/>
                  </a:cubicBezTo>
                  <a:cubicBezTo>
                    <a:pt x="74104" y="197231"/>
                    <a:pt x="74104" y="196599"/>
                    <a:pt x="73528" y="193752"/>
                  </a:cubicBezTo>
                  <a:lnTo>
                    <a:pt x="34720" y="23308"/>
                  </a:lnTo>
                  <a:cubicBezTo>
                    <a:pt x="32132" y="11608"/>
                    <a:pt x="31269" y="8445"/>
                    <a:pt x="8559" y="8445"/>
                  </a:cubicBezTo>
                  <a:cubicBezTo>
                    <a:pt x="1948" y="8445"/>
                    <a:pt x="-640" y="8445"/>
                    <a:pt x="-640" y="2121"/>
                  </a:cubicBezTo>
                  <a:cubicBezTo>
                    <a:pt x="-640" y="-1358"/>
                    <a:pt x="2809" y="-1358"/>
                    <a:pt x="3671" y="-1358"/>
                  </a:cubicBezTo>
                  <a:cubicBezTo>
                    <a:pt x="12009" y="-1358"/>
                    <a:pt x="32994" y="-409"/>
                    <a:pt x="41332" y="-409"/>
                  </a:cubicBezTo>
                  <a:cubicBezTo>
                    <a:pt x="49955" y="-409"/>
                    <a:pt x="71229" y="-1358"/>
                    <a:pt x="79854" y="-1358"/>
                  </a:cubicBezTo>
                  <a:cubicBezTo>
                    <a:pt x="82153" y="-1358"/>
                    <a:pt x="85603" y="-1358"/>
                    <a:pt x="85603" y="4652"/>
                  </a:cubicBezTo>
                  <a:cubicBezTo>
                    <a:pt x="85603" y="8445"/>
                    <a:pt x="83303" y="8445"/>
                    <a:pt x="76979" y="8445"/>
                  </a:cubicBezTo>
                  <a:cubicBezTo>
                    <a:pt x="71805" y="8445"/>
                    <a:pt x="70366" y="8445"/>
                    <a:pt x="64617" y="9078"/>
                  </a:cubicBezTo>
                  <a:cubicBezTo>
                    <a:pt x="58580" y="9710"/>
                    <a:pt x="57430" y="10974"/>
                    <a:pt x="57430" y="14454"/>
                  </a:cubicBezTo>
                  <a:cubicBezTo>
                    <a:pt x="57430" y="16984"/>
                    <a:pt x="58006" y="19513"/>
                    <a:pt x="58580" y="21726"/>
                  </a:cubicBezTo>
                  <a:lnTo>
                    <a:pt x="97101" y="190274"/>
                  </a:lnTo>
                </a:path>
              </a:pathLst>
            </a:custGeom>
            <a:solidFill>
              <a:srgbClr val="000000"/>
            </a:solidFill>
            <a:ln w="1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90" name="フリーフォーム: 図形 89">
              <a:extLst>
                <a:ext uri="{FF2B5EF4-FFF2-40B4-BE49-F238E27FC236}">
                  <a16:creationId xmlns:a16="http://schemas.microsoft.com/office/drawing/2014/main" id="{3E71DD9B-6630-24E7-27D8-6F8516000EB8}"/>
                </a:ext>
              </a:extLst>
            </p:cNvPr>
            <p:cNvSpPr/>
            <p:nvPr/>
          </p:nvSpPr>
          <p:spPr>
            <a:xfrm flipV="1">
              <a:off x="8391137" y="4595970"/>
              <a:ext cx="88925" cy="146948"/>
            </a:xfrm>
            <a:custGeom>
              <a:avLst/>
              <a:gdLst>
                <a:gd name="connsiteX0" fmla="*/ 87257 w 88925"/>
                <a:gd name="connsiteY0" fmla="*/ 39641 h 146948"/>
                <a:gd name="connsiteX1" fmla="*/ 80417 w 88925"/>
                <a:gd name="connsiteY1" fmla="*/ 39641 h 146948"/>
                <a:gd name="connsiteX2" fmla="*/ 75185 w 88925"/>
                <a:gd name="connsiteY2" fmla="*/ 19502 h 146948"/>
                <a:gd name="connsiteX3" fmla="*/ 55269 w 88925"/>
                <a:gd name="connsiteY3" fmla="*/ 18175 h 146948"/>
                <a:gd name="connsiteX4" fmla="*/ 18248 w 88925"/>
                <a:gd name="connsiteY4" fmla="*/ 18175 h 146948"/>
                <a:gd name="connsiteX5" fmla="*/ 58487 w 88925"/>
                <a:gd name="connsiteY5" fmla="*/ 55353 h 146948"/>
                <a:gd name="connsiteX6" fmla="*/ 87257 w 88925"/>
                <a:gd name="connsiteY6" fmla="*/ 103157 h 146948"/>
                <a:gd name="connsiteX7" fmla="*/ 40179 w 88925"/>
                <a:gd name="connsiteY7" fmla="*/ 146312 h 146948"/>
                <a:gd name="connsiteX8" fmla="*/ -1669 w 88925"/>
                <a:gd name="connsiteY8" fmla="*/ 106697 h 146948"/>
                <a:gd name="connsiteX9" fmla="*/ 8994 w 88925"/>
                <a:gd name="connsiteY9" fmla="*/ 94305 h 146948"/>
                <a:gd name="connsiteX10" fmla="*/ 19657 w 88925"/>
                <a:gd name="connsiteY10" fmla="*/ 106034 h 146948"/>
                <a:gd name="connsiteX11" fmla="*/ 7786 w 88925"/>
                <a:gd name="connsiteY11" fmla="*/ 117763 h 146948"/>
                <a:gd name="connsiteX12" fmla="*/ 37161 w 88925"/>
                <a:gd name="connsiteY12" fmla="*/ 138344 h 146948"/>
                <a:gd name="connsiteX13" fmla="*/ 67740 w 88925"/>
                <a:gd name="connsiteY13" fmla="*/ 103157 h 146948"/>
                <a:gd name="connsiteX14" fmla="*/ 48829 w 88925"/>
                <a:gd name="connsiteY14" fmla="*/ 60665 h 146948"/>
                <a:gd name="connsiteX15" fmla="*/ 344 w 88925"/>
                <a:gd name="connsiteY15" fmla="*/ 7994 h 146948"/>
                <a:gd name="connsiteX16" fmla="*/ -1669 w 88925"/>
                <a:gd name="connsiteY16" fmla="*/ -637 h 146948"/>
                <a:gd name="connsiteX17" fmla="*/ 81222 w 88925"/>
                <a:gd name="connsiteY17" fmla="*/ -637 h 146948"/>
                <a:gd name="connsiteX18" fmla="*/ 87257 w 88925"/>
                <a:gd name="connsiteY18" fmla="*/ 39641 h 146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8925" h="146948">
                  <a:moveTo>
                    <a:pt x="87257" y="39641"/>
                  </a:moveTo>
                  <a:lnTo>
                    <a:pt x="80417" y="39641"/>
                  </a:lnTo>
                  <a:cubicBezTo>
                    <a:pt x="79813" y="34772"/>
                    <a:pt x="77800" y="21716"/>
                    <a:pt x="75185" y="19502"/>
                  </a:cubicBezTo>
                  <a:cubicBezTo>
                    <a:pt x="73577" y="18175"/>
                    <a:pt x="58085" y="18175"/>
                    <a:pt x="55269" y="18175"/>
                  </a:cubicBezTo>
                  <a:lnTo>
                    <a:pt x="18248" y="18175"/>
                  </a:lnTo>
                  <a:cubicBezTo>
                    <a:pt x="39374" y="38757"/>
                    <a:pt x="46415" y="44953"/>
                    <a:pt x="58487" y="55353"/>
                  </a:cubicBezTo>
                  <a:cubicBezTo>
                    <a:pt x="73375" y="68412"/>
                    <a:pt x="87257" y="82133"/>
                    <a:pt x="87257" y="103157"/>
                  </a:cubicBezTo>
                  <a:cubicBezTo>
                    <a:pt x="87257" y="129935"/>
                    <a:pt x="65932" y="146312"/>
                    <a:pt x="40179" y="146312"/>
                  </a:cubicBezTo>
                  <a:cubicBezTo>
                    <a:pt x="15230" y="146312"/>
                    <a:pt x="-1669" y="127058"/>
                    <a:pt x="-1669" y="106697"/>
                  </a:cubicBezTo>
                  <a:cubicBezTo>
                    <a:pt x="-1669" y="95410"/>
                    <a:pt x="6982" y="94305"/>
                    <a:pt x="8994" y="94305"/>
                  </a:cubicBezTo>
                  <a:cubicBezTo>
                    <a:pt x="13823" y="94305"/>
                    <a:pt x="19657" y="98066"/>
                    <a:pt x="19657" y="106034"/>
                  </a:cubicBezTo>
                  <a:cubicBezTo>
                    <a:pt x="19657" y="110017"/>
                    <a:pt x="18248" y="117763"/>
                    <a:pt x="7786" y="117763"/>
                  </a:cubicBezTo>
                  <a:cubicBezTo>
                    <a:pt x="14024" y="133477"/>
                    <a:pt x="27705" y="138344"/>
                    <a:pt x="37161" y="138344"/>
                  </a:cubicBezTo>
                  <a:cubicBezTo>
                    <a:pt x="57279" y="138344"/>
                    <a:pt x="67740" y="121082"/>
                    <a:pt x="67740" y="103157"/>
                  </a:cubicBezTo>
                  <a:cubicBezTo>
                    <a:pt x="67740" y="83902"/>
                    <a:pt x="55269" y="68633"/>
                    <a:pt x="48829" y="60665"/>
                  </a:cubicBezTo>
                  <a:lnTo>
                    <a:pt x="344" y="7994"/>
                  </a:lnTo>
                  <a:cubicBezTo>
                    <a:pt x="-1669" y="6002"/>
                    <a:pt x="-1669" y="5560"/>
                    <a:pt x="-1669" y="-637"/>
                  </a:cubicBezTo>
                  <a:lnTo>
                    <a:pt x="81222" y="-637"/>
                  </a:lnTo>
                  <a:lnTo>
                    <a:pt x="87257" y="39641"/>
                  </a:lnTo>
                </a:path>
              </a:pathLst>
            </a:custGeom>
            <a:solidFill>
              <a:srgbClr val="000000"/>
            </a:solidFill>
            <a:ln w="1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626A67A8-8D2C-8A93-6E21-4E18D592F22F}"/>
              </a:ext>
            </a:extLst>
          </p:cNvPr>
          <p:cNvGrpSpPr/>
          <p:nvPr/>
        </p:nvGrpSpPr>
        <p:grpSpPr>
          <a:xfrm>
            <a:off x="1045858" y="4031878"/>
            <a:ext cx="4358640" cy="764801"/>
            <a:chOff x="1287210" y="4171003"/>
            <a:chExt cx="5364480" cy="941294"/>
          </a:xfrm>
        </p:grpSpPr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E0666FEA-9DCB-7EFA-DBCC-669326408BCC}"/>
                </a:ext>
              </a:extLst>
            </p:cNvPr>
            <p:cNvSpPr/>
            <p:nvPr/>
          </p:nvSpPr>
          <p:spPr>
            <a:xfrm>
              <a:off x="2985841" y="4171003"/>
              <a:ext cx="1972235" cy="94129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C48EBC28-241F-953A-CF1A-A0402ED4F709}"/>
                </a:ext>
              </a:extLst>
            </p:cNvPr>
            <p:cNvCxnSpPr>
              <a:cxnSpLocks/>
              <a:stCxn id="93" idx="1"/>
            </p:cNvCxnSpPr>
            <p:nvPr/>
          </p:nvCxnSpPr>
          <p:spPr>
            <a:xfrm flipH="1">
              <a:off x="1287210" y="4641650"/>
              <a:ext cx="169863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C5A07B07-B9EA-9C78-0708-76242560BC6A}"/>
                </a:ext>
              </a:extLst>
            </p:cNvPr>
            <p:cNvCxnSpPr>
              <a:cxnSpLocks/>
              <a:endCxn id="93" idx="3"/>
            </p:cNvCxnSpPr>
            <p:nvPr/>
          </p:nvCxnSpPr>
          <p:spPr>
            <a:xfrm flipH="1">
              <a:off x="4958076" y="4641650"/>
              <a:ext cx="169361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BEA59004-ED05-155F-878B-2BF78A80504A}"/>
              </a:ext>
            </a:extLst>
          </p:cNvPr>
          <p:cNvGrpSpPr/>
          <p:nvPr/>
        </p:nvGrpSpPr>
        <p:grpSpPr>
          <a:xfrm>
            <a:off x="1251549" y="4029982"/>
            <a:ext cx="516583" cy="225656"/>
            <a:chOff x="1540368" y="4168669"/>
            <a:chExt cx="635794" cy="277731"/>
          </a:xfrm>
        </p:grpSpPr>
        <p:cxnSp>
          <p:nvCxnSpPr>
            <p:cNvPr id="97" name="直線矢印コネクタ 96">
              <a:extLst>
                <a:ext uri="{FF2B5EF4-FFF2-40B4-BE49-F238E27FC236}">
                  <a16:creationId xmlns:a16="http://schemas.microsoft.com/office/drawing/2014/main" id="{2DB6DA9C-0985-DDFF-D443-E65671B07C44}"/>
                </a:ext>
              </a:extLst>
            </p:cNvPr>
            <p:cNvCxnSpPr/>
            <p:nvPr/>
          </p:nvCxnSpPr>
          <p:spPr>
            <a:xfrm>
              <a:off x="1540368" y="4446400"/>
              <a:ext cx="63579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フリーフォーム: 図形 97">
              <a:extLst>
                <a:ext uri="{FF2B5EF4-FFF2-40B4-BE49-F238E27FC236}">
                  <a16:creationId xmlns:a16="http://schemas.microsoft.com/office/drawing/2014/main" id="{69E3751A-22BB-BB22-164D-0A2983483B64}"/>
                </a:ext>
              </a:extLst>
            </p:cNvPr>
            <p:cNvSpPr/>
            <p:nvPr/>
          </p:nvSpPr>
          <p:spPr>
            <a:xfrm flipV="1">
              <a:off x="1744547" y="4168669"/>
              <a:ext cx="149928" cy="212874"/>
            </a:xfrm>
            <a:custGeom>
              <a:avLst/>
              <a:gdLst>
                <a:gd name="connsiteX0" fmla="*/ 109459 w 149928"/>
                <a:gd name="connsiteY0" fmla="*/ 187498 h 212874"/>
                <a:gd name="connsiteX1" fmla="*/ 138927 w 149928"/>
                <a:gd name="connsiteY1" fmla="*/ 201836 h 212874"/>
                <a:gd name="connsiteX2" fmla="*/ 149289 w 149928"/>
                <a:gd name="connsiteY2" fmla="*/ 207758 h 212874"/>
                <a:gd name="connsiteX3" fmla="*/ 144432 w 149928"/>
                <a:gd name="connsiteY3" fmla="*/ 211497 h 212874"/>
                <a:gd name="connsiteX4" fmla="*/ 101687 w 149928"/>
                <a:gd name="connsiteY4" fmla="*/ 210563 h 212874"/>
                <a:gd name="connsiteX5" fmla="*/ 58619 w 149928"/>
                <a:gd name="connsiteY5" fmla="*/ 211497 h 212874"/>
                <a:gd name="connsiteX6" fmla="*/ 52144 w 149928"/>
                <a:gd name="connsiteY6" fmla="*/ 205265 h 212874"/>
                <a:gd name="connsiteX7" fmla="*/ 61211 w 149928"/>
                <a:gd name="connsiteY7" fmla="*/ 201836 h 212874"/>
                <a:gd name="connsiteX8" fmla="*/ 83554 w 149928"/>
                <a:gd name="connsiteY8" fmla="*/ 195914 h 212874"/>
                <a:gd name="connsiteX9" fmla="*/ 82906 w 149928"/>
                <a:gd name="connsiteY9" fmla="*/ 190926 h 212874"/>
                <a:gd name="connsiteX10" fmla="*/ 39191 w 149928"/>
                <a:gd name="connsiteY10" fmla="*/ 22934 h 212874"/>
                <a:gd name="connsiteX11" fmla="*/ 9722 w 149928"/>
                <a:gd name="connsiteY11" fmla="*/ 8284 h 212874"/>
                <a:gd name="connsiteX12" fmla="*/ -639 w 149928"/>
                <a:gd name="connsiteY12" fmla="*/ 2050 h 212874"/>
                <a:gd name="connsiteX13" fmla="*/ 4217 w 149928"/>
                <a:gd name="connsiteY13" fmla="*/ -1378 h 212874"/>
                <a:gd name="connsiteX14" fmla="*/ 46639 w 149928"/>
                <a:gd name="connsiteY14" fmla="*/ -442 h 212874"/>
                <a:gd name="connsiteX15" fmla="*/ 90031 w 149928"/>
                <a:gd name="connsiteY15" fmla="*/ -1378 h 212874"/>
                <a:gd name="connsiteX16" fmla="*/ 96508 w 149928"/>
                <a:gd name="connsiteY16" fmla="*/ 4545 h 212874"/>
                <a:gd name="connsiteX17" fmla="*/ 86793 w 149928"/>
                <a:gd name="connsiteY17" fmla="*/ 8284 h 212874"/>
                <a:gd name="connsiteX18" fmla="*/ 72867 w 149928"/>
                <a:gd name="connsiteY18" fmla="*/ 8908 h 212874"/>
                <a:gd name="connsiteX19" fmla="*/ 64773 w 149928"/>
                <a:gd name="connsiteY19" fmla="*/ 14207 h 212874"/>
                <a:gd name="connsiteX20" fmla="*/ 66067 w 149928"/>
                <a:gd name="connsiteY20" fmla="*/ 21374 h 212874"/>
                <a:gd name="connsiteX21" fmla="*/ 109459 w 149928"/>
                <a:gd name="connsiteY21" fmla="*/ 187498 h 2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9928" h="212874">
                  <a:moveTo>
                    <a:pt x="109459" y="187498"/>
                  </a:moveTo>
                  <a:cubicBezTo>
                    <a:pt x="112374" y="198718"/>
                    <a:pt x="113346" y="201836"/>
                    <a:pt x="138927" y="201836"/>
                  </a:cubicBezTo>
                  <a:cubicBezTo>
                    <a:pt x="146700" y="201836"/>
                    <a:pt x="149289" y="201836"/>
                    <a:pt x="149289" y="207758"/>
                  </a:cubicBezTo>
                  <a:cubicBezTo>
                    <a:pt x="149289" y="211497"/>
                    <a:pt x="145727" y="211497"/>
                    <a:pt x="144432" y="211497"/>
                  </a:cubicBezTo>
                  <a:cubicBezTo>
                    <a:pt x="135041" y="211497"/>
                    <a:pt x="111079" y="210563"/>
                    <a:pt x="101687" y="210563"/>
                  </a:cubicBezTo>
                  <a:cubicBezTo>
                    <a:pt x="91972" y="210563"/>
                    <a:pt x="68334" y="211497"/>
                    <a:pt x="58619" y="211497"/>
                  </a:cubicBezTo>
                  <a:cubicBezTo>
                    <a:pt x="56352" y="211497"/>
                    <a:pt x="52144" y="211497"/>
                    <a:pt x="52144" y="205265"/>
                  </a:cubicBezTo>
                  <a:cubicBezTo>
                    <a:pt x="52144" y="201836"/>
                    <a:pt x="55057" y="201836"/>
                    <a:pt x="61211" y="201836"/>
                  </a:cubicBezTo>
                  <a:cubicBezTo>
                    <a:pt x="74811" y="201836"/>
                    <a:pt x="83554" y="201836"/>
                    <a:pt x="83554" y="195914"/>
                  </a:cubicBezTo>
                  <a:cubicBezTo>
                    <a:pt x="83554" y="194355"/>
                    <a:pt x="83554" y="193733"/>
                    <a:pt x="82906" y="190926"/>
                  </a:cubicBezTo>
                  <a:lnTo>
                    <a:pt x="39191" y="22934"/>
                  </a:lnTo>
                  <a:cubicBezTo>
                    <a:pt x="36276" y="11401"/>
                    <a:pt x="35304" y="8284"/>
                    <a:pt x="9722" y="8284"/>
                  </a:cubicBezTo>
                  <a:cubicBezTo>
                    <a:pt x="2276" y="8284"/>
                    <a:pt x="-639" y="8284"/>
                    <a:pt x="-639" y="2050"/>
                  </a:cubicBezTo>
                  <a:cubicBezTo>
                    <a:pt x="-639" y="-1378"/>
                    <a:pt x="3246" y="-1378"/>
                    <a:pt x="4217" y="-1378"/>
                  </a:cubicBezTo>
                  <a:cubicBezTo>
                    <a:pt x="13609" y="-1378"/>
                    <a:pt x="37247" y="-442"/>
                    <a:pt x="46639" y="-442"/>
                  </a:cubicBezTo>
                  <a:cubicBezTo>
                    <a:pt x="56352" y="-442"/>
                    <a:pt x="80316" y="-1378"/>
                    <a:pt x="90031" y="-1378"/>
                  </a:cubicBezTo>
                  <a:cubicBezTo>
                    <a:pt x="92621" y="-1378"/>
                    <a:pt x="96508" y="-1378"/>
                    <a:pt x="96508" y="4545"/>
                  </a:cubicBezTo>
                  <a:cubicBezTo>
                    <a:pt x="96508" y="8284"/>
                    <a:pt x="93916" y="8284"/>
                    <a:pt x="86793" y="8284"/>
                  </a:cubicBezTo>
                  <a:cubicBezTo>
                    <a:pt x="80964" y="8284"/>
                    <a:pt x="79344" y="8284"/>
                    <a:pt x="72867" y="8908"/>
                  </a:cubicBezTo>
                  <a:cubicBezTo>
                    <a:pt x="66067" y="9531"/>
                    <a:pt x="64773" y="10777"/>
                    <a:pt x="64773" y="14207"/>
                  </a:cubicBezTo>
                  <a:cubicBezTo>
                    <a:pt x="64773" y="16700"/>
                    <a:pt x="65421" y="19193"/>
                    <a:pt x="66067" y="21374"/>
                  </a:cubicBezTo>
                  <a:lnTo>
                    <a:pt x="109459" y="187498"/>
                  </a:ln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00" name="フリーフォーム: 図形 99">
              <a:extLst>
                <a:ext uri="{FF2B5EF4-FFF2-40B4-BE49-F238E27FC236}">
                  <a16:creationId xmlns:a16="http://schemas.microsoft.com/office/drawing/2014/main" id="{B7A4B272-6B78-BAA1-4889-A3C8AB050AAA}"/>
                </a:ext>
              </a:extLst>
            </p:cNvPr>
            <p:cNvSpPr/>
            <p:nvPr/>
          </p:nvSpPr>
          <p:spPr>
            <a:xfrm flipV="1">
              <a:off x="1891887" y="4332154"/>
              <a:ext cx="90423" cy="98375"/>
            </a:xfrm>
            <a:custGeom>
              <a:avLst/>
              <a:gdLst>
                <a:gd name="connsiteX0" fmla="*/ 79944 w 90423"/>
                <a:gd name="connsiteY0" fmla="*/ 83767 h 98375"/>
                <a:gd name="connsiteX1" fmla="*/ 70426 w 90423"/>
                <a:gd name="connsiteY1" fmla="*/ 73514 h 98375"/>
                <a:gd name="connsiteX2" fmla="*/ 77904 w 90423"/>
                <a:gd name="connsiteY2" fmla="*/ 66535 h 98375"/>
                <a:gd name="connsiteX3" fmla="*/ 88782 w 90423"/>
                <a:gd name="connsiteY3" fmla="*/ 78968 h 98375"/>
                <a:gd name="connsiteX4" fmla="*/ 58641 w 90423"/>
                <a:gd name="connsiteY4" fmla="*/ 97945 h 98375"/>
                <a:gd name="connsiteX5" fmla="*/ 16944 w 90423"/>
                <a:gd name="connsiteY5" fmla="*/ 66099 h 98375"/>
                <a:gd name="connsiteX6" fmla="*/ 24874 w 90423"/>
                <a:gd name="connsiteY6" fmla="*/ 50175 h 98375"/>
                <a:gd name="connsiteX7" fmla="*/ 50483 w 90423"/>
                <a:gd name="connsiteY7" fmla="*/ 42323 h 98375"/>
                <a:gd name="connsiteX8" fmla="*/ 69746 w 90423"/>
                <a:gd name="connsiteY8" fmla="*/ 27926 h 98375"/>
                <a:gd name="connsiteX9" fmla="*/ 57735 w 90423"/>
                <a:gd name="connsiteY9" fmla="*/ 10477 h 98375"/>
                <a:gd name="connsiteX10" fmla="*/ 35073 w 90423"/>
                <a:gd name="connsiteY10" fmla="*/ 5677 h 98375"/>
                <a:gd name="connsiteX11" fmla="*/ 7878 w 90423"/>
                <a:gd name="connsiteY11" fmla="*/ 14840 h 98375"/>
                <a:gd name="connsiteX12" fmla="*/ 20342 w 90423"/>
                <a:gd name="connsiteY12" fmla="*/ 27272 h 98375"/>
                <a:gd name="connsiteX13" fmla="*/ 11503 w 90423"/>
                <a:gd name="connsiteY13" fmla="*/ 35343 h 98375"/>
                <a:gd name="connsiteX14" fmla="*/ -1641 w 90423"/>
                <a:gd name="connsiteY14" fmla="*/ 20729 h 98375"/>
                <a:gd name="connsiteX15" fmla="*/ 34846 w 90423"/>
                <a:gd name="connsiteY15" fmla="*/ -430 h 98375"/>
                <a:gd name="connsiteX16" fmla="*/ 84250 w 90423"/>
                <a:gd name="connsiteY16" fmla="*/ 35561 h 98375"/>
                <a:gd name="connsiteX17" fmla="*/ 52976 w 90423"/>
                <a:gd name="connsiteY17" fmla="*/ 61082 h 98375"/>
                <a:gd name="connsiteX18" fmla="*/ 43911 w 90423"/>
                <a:gd name="connsiteY18" fmla="*/ 62828 h 98375"/>
                <a:gd name="connsiteX19" fmla="*/ 31447 w 90423"/>
                <a:gd name="connsiteY19" fmla="*/ 73732 h 98375"/>
                <a:gd name="connsiteX20" fmla="*/ 40512 w 90423"/>
                <a:gd name="connsiteY20" fmla="*/ 87693 h 98375"/>
                <a:gd name="connsiteX21" fmla="*/ 58415 w 90423"/>
                <a:gd name="connsiteY21" fmla="*/ 91838 h 98375"/>
                <a:gd name="connsiteX22" fmla="*/ 79944 w 90423"/>
                <a:gd name="connsiteY22" fmla="*/ 83767 h 98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423" h="98375">
                  <a:moveTo>
                    <a:pt x="79944" y="83767"/>
                  </a:moveTo>
                  <a:cubicBezTo>
                    <a:pt x="74051" y="82457"/>
                    <a:pt x="70426" y="77878"/>
                    <a:pt x="70426" y="73514"/>
                  </a:cubicBezTo>
                  <a:cubicBezTo>
                    <a:pt x="70426" y="68499"/>
                    <a:pt x="74957" y="66535"/>
                    <a:pt x="77904" y="66535"/>
                  </a:cubicBezTo>
                  <a:cubicBezTo>
                    <a:pt x="80171" y="66535"/>
                    <a:pt x="88782" y="67843"/>
                    <a:pt x="88782" y="78968"/>
                  </a:cubicBezTo>
                  <a:cubicBezTo>
                    <a:pt x="88782" y="93146"/>
                    <a:pt x="72466" y="97945"/>
                    <a:pt x="58641" y="97945"/>
                  </a:cubicBezTo>
                  <a:cubicBezTo>
                    <a:pt x="23289" y="97945"/>
                    <a:pt x="16944" y="72861"/>
                    <a:pt x="16944" y="66099"/>
                  </a:cubicBezTo>
                  <a:cubicBezTo>
                    <a:pt x="16944" y="58028"/>
                    <a:pt x="21701" y="52793"/>
                    <a:pt x="24874" y="50175"/>
                  </a:cubicBezTo>
                  <a:cubicBezTo>
                    <a:pt x="30766" y="45814"/>
                    <a:pt x="34846" y="44940"/>
                    <a:pt x="50483" y="42323"/>
                  </a:cubicBezTo>
                  <a:cubicBezTo>
                    <a:pt x="55243" y="41451"/>
                    <a:pt x="69746" y="38833"/>
                    <a:pt x="69746" y="27926"/>
                  </a:cubicBezTo>
                  <a:cubicBezTo>
                    <a:pt x="69746" y="24219"/>
                    <a:pt x="67254" y="15930"/>
                    <a:pt x="57735" y="10477"/>
                  </a:cubicBezTo>
                  <a:cubicBezTo>
                    <a:pt x="48897" y="5677"/>
                    <a:pt x="37792" y="5677"/>
                    <a:pt x="35073" y="5677"/>
                  </a:cubicBezTo>
                  <a:cubicBezTo>
                    <a:pt x="26008" y="5677"/>
                    <a:pt x="13090" y="7641"/>
                    <a:pt x="7878" y="14840"/>
                  </a:cubicBezTo>
                  <a:cubicBezTo>
                    <a:pt x="15356" y="15712"/>
                    <a:pt x="20342" y="21165"/>
                    <a:pt x="20342" y="27272"/>
                  </a:cubicBezTo>
                  <a:cubicBezTo>
                    <a:pt x="20342" y="32726"/>
                    <a:pt x="16263" y="35343"/>
                    <a:pt x="11503" y="35343"/>
                  </a:cubicBezTo>
                  <a:cubicBezTo>
                    <a:pt x="4933" y="35343"/>
                    <a:pt x="-1641" y="30326"/>
                    <a:pt x="-1641" y="20729"/>
                  </a:cubicBezTo>
                  <a:cubicBezTo>
                    <a:pt x="-1641" y="7641"/>
                    <a:pt x="12863" y="-430"/>
                    <a:pt x="34846" y="-430"/>
                  </a:cubicBezTo>
                  <a:cubicBezTo>
                    <a:pt x="76545" y="-430"/>
                    <a:pt x="84250" y="27054"/>
                    <a:pt x="84250" y="35561"/>
                  </a:cubicBezTo>
                  <a:cubicBezTo>
                    <a:pt x="84250" y="55629"/>
                    <a:pt x="61361" y="59554"/>
                    <a:pt x="52976" y="61082"/>
                  </a:cubicBezTo>
                  <a:cubicBezTo>
                    <a:pt x="50935" y="61518"/>
                    <a:pt x="45269" y="62390"/>
                    <a:pt x="43911" y="62828"/>
                  </a:cubicBezTo>
                  <a:cubicBezTo>
                    <a:pt x="35525" y="64354"/>
                    <a:pt x="31447" y="68935"/>
                    <a:pt x="31447" y="73732"/>
                  </a:cubicBezTo>
                  <a:cubicBezTo>
                    <a:pt x="31447" y="78750"/>
                    <a:pt x="35525" y="84639"/>
                    <a:pt x="40512" y="87693"/>
                  </a:cubicBezTo>
                  <a:cubicBezTo>
                    <a:pt x="46630" y="91402"/>
                    <a:pt x="54563" y="91838"/>
                    <a:pt x="58415" y="91838"/>
                  </a:cubicBezTo>
                  <a:cubicBezTo>
                    <a:pt x="63173" y="91838"/>
                    <a:pt x="74957" y="91184"/>
                    <a:pt x="79944" y="83767"/>
                  </a:cubicBez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7861E164-A7F7-9DFD-5B48-19EA6D128A4E}"/>
              </a:ext>
            </a:extLst>
          </p:cNvPr>
          <p:cNvGrpSpPr/>
          <p:nvPr/>
        </p:nvGrpSpPr>
        <p:grpSpPr>
          <a:xfrm>
            <a:off x="4458176" y="4016824"/>
            <a:ext cx="516583" cy="221400"/>
            <a:chOff x="5486986" y="4152476"/>
            <a:chExt cx="635794" cy="272492"/>
          </a:xfrm>
        </p:grpSpPr>
        <p:cxnSp>
          <p:nvCxnSpPr>
            <p:cNvPr id="102" name="直線矢印コネクタ 101">
              <a:extLst>
                <a:ext uri="{FF2B5EF4-FFF2-40B4-BE49-F238E27FC236}">
                  <a16:creationId xmlns:a16="http://schemas.microsoft.com/office/drawing/2014/main" id="{B1DE120C-524E-87D3-5B5C-5C76C9A8DAB1}"/>
                </a:ext>
              </a:extLst>
            </p:cNvPr>
            <p:cNvCxnSpPr/>
            <p:nvPr/>
          </p:nvCxnSpPr>
          <p:spPr>
            <a:xfrm>
              <a:off x="5486986" y="4424968"/>
              <a:ext cx="635794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フリーフォーム: 図形 102">
              <a:extLst>
                <a:ext uri="{FF2B5EF4-FFF2-40B4-BE49-F238E27FC236}">
                  <a16:creationId xmlns:a16="http://schemas.microsoft.com/office/drawing/2014/main" id="{65CB58A6-DB86-C227-258F-6D306A48FDE3}"/>
                </a:ext>
              </a:extLst>
            </p:cNvPr>
            <p:cNvSpPr/>
            <p:nvPr/>
          </p:nvSpPr>
          <p:spPr>
            <a:xfrm flipV="1">
              <a:off x="5689296" y="4152476"/>
              <a:ext cx="133101" cy="215980"/>
            </a:xfrm>
            <a:custGeom>
              <a:avLst/>
              <a:gdLst>
                <a:gd name="connsiteX0" fmla="*/ 97104 w 133101"/>
                <a:gd name="connsiteY0" fmla="*/ 190254 h 215980"/>
                <a:gd name="connsiteX1" fmla="*/ 123265 w 133101"/>
                <a:gd name="connsiteY1" fmla="*/ 204801 h 215980"/>
                <a:gd name="connsiteX2" fmla="*/ 132464 w 133101"/>
                <a:gd name="connsiteY2" fmla="*/ 210810 h 215980"/>
                <a:gd name="connsiteX3" fmla="*/ 128152 w 133101"/>
                <a:gd name="connsiteY3" fmla="*/ 214603 h 215980"/>
                <a:gd name="connsiteX4" fmla="*/ 90205 w 133101"/>
                <a:gd name="connsiteY4" fmla="*/ 213655 h 215980"/>
                <a:gd name="connsiteX5" fmla="*/ 51970 w 133101"/>
                <a:gd name="connsiteY5" fmla="*/ 214603 h 215980"/>
                <a:gd name="connsiteX6" fmla="*/ 46222 w 133101"/>
                <a:gd name="connsiteY6" fmla="*/ 208280 h 215980"/>
                <a:gd name="connsiteX7" fmla="*/ 54271 w 133101"/>
                <a:gd name="connsiteY7" fmla="*/ 204801 h 215980"/>
                <a:gd name="connsiteX8" fmla="*/ 74107 w 133101"/>
                <a:gd name="connsiteY8" fmla="*/ 198793 h 215980"/>
                <a:gd name="connsiteX9" fmla="*/ 73531 w 133101"/>
                <a:gd name="connsiteY9" fmla="*/ 193732 h 215980"/>
                <a:gd name="connsiteX10" fmla="*/ 34723 w 133101"/>
                <a:gd name="connsiteY10" fmla="*/ 23288 h 215980"/>
                <a:gd name="connsiteX11" fmla="*/ 8562 w 133101"/>
                <a:gd name="connsiteY11" fmla="*/ 8425 h 215980"/>
                <a:gd name="connsiteX12" fmla="*/ -637 w 133101"/>
                <a:gd name="connsiteY12" fmla="*/ 2101 h 215980"/>
                <a:gd name="connsiteX13" fmla="*/ 3674 w 133101"/>
                <a:gd name="connsiteY13" fmla="*/ -1378 h 215980"/>
                <a:gd name="connsiteX14" fmla="*/ 41335 w 133101"/>
                <a:gd name="connsiteY14" fmla="*/ -429 h 215980"/>
                <a:gd name="connsiteX15" fmla="*/ 79857 w 133101"/>
                <a:gd name="connsiteY15" fmla="*/ -1378 h 215980"/>
                <a:gd name="connsiteX16" fmla="*/ 85606 w 133101"/>
                <a:gd name="connsiteY16" fmla="*/ 4632 h 215980"/>
                <a:gd name="connsiteX17" fmla="*/ 76982 w 133101"/>
                <a:gd name="connsiteY17" fmla="*/ 8425 h 215980"/>
                <a:gd name="connsiteX18" fmla="*/ 64620 w 133101"/>
                <a:gd name="connsiteY18" fmla="*/ 9058 h 215980"/>
                <a:gd name="connsiteX19" fmla="*/ 57433 w 133101"/>
                <a:gd name="connsiteY19" fmla="*/ 14434 h 215980"/>
                <a:gd name="connsiteX20" fmla="*/ 58583 w 133101"/>
                <a:gd name="connsiteY20" fmla="*/ 21706 h 215980"/>
                <a:gd name="connsiteX21" fmla="*/ 97104 w 133101"/>
                <a:gd name="connsiteY21" fmla="*/ 190254 h 2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3101" h="215980">
                  <a:moveTo>
                    <a:pt x="97104" y="190254"/>
                  </a:moveTo>
                  <a:cubicBezTo>
                    <a:pt x="99692" y="201637"/>
                    <a:pt x="100555" y="204801"/>
                    <a:pt x="123265" y="204801"/>
                  </a:cubicBezTo>
                  <a:cubicBezTo>
                    <a:pt x="130165" y="204801"/>
                    <a:pt x="132464" y="204801"/>
                    <a:pt x="132464" y="210810"/>
                  </a:cubicBezTo>
                  <a:cubicBezTo>
                    <a:pt x="132464" y="214603"/>
                    <a:pt x="129302" y="214603"/>
                    <a:pt x="128152" y="214603"/>
                  </a:cubicBezTo>
                  <a:cubicBezTo>
                    <a:pt x="119815" y="214603"/>
                    <a:pt x="98543" y="213655"/>
                    <a:pt x="90205" y="213655"/>
                  </a:cubicBezTo>
                  <a:cubicBezTo>
                    <a:pt x="81580" y="213655"/>
                    <a:pt x="60595" y="214603"/>
                    <a:pt x="51970" y="214603"/>
                  </a:cubicBezTo>
                  <a:cubicBezTo>
                    <a:pt x="49958" y="214603"/>
                    <a:pt x="46222" y="214603"/>
                    <a:pt x="46222" y="208280"/>
                  </a:cubicBezTo>
                  <a:cubicBezTo>
                    <a:pt x="46222" y="204801"/>
                    <a:pt x="48808" y="204801"/>
                    <a:pt x="54271" y="204801"/>
                  </a:cubicBezTo>
                  <a:cubicBezTo>
                    <a:pt x="66345" y="204801"/>
                    <a:pt x="74107" y="204801"/>
                    <a:pt x="74107" y="198793"/>
                  </a:cubicBezTo>
                  <a:cubicBezTo>
                    <a:pt x="74107" y="197211"/>
                    <a:pt x="74107" y="196579"/>
                    <a:pt x="73531" y="193732"/>
                  </a:cubicBezTo>
                  <a:lnTo>
                    <a:pt x="34723" y="23288"/>
                  </a:lnTo>
                  <a:cubicBezTo>
                    <a:pt x="32135" y="11588"/>
                    <a:pt x="31272" y="8425"/>
                    <a:pt x="8562" y="8425"/>
                  </a:cubicBezTo>
                  <a:cubicBezTo>
                    <a:pt x="1951" y="8425"/>
                    <a:pt x="-637" y="8425"/>
                    <a:pt x="-637" y="2101"/>
                  </a:cubicBezTo>
                  <a:cubicBezTo>
                    <a:pt x="-637" y="-1378"/>
                    <a:pt x="2812" y="-1378"/>
                    <a:pt x="3674" y="-1378"/>
                  </a:cubicBezTo>
                  <a:cubicBezTo>
                    <a:pt x="12012" y="-1378"/>
                    <a:pt x="32997" y="-429"/>
                    <a:pt x="41335" y="-429"/>
                  </a:cubicBezTo>
                  <a:cubicBezTo>
                    <a:pt x="49958" y="-429"/>
                    <a:pt x="71232" y="-1378"/>
                    <a:pt x="79857" y="-1378"/>
                  </a:cubicBezTo>
                  <a:cubicBezTo>
                    <a:pt x="82156" y="-1378"/>
                    <a:pt x="85606" y="-1378"/>
                    <a:pt x="85606" y="4632"/>
                  </a:cubicBezTo>
                  <a:cubicBezTo>
                    <a:pt x="85606" y="8425"/>
                    <a:pt x="83306" y="8425"/>
                    <a:pt x="76982" y="8425"/>
                  </a:cubicBezTo>
                  <a:cubicBezTo>
                    <a:pt x="71808" y="8425"/>
                    <a:pt x="70369" y="8425"/>
                    <a:pt x="64620" y="9058"/>
                  </a:cubicBezTo>
                  <a:cubicBezTo>
                    <a:pt x="58583" y="9690"/>
                    <a:pt x="57433" y="10954"/>
                    <a:pt x="57433" y="14434"/>
                  </a:cubicBezTo>
                  <a:cubicBezTo>
                    <a:pt x="57433" y="16964"/>
                    <a:pt x="58009" y="19493"/>
                    <a:pt x="58583" y="21706"/>
                  </a:cubicBezTo>
                  <a:lnTo>
                    <a:pt x="97104" y="190254"/>
                  </a:lnTo>
                </a:path>
              </a:pathLst>
            </a:custGeom>
            <a:solidFill>
              <a:srgbClr val="000000"/>
            </a:solidFill>
            <a:ln w="1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04" name="フリーフォーム: 図形 103">
              <a:extLst>
                <a:ext uri="{FF2B5EF4-FFF2-40B4-BE49-F238E27FC236}">
                  <a16:creationId xmlns:a16="http://schemas.microsoft.com/office/drawing/2014/main" id="{45F4CBE9-88D7-5B57-65D9-828347CF77E9}"/>
                </a:ext>
              </a:extLst>
            </p:cNvPr>
            <p:cNvSpPr/>
            <p:nvPr/>
          </p:nvSpPr>
          <p:spPr>
            <a:xfrm flipV="1">
              <a:off x="5815377" y="4318347"/>
              <a:ext cx="93551" cy="99810"/>
            </a:xfrm>
            <a:custGeom>
              <a:avLst/>
              <a:gdLst>
                <a:gd name="connsiteX0" fmla="*/ 36164 w 93551"/>
                <a:gd name="connsiteY0" fmla="*/ 46489 h 99810"/>
                <a:gd name="connsiteX1" fmla="*/ 41395 w 93551"/>
                <a:gd name="connsiteY1" fmla="*/ 68839 h 99810"/>
                <a:gd name="connsiteX2" fmla="*/ 54070 w 93551"/>
                <a:gd name="connsiteY2" fmla="*/ 86988 h 99810"/>
                <a:gd name="connsiteX3" fmla="*/ 70366 w 93551"/>
                <a:gd name="connsiteY3" fmla="*/ 93184 h 99810"/>
                <a:gd name="connsiteX4" fmla="*/ 81432 w 93551"/>
                <a:gd name="connsiteY4" fmla="*/ 90086 h 99810"/>
                <a:gd name="connsiteX5" fmla="*/ 72580 w 93551"/>
                <a:gd name="connsiteY5" fmla="*/ 77913 h 99810"/>
                <a:gd name="connsiteX6" fmla="*/ 80627 w 93551"/>
                <a:gd name="connsiteY6" fmla="*/ 69726 h 99810"/>
                <a:gd name="connsiteX7" fmla="*/ 91893 w 93551"/>
                <a:gd name="connsiteY7" fmla="*/ 83224 h 99810"/>
                <a:gd name="connsiteX8" fmla="*/ 70568 w 93551"/>
                <a:gd name="connsiteY8" fmla="*/ 99381 h 99810"/>
                <a:gd name="connsiteX9" fmla="*/ 42200 w 93551"/>
                <a:gd name="connsiteY9" fmla="*/ 83667 h 99810"/>
                <a:gd name="connsiteX10" fmla="*/ 21477 w 93551"/>
                <a:gd name="connsiteY10" fmla="*/ 99381 h 99810"/>
                <a:gd name="connsiteX11" fmla="*/ 5784 w 93551"/>
                <a:gd name="connsiteY11" fmla="*/ 88094 h 99810"/>
                <a:gd name="connsiteX12" fmla="*/ -1658 w 93551"/>
                <a:gd name="connsiteY12" fmla="*/ 65520 h 99810"/>
                <a:gd name="connsiteX13" fmla="*/ 1762 w 93551"/>
                <a:gd name="connsiteY13" fmla="*/ 62643 h 99810"/>
                <a:gd name="connsiteX14" fmla="*/ 6188 w 93551"/>
                <a:gd name="connsiteY14" fmla="*/ 69282 h 99810"/>
                <a:gd name="connsiteX15" fmla="*/ 20874 w 93551"/>
                <a:gd name="connsiteY15" fmla="*/ 93184 h 99810"/>
                <a:gd name="connsiteX16" fmla="*/ 27513 w 93551"/>
                <a:gd name="connsiteY16" fmla="*/ 82340 h 99810"/>
                <a:gd name="connsiteX17" fmla="*/ 24295 w 93551"/>
                <a:gd name="connsiteY17" fmla="*/ 63972 h 99810"/>
                <a:gd name="connsiteX18" fmla="*/ 19868 w 93551"/>
                <a:gd name="connsiteY18" fmla="*/ 44054 h 99810"/>
                <a:gd name="connsiteX19" fmla="*/ 13430 w 93551"/>
                <a:gd name="connsiteY19" fmla="*/ 15726 h 99810"/>
                <a:gd name="connsiteX20" fmla="*/ 11419 w 93551"/>
                <a:gd name="connsiteY20" fmla="*/ 6653 h 99810"/>
                <a:gd name="connsiteX21" fmla="*/ 18259 w 93551"/>
                <a:gd name="connsiteY21" fmla="*/ -430 h 99810"/>
                <a:gd name="connsiteX22" fmla="*/ 26910 w 93551"/>
                <a:gd name="connsiteY22" fmla="*/ 5988 h 99810"/>
                <a:gd name="connsiteX23" fmla="*/ 30732 w 93551"/>
                <a:gd name="connsiteY23" fmla="*/ 22586 h 99810"/>
                <a:gd name="connsiteX24" fmla="*/ 36164 w 93551"/>
                <a:gd name="connsiteY24" fmla="*/ 46489 h 99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3551" h="99810">
                  <a:moveTo>
                    <a:pt x="36164" y="46489"/>
                  </a:moveTo>
                  <a:cubicBezTo>
                    <a:pt x="36365" y="47816"/>
                    <a:pt x="40994" y="67733"/>
                    <a:pt x="41395" y="68839"/>
                  </a:cubicBezTo>
                  <a:cubicBezTo>
                    <a:pt x="41798" y="70611"/>
                    <a:pt x="47631" y="81676"/>
                    <a:pt x="54070" y="86988"/>
                  </a:cubicBezTo>
                  <a:cubicBezTo>
                    <a:pt x="56284" y="88757"/>
                    <a:pt x="61716" y="93184"/>
                    <a:pt x="70366" y="93184"/>
                  </a:cubicBezTo>
                  <a:cubicBezTo>
                    <a:pt x="72378" y="93184"/>
                    <a:pt x="77408" y="92963"/>
                    <a:pt x="81432" y="90086"/>
                  </a:cubicBezTo>
                  <a:cubicBezTo>
                    <a:pt x="74995" y="88094"/>
                    <a:pt x="72580" y="81897"/>
                    <a:pt x="72580" y="77913"/>
                  </a:cubicBezTo>
                  <a:cubicBezTo>
                    <a:pt x="72580" y="73045"/>
                    <a:pt x="75999" y="69726"/>
                    <a:pt x="80627" y="69726"/>
                  </a:cubicBezTo>
                  <a:cubicBezTo>
                    <a:pt x="85255" y="69726"/>
                    <a:pt x="91893" y="73930"/>
                    <a:pt x="91893" y="83224"/>
                  </a:cubicBezTo>
                  <a:cubicBezTo>
                    <a:pt x="91893" y="94732"/>
                    <a:pt x="80828" y="99381"/>
                    <a:pt x="70568" y="99381"/>
                  </a:cubicBezTo>
                  <a:cubicBezTo>
                    <a:pt x="60106" y="99381"/>
                    <a:pt x="51053" y="94732"/>
                    <a:pt x="42200" y="83667"/>
                  </a:cubicBezTo>
                  <a:cubicBezTo>
                    <a:pt x="38579" y="97167"/>
                    <a:pt x="26305" y="99381"/>
                    <a:pt x="21477" y="99381"/>
                  </a:cubicBezTo>
                  <a:cubicBezTo>
                    <a:pt x="14034" y="99381"/>
                    <a:pt x="9005" y="94290"/>
                    <a:pt x="5784" y="88094"/>
                  </a:cubicBezTo>
                  <a:cubicBezTo>
                    <a:pt x="1159" y="79463"/>
                    <a:pt x="-1658" y="66628"/>
                    <a:pt x="-1658" y="65520"/>
                  </a:cubicBezTo>
                  <a:cubicBezTo>
                    <a:pt x="-1658" y="62643"/>
                    <a:pt x="1159" y="62643"/>
                    <a:pt x="1762" y="62643"/>
                  </a:cubicBezTo>
                  <a:cubicBezTo>
                    <a:pt x="4578" y="62643"/>
                    <a:pt x="4779" y="63307"/>
                    <a:pt x="6188" y="69282"/>
                  </a:cubicBezTo>
                  <a:cubicBezTo>
                    <a:pt x="9205" y="82782"/>
                    <a:pt x="13027" y="93184"/>
                    <a:pt x="20874" y="93184"/>
                  </a:cubicBezTo>
                  <a:cubicBezTo>
                    <a:pt x="26105" y="93184"/>
                    <a:pt x="27513" y="88315"/>
                    <a:pt x="27513" y="82340"/>
                  </a:cubicBezTo>
                  <a:cubicBezTo>
                    <a:pt x="27513" y="78136"/>
                    <a:pt x="25702" y="69947"/>
                    <a:pt x="24295" y="63972"/>
                  </a:cubicBezTo>
                  <a:cubicBezTo>
                    <a:pt x="22886" y="57997"/>
                    <a:pt x="20874" y="48922"/>
                    <a:pt x="19868" y="44054"/>
                  </a:cubicBezTo>
                  <a:lnTo>
                    <a:pt x="13430" y="15726"/>
                  </a:lnTo>
                  <a:cubicBezTo>
                    <a:pt x="12626" y="12849"/>
                    <a:pt x="11419" y="7316"/>
                    <a:pt x="11419" y="6653"/>
                  </a:cubicBezTo>
                  <a:cubicBezTo>
                    <a:pt x="11419" y="1784"/>
                    <a:pt x="15040" y="-430"/>
                    <a:pt x="18259" y="-430"/>
                  </a:cubicBezTo>
                  <a:cubicBezTo>
                    <a:pt x="21276" y="-430"/>
                    <a:pt x="25301" y="1562"/>
                    <a:pt x="26910" y="5988"/>
                  </a:cubicBezTo>
                  <a:cubicBezTo>
                    <a:pt x="27313" y="7316"/>
                    <a:pt x="29527" y="17053"/>
                    <a:pt x="30732" y="22586"/>
                  </a:cubicBezTo>
                  <a:lnTo>
                    <a:pt x="36164" y="46489"/>
                  </a:lnTo>
                </a:path>
              </a:pathLst>
            </a:custGeom>
            <a:solidFill>
              <a:srgbClr val="000000"/>
            </a:solidFill>
            <a:ln w="1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6DB22897-56C6-E47F-A993-2653CE757A41}"/>
              </a:ext>
            </a:extLst>
          </p:cNvPr>
          <p:cNvGrpSpPr/>
          <p:nvPr/>
        </p:nvGrpSpPr>
        <p:grpSpPr>
          <a:xfrm>
            <a:off x="2159614" y="3565786"/>
            <a:ext cx="451598" cy="707531"/>
            <a:chOff x="2657986" y="3597352"/>
            <a:chExt cx="555813" cy="870807"/>
          </a:xfrm>
        </p:grpSpPr>
        <p:sp>
          <p:nvSpPr>
            <p:cNvPr id="107" name="矢印: 上向き折線 106">
              <a:extLst>
                <a:ext uri="{FF2B5EF4-FFF2-40B4-BE49-F238E27FC236}">
                  <a16:creationId xmlns:a16="http://schemas.microsoft.com/office/drawing/2014/main" id="{1592E851-70D0-DBF1-CE36-B72E31585B94}"/>
                </a:ext>
              </a:extLst>
            </p:cNvPr>
            <p:cNvSpPr/>
            <p:nvPr/>
          </p:nvSpPr>
          <p:spPr>
            <a:xfrm rot="5400000" flipH="1">
              <a:off x="2643504" y="3897864"/>
              <a:ext cx="584777" cy="555813"/>
            </a:xfrm>
            <a:prstGeom prst="bentUpArrow">
              <a:avLst>
                <a:gd name="adj1" fmla="val 3427"/>
                <a:gd name="adj2" fmla="val 6519"/>
                <a:gd name="adj3" fmla="val 10593"/>
              </a:avLst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>
                <a:latin typeface="+mn-ea"/>
              </a:endParaRPr>
            </a:p>
          </p:txBody>
        </p:sp>
        <p:sp>
          <p:nvSpPr>
            <p:cNvPr id="108" name="フリーフォーム: 図形 107">
              <a:extLst>
                <a:ext uri="{FF2B5EF4-FFF2-40B4-BE49-F238E27FC236}">
                  <a16:creationId xmlns:a16="http://schemas.microsoft.com/office/drawing/2014/main" id="{DC4D0E8F-DF2A-B70E-8AC3-7C8E48058A7A}"/>
                </a:ext>
              </a:extLst>
            </p:cNvPr>
            <p:cNvSpPr/>
            <p:nvPr/>
          </p:nvSpPr>
          <p:spPr>
            <a:xfrm flipV="1">
              <a:off x="2820634" y="3597352"/>
              <a:ext cx="152115" cy="215980"/>
            </a:xfrm>
            <a:custGeom>
              <a:avLst/>
              <a:gdLst>
                <a:gd name="connsiteX0" fmla="*/ 111064 w 152115"/>
                <a:gd name="connsiteY0" fmla="*/ 190274 h 215980"/>
                <a:gd name="connsiteX1" fmla="*/ 140963 w 152115"/>
                <a:gd name="connsiteY1" fmla="*/ 204821 h 215980"/>
                <a:gd name="connsiteX2" fmla="*/ 151475 w 152115"/>
                <a:gd name="connsiteY2" fmla="*/ 210830 h 215980"/>
                <a:gd name="connsiteX3" fmla="*/ 146548 w 152115"/>
                <a:gd name="connsiteY3" fmla="*/ 214623 h 215980"/>
                <a:gd name="connsiteX4" fmla="*/ 103179 w 152115"/>
                <a:gd name="connsiteY4" fmla="*/ 213675 h 215980"/>
                <a:gd name="connsiteX5" fmla="*/ 59483 w 152115"/>
                <a:gd name="connsiteY5" fmla="*/ 214623 h 215980"/>
                <a:gd name="connsiteX6" fmla="*/ 52913 w 152115"/>
                <a:gd name="connsiteY6" fmla="*/ 208300 h 215980"/>
                <a:gd name="connsiteX7" fmla="*/ 62112 w 152115"/>
                <a:gd name="connsiteY7" fmla="*/ 204821 h 215980"/>
                <a:gd name="connsiteX8" fmla="*/ 84782 w 152115"/>
                <a:gd name="connsiteY8" fmla="*/ 198813 h 215980"/>
                <a:gd name="connsiteX9" fmla="*/ 84124 w 152115"/>
                <a:gd name="connsiteY9" fmla="*/ 193752 h 215980"/>
                <a:gd name="connsiteX10" fmla="*/ 39771 w 152115"/>
                <a:gd name="connsiteY10" fmla="*/ 23308 h 215980"/>
                <a:gd name="connsiteX11" fmla="*/ 9873 w 152115"/>
                <a:gd name="connsiteY11" fmla="*/ 8445 h 215980"/>
                <a:gd name="connsiteX12" fmla="*/ -640 w 152115"/>
                <a:gd name="connsiteY12" fmla="*/ 2121 h 215980"/>
                <a:gd name="connsiteX13" fmla="*/ 4287 w 152115"/>
                <a:gd name="connsiteY13" fmla="*/ -1358 h 215980"/>
                <a:gd name="connsiteX14" fmla="*/ 47328 w 152115"/>
                <a:gd name="connsiteY14" fmla="*/ -409 h 215980"/>
                <a:gd name="connsiteX15" fmla="*/ 91353 w 152115"/>
                <a:gd name="connsiteY15" fmla="*/ -1358 h 215980"/>
                <a:gd name="connsiteX16" fmla="*/ 97924 w 152115"/>
                <a:gd name="connsiteY16" fmla="*/ 4652 h 215980"/>
                <a:gd name="connsiteX17" fmla="*/ 88067 w 152115"/>
                <a:gd name="connsiteY17" fmla="*/ 8445 h 215980"/>
                <a:gd name="connsiteX18" fmla="*/ 73939 w 152115"/>
                <a:gd name="connsiteY18" fmla="*/ 9078 h 215980"/>
                <a:gd name="connsiteX19" fmla="*/ 65726 w 152115"/>
                <a:gd name="connsiteY19" fmla="*/ 14454 h 215980"/>
                <a:gd name="connsiteX20" fmla="*/ 67040 w 152115"/>
                <a:gd name="connsiteY20" fmla="*/ 21726 h 215980"/>
                <a:gd name="connsiteX21" fmla="*/ 111064 w 152115"/>
                <a:gd name="connsiteY21" fmla="*/ 190274 h 2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2115" h="215980">
                  <a:moveTo>
                    <a:pt x="111064" y="190274"/>
                  </a:moveTo>
                  <a:cubicBezTo>
                    <a:pt x="114022" y="201657"/>
                    <a:pt x="115008" y="204821"/>
                    <a:pt x="140963" y="204821"/>
                  </a:cubicBezTo>
                  <a:cubicBezTo>
                    <a:pt x="148848" y="204821"/>
                    <a:pt x="151475" y="204821"/>
                    <a:pt x="151475" y="210830"/>
                  </a:cubicBezTo>
                  <a:cubicBezTo>
                    <a:pt x="151475" y="214623"/>
                    <a:pt x="147862" y="214623"/>
                    <a:pt x="146548" y="214623"/>
                  </a:cubicBezTo>
                  <a:cubicBezTo>
                    <a:pt x="137019" y="214623"/>
                    <a:pt x="112708" y="213675"/>
                    <a:pt x="103179" y="213675"/>
                  </a:cubicBezTo>
                  <a:cubicBezTo>
                    <a:pt x="93323" y="213675"/>
                    <a:pt x="69339" y="214623"/>
                    <a:pt x="59483" y="214623"/>
                  </a:cubicBezTo>
                  <a:cubicBezTo>
                    <a:pt x="57183" y="214623"/>
                    <a:pt x="52913" y="214623"/>
                    <a:pt x="52913" y="208300"/>
                  </a:cubicBezTo>
                  <a:cubicBezTo>
                    <a:pt x="52913" y="204821"/>
                    <a:pt x="55869" y="204821"/>
                    <a:pt x="62112" y="204821"/>
                  </a:cubicBezTo>
                  <a:cubicBezTo>
                    <a:pt x="75911" y="204821"/>
                    <a:pt x="84782" y="204821"/>
                    <a:pt x="84782" y="198813"/>
                  </a:cubicBezTo>
                  <a:cubicBezTo>
                    <a:pt x="84782" y="197231"/>
                    <a:pt x="84782" y="196599"/>
                    <a:pt x="84124" y="193752"/>
                  </a:cubicBezTo>
                  <a:lnTo>
                    <a:pt x="39771" y="23308"/>
                  </a:lnTo>
                  <a:cubicBezTo>
                    <a:pt x="36813" y="11608"/>
                    <a:pt x="35828" y="8445"/>
                    <a:pt x="9873" y="8445"/>
                  </a:cubicBezTo>
                  <a:cubicBezTo>
                    <a:pt x="2317" y="8445"/>
                    <a:pt x="-640" y="8445"/>
                    <a:pt x="-640" y="2121"/>
                  </a:cubicBezTo>
                  <a:cubicBezTo>
                    <a:pt x="-640" y="-1358"/>
                    <a:pt x="3301" y="-1358"/>
                    <a:pt x="4287" y="-1358"/>
                  </a:cubicBezTo>
                  <a:cubicBezTo>
                    <a:pt x="13816" y="-1358"/>
                    <a:pt x="37799" y="-409"/>
                    <a:pt x="47328" y="-409"/>
                  </a:cubicBezTo>
                  <a:cubicBezTo>
                    <a:pt x="57183" y="-409"/>
                    <a:pt x="81496" y="-1358"/>
                    <a:pt x="91353" y="-1358"/>
                  </a:cubicBezTo>
                  <a:cubicBezTo>
                    <a:pt x="93980" y="-1358"/>
                    <a:pt x="97924" y="-1358"/>
                    <a:pt x="97924" y="4652"/>
                  </a:cubicBezTo>
                  <a:cubicBezTo>
                    <a:pt x="97924" y="8445"/>
                    <a:pt x="95294" y="8445"/>
                    <a:pt x="88067" y="8445"/>
                  </a:cubicBezTo>
                  <a:cubicBezTo>
                    <a:pt x="82154" y="8445"/>
                    <a:pt x="80510" y="8445"/>
                    <a:pt x="73939" y="9078"/>
                  </a:cubicBezTo>
                  <a:cubicBezTo>
                    <a:pt x="67040" y="9710"/>
                    <a:pt x="65726" y="10974"/>
                    <a:pt x="65726" y="14454"/>
                  </a:cubicBezTo>
                  <a:cubicBezTo>
                    <a:pt x="65726" y="16984"/>
                    <a:pt x="66384" y="19513"/>
                    <a:pt x="67040" y="21726"/>
                  </a:cubicBezTo>
                  <a:lnTo>
                    <a:pt x="111064" y="190274"/>
                  </a:lnTo>
                </a:path>
              </a:pathLst>
            </a:custGeom>
            <a:solidFill>
              <a:srgbClr val="000000"/>
            </a:solidFill>
            <a:ln w="1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09" name="フリーフォーム: 図形 108">
              <a:extLst>
                <a:ext uri="{FF2B5EF4-FFF2-40B4-BE49-F238E27FC236}">
                  <a16:creationId xmlns:a16="http://schemas.microsoft.com/office/drawing/2014/main" id="{A905B2A8-B783-2320-E3A5-19D078C59B5C}"/>
                </a:ext>
              </a:extLst>
            </p:cNvPr>
            <p:cNvSpPr/>
            <p:nvPr/>
          </p:nvSpPr>
          <p:spPr>
            <a:xfrm flipV="1">
              <a:off x="2978861" y="3713871"/>
              <a:ext cx="83694" cy="146948"/>
            </a:xfrm>
            <a:custGeom>
              <a:avLst/>
              <a:gdLst>
                <a:gd name="connsiteX0" fmla="*/ 50284 w 83694"/>
                <a:gd name="connsiteY0" fmla="*/ 140116 h 146948"/>
                <a:gd name="connsiteX1" fmla="*/ 43385 w 83694"/>
                <a:gd name="connsiteY1" fmla="*/ 146312 h 146948"/>
                <a:gd name="connsiteX2" fmla="*/ -1682 w 83694"/>
                <a:gd name="connsiteY2" fmla="*/ 132148 h 146948"/>
                <a:gd name="connsiteX3" fmla="*/ -1682 w 83694"/>
                <a:gd name="connsiteY3" fmla="*/ 124180 h 146948"/>
                <a:gd name="connsiteX4" fmla="*/ 31660 w 83694"/>
                <a:gd name="connsiteY4" fmla="*/ 130377 h 146948"/>
                <a:gd name="connsiteX5" fmla="*/ 31660 w 83694"/>
                <a:gd name="connsiteY5" fmla="*/ 17510 h 146948"/>
                <a:gd name="connsiteX6" fmla="*/ 8666 w 83694"/>
                <a:gd name="connsiteY6" fmla="*/ 7331 h 146948"/>
                <a:gd name="connsiteX7" fmla="*/ -71 w 83694"/>
                <a:gd name="connsiteY7" fmla="*/ 7331 h 146948"/>
                <a:gd name="connsiteX8" fmla="*/ -71 w 83694"/>
                <a:gd name="connsiteY8" fmla="*/ -637 h 146948"/>
                <a:gd name="connsiteX9" fmla="*/ 40856 w 83694"/>
                <a:gd name="connsiteY9" fmla="*/ 248 h 146948"/>
                <a:gd name="connsiteX10" fmla="*/ 82013 w 83694"/>
                <a:gd name="connsiteY10" fmla="*/ -637 h 146948"/>
                <a:gd name="connsiteX11" fmla="*/ 82013 w 83694"/>
                <a:gd name="connsiteY11" fmla="*/ 7331 h 146948"/>
                <a:gd name="connsiteX12" fmla="*/ 73276 w 83694"/>
                <a:gd name="connsiteY12" fmla="*/ 7331 h 146948"/>
                <a:gd name="connsiteX13" fmla="*/ 50284 w 83694"/>
                <a:gd name="connsiteY13" fmla="*/ 17510 h 146948"/>
                <a:gd name="connsiteX14" fmla="*/ 50284 w 83694"/>
                <a:gd name="connsiteY14" fmla="*/ 140116 h 146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3694" h="146948">
                  <a:moveTo>
                    <a:pt x="50284" y="140116"/>
                  </a:moveTo>
                  <a:cubicBezTo>
                    <a:pt x="50284" y="146091"/>
                    <a:pt x="49824" y="146312"/>
                    <a:pt x="43385" y="146312"/>
                  </a:cubicBezTo>
                  <a:cubicBezTo>
                    <a:pt x="28670" y="132370"/>
                    <a:pt x="7747" y="132148"/>
                    <a:pt x="-1682" y="132148"/>
                  </a:cubicBezTo>
                  <a:lnTo>
                    <a:pt x="-1682" y="124180"/>
                  </a:lnTo>
                  <a:cubicBezTo>
                    <a:pt x="3836" y="124180"/>
                    <a:pt x="19012" y="124180"/>
                    <a:pt x="31660" y="130377"/>
                  </a:cubicBezTo>
                  <a:lnTo>
                    <a:pt x="31660" y="17510"/>
                  </a:lnTo>
                  <a:cubicBezTo>
                    <a:pt x="31660" y="10208"/>
                    <a:pt x="31660" y="7331"/>
                    <a:pt x="8666" y="7331"/>
                  </a:cubicBezTo>
                  <a:lnTo>
                    <a:pt x="-71" y="7331"/>
                  </a:lnTo>
                  <a:lnTo>
                    <a:pt x="-71" y="-637"/>
                  </a:lnTo>
                  <a:cubicBezTo>
                    <a:pt x="4066" y="-415"/>
                    <a:pt x="32349" y="248"/>
                    <a:pt x="40856" y="248"/>
                  </a:cubicBezTo>
                  <a:cubicBezTo>
                    <a:pt x="47984" y="248"/>
                    <a:pt x="76956" y="-415"/>
                    <a:pt x="82013" y="-637"/>
                  </a:cubicBezTo>
                  <a:lnTo>
                    <a:pt x="82013" y="7331"/>
                  </a:lnTo>
                  <a:lnTo>
                    <a:pt x="73276" y="7331"/>
                  </a:lnTo>
                  <a:cubicBezTo>
                    <a:pt x="50284" y="7331"/>
                    <a:pt x="50284" y="10208"/>
                    <a:pt x="50284" y="17510"/>
                  </a:cubicBezTo>
                  <a:lnTo>
                    <a:pt x="50284" y="140116"/>
                  </a:lnTo>
                </a:path>
              </a:pathLst>
            </a:custGeom>
            <a:solidFill>
              <a:srgbClr val="000000"/>
            </a:solidFill>
            <a:ln w="1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3190BFCA-F13C-3DC1-6F3D-C3D6C5E9706F}"/>
              </a:ext>
            </a:extLst>
          </p:cNvPr>
          <p:cNvGrpSpPr/>
          <p:nvPr/>
        </p:nvGrpSpPr>
        <p:grpSpPr>
          <a:xfrm>
            <a:off x="2159614" y="4529121"/>
            <a:ext cx="451598" cy="719434"/>
            <a:chOff x="2657986" y="4782995"/>
            <a:chExt cx="555813" cy="885457"/>
          </a:xfrm>
        </p:grpSpPr>
        <p:sp>
          <p:nvSpPr>
            <p:cNvPr id="113" name="矢印: 上向き折線 112">
              <a:extLst>
                <a:ext uri="{FF2B5EF4-FFF2-40B4-BE49-F238E27FC236}">
                  <a16:creationId xmlns:a16="http://schemas.microsoft.com/office/drawing/2014/main" id="{4B0FD305-9B7A-848B-FCCE-9C83E61E8DFE}"/>
                </a:ext>
              </a:extLst>
            </p:cNvPr>
            <p:cNvSpPr/>
            <p:nvPr/>
          </p:nvSpPr>
          <p:spPr>
            <a:xfrm rot="5400000">
              <a:off x="2643505" y="4797476"/>
              <a:ext cx="584775" cy="555813"/>
            </a:xfrm>
            <a:prstGeom prst="bentUpArrow">
              <a:avLst>
                <a:gd name="adj1" fmla="val 3427"/>
                <a:gd name="adj2" fmla="val 6519"/>
                <a:gd name="adj3" fmla="val 10593"/>
              </a:avLst>
            </a:prstGeom>
            <a:solidFill>
              <a:schemeClr val="accent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>
                <a:latin typeface="+mn-ea"/>
              </a:endParaRPr>
            </a:p>
          </p:txBody>
        </p:sp>
        <p:sp>
          <p:nvSpPr>
            <p:cNvPr id="125" name="フリーフォーム: 図形 124">
              <a:extLst>
                <a:ext uri="{FF2B5EF4-FFF2-40B4-BE49-F238E27FC236}">
                  <a16:creationId xmlns:a16="http://schemas.microsoft.com/office/drawing/2014/main" id="{CB91CEA8-9940-CE21-0AE0-32CA0836BA52}"/>
                </a:ext>
              </a:extLst>
            </p:cNvPr>
            <p:cNvSpPr/>
            <p:nvPr/>
          </p:nvSpPr>
          <p:spPr>
            <a:xfrm flipV="1">
              <a:off x="2820617" y="5404985"/>
              <a:ext cx="133101" cy="215980"/>
            </a:xfrm>
            <a:custGeom>
              <a:avLst/>
              <a:gdLst>
                <a:gd name="connsiteX0" fmla="*/ 97101 w 133101"/>
                <a:gd name="connsiteY0" fmla="*/ 190274 h 215980"/>
                <a:gd name="connsiteX1" fmla="*/ 123262 w 133101"/>
                <a:gd name="connsiteY1" fmla="*/ 204821 h 215980"/>
                <a:gd name="connsiteX2" fmla="*/ 132461 w 133101"/>
                <a:gd name="connsiteY2" fmla="*/ 210830 h 215980"/>
                <a:gd name="connsiteX3" fmla="*/ 128149 w 133101"/>
                <a:gd name="connsiteY3" fmla="*/ 214623 h 215980"/>
                <a:gd name="connsiteX4" fmla="*/ 90202 w 133101"/>
                <a:gd name="connsiteY4" fmla="*/ 213675 h 215980"/>
                <a:gd name="connsiteX5" fmla="*/ 51967 w 133101"/>
                <a:gd name="connsiteY5" fmla="*/ 214623 h 215980"/>
                <a:gd name="connsiteX6" fmla="*/ 46219 w 133101"/>
                <a:gd name="connsiteY6" fmla="*/ 208300 h 215980"/>
                <a:gd name="connsiteX7" fmla="*/ 54268 w 133101"/>
                <a:gd name="connsiteY7" fmla="*/ 204821 h 215980"/>
                <a:gd name="connsiteX8" fmla="*/ 74104 w 133101"/>
                <a:gd name="connsiteY8" fmla="*/ 198813 h 215980"/>
                <a:gd name="connsiteX9" fmla="*/ 73528 w 133101"/>
                <a:gd name="connsiteY9" fmla="*/ 193752 h 215980"/>
                <a:gd name="connsiteX10" fmla="*/ 34720 w 133101"/>
                <a:gd name="connsiteY10" fmla="*/ 23308 h 215980"/>
                <a:gd name="connsiteX11" fmla="*/ 8559 w 133101"/>
                <a:gd name="connsiteY11" fmla="*/ 8445 h 215980"/>
                <a:gd name="connsiteX12" fmla="*/ -640 w 133101"/>
                <a:gd name="connsiteY12" fmla="*/ 2121 h 215980"/>
                <a:gd name="connsiteX13" fmla="*/ 3671 w 133101"/>
                <a:gd name="connsiteY13" fmla="*/ -1358 h 215980"/>
                <a:gd name="connsiteX14" fmla="*/ 41332 w 133101"/>
                <a:gd name="connsiteY14" fmla="*/ -409 h 215980"/>
                <a:gd name="connsiteX15" fmla="*/ 79854 w 133101"/>
                <a:gd name="connsiteY15" fmla="*/ -1358 h 215980"/>
                <a:gd name="connsiteX16" fmla="*/ 85603 w 133101"/>
                <a:gd name="connsiteY16" fmla="*/ 4652 h 215980"/>
                <a:gd name="connsiteX17" fmla="*/ 76979 w 133101"/>
                <a:gd name="connsiteY17" fmla="*/ 8445 h 215980"/>
                <a:gd name="connsiteX18" fmla="*/ 64617 w 133101"/>
                <a:gd name="connsiteY18" fmla="*/ 9078 h 215980"/>
                <a:gd name="connsiteX19" fmla="*/ 57430 w 133101"/>
                <a:gd name="connsiteY19" fmla="*/ 14454 h 215980"/>
                <a:gd name="connsiteX20" fmla="*/ 58580 w 133101"/>
                <a:gd name="connsiteY20" fmla="*/ 21726 h 215980"/>
                <a:gd name="connsiteX21" fmla="*/ 97101 w 133101"/>
                <a:gd name="connsiteY21" fmla="*/ 190274 h 21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3101" h="215980">
                  <a:moveTo>
                    <a:pt x="97101" y="190274"/>
                  </a:moveTo>
                  <a:cubicBezTo>
                    <a:pt x="99689" y="201657"/>
                    <a:pt x="100552" y="204821"/>
                    <a:pt x="123262" y="204821"/>
                  </a:cubicBezTo>
                  <a:cubicBezTo>
                    <a:pt x="130162" y="204821"/>
                    <a:pt x="132461" y="204821"/>
                    <a:pt x="132461" y="210830"/>
                  </a:cubicBezTo>
                  <a:cubicBezTo>
                    <a:pt x="132461" y="214623"/>
                    <a:pt x="129299" y="214623"/>
                    <a:pt x="128149" y="214623"/>
                  </a:cubicBezTo>
                  <a:cubicBezTo>
                    <a:pt x="119812" y="214623"/>
                    <a:pt x="98540" y="213675"/>
                    <a:pt x="90202" y="213675"/>
                  </a:cubicBezTo>
                  <a:cubicBezTo>
                    <a:pt x="81577" y="213675"/>
                    <a:pt x="60592" y="214623"/>
                    <a:pt x="51967" y="214623"/>
                  </a:cubicBezTo>
                  <a:cubicBezTo>
                    <a:pt x="49955" y="214623"/>
                    <a:pt x="46219" y="214623"/>
                    <a:pt x="46219" y="208300"/>
                  </a:cubicBezTo>
                  <a:cubicBezTo>
                    <a:pt x="46219" y="204821"/>
                    <a:pt x="48805" y="204821"/>
                    <a:pt x="54268" y="204821"/>
                  </a:cubicBezTo>
                  <a:cubicBezTo>
                    <a:pt x="66342" y="204821"/>
                    <a:pt x="74104" y="204821"/>
                    <a:pt x="74104" y="198813"/>
                  </a:cubicBezTo>
                  <a:cubicBezTo>
                    <a:pt x="74104" y="197231"/>
                    <a:pt x="74104" y="196599"/>
                    <a:pt x="73528" y="193752"/>
                  </a:cubicBezTo>
                  <a:lnTo>
                    <a:pt x="34720" y="23308"/>
                  </a:lnTo>
                  <a:cubicBezTo>
                    <a:pt x="32132" y="11608"/>
                    <a:pt x="31269" y="8445"/>
                    <a:pt x="8559" y="8445"/>
                  </a:cubicBezTo>
                  <a:cubicBezTo>
                    <a:pt x="1948" y="8445"/>
                    <a:pt x="-640" y="8445"/>
                    <a:pt x="-640" y="2121"/>
                  </a:cubicBezTo>
                  <a:cubicBezTo>
                    <a:pt x="-640" y="-1358"/>
                    <a:pt x="2809" y="-1358"/>
                    <a:pt x="3671" y="-1358"/>
                  </a:cubicBezTo>
                  <a:cubicBezTo>
                    <a:pt x="12009" y="-1358"/>
                    <a:pt x="32994" y="-409"/>
                    <a:pt x="41332" y="-409"/>
                  </a:cubicBezTo>
                  <a:cubicBezTo>
                    <a:pt x="49955" y="-409"/>
                    <a:pt x="71229" y="-1358"/>
                    <a:pt x="79854" y="-1358"/>
                  </a:cubicBezTo>
                  <a:cubicBezTo>
                    <a:pt x="82153" y="-1358"/>
                    <a:pt x="85603" y="-1358"/>
                    <a:pt x="85603" y="4652"/>
                  </a:cubicBezTo>
                  <a:cubicBezTo>
                    <a:pt x="85603" y="8445"/>
                    <a:pt x="83303" y="8445"/>
                    <a:pt x="76979" y="8445"/>
                  </a:cubicBezTo>
                  <a:cubicBezTo>
                    <a:pt x="71805" y="8445"/>
                    <a:pt x="70366" y="8445"/>
                    <a:pt x="64617" y="9078"/>
                  </a:cubicBezTo>
                  <a:cubicBezTo>
                    <a:pt x="58580" y="9710"/>
                    <a:pt x="57430" y="10974"/>
                    <a:pt x="57430" y="14454"/>
                  </a:cubicBezTo>
                  <a:cubicBezTo>
                    <a:pt x="57430" y="16984"/>
                    <a:pt x="58006" y="19513"/>
                    <a:pt x="58580" y="21726"/>
                  </a:cubicBezTo>
                  <a:lnTo>
                    <a:pt x="97101" y="190274"/>
                  </a:lnTo>
                </a:path>
              </a:pathLst>
            </a:custGeom>
            <a:solidFill>
              <a:srgbClr val="000000"/>
            </a:solidFill>
            <a:ln w="1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26" name="フリーフォーム: 図形 125">
              <a:extLst>
                <a:ext uri="{FF2B5EF4-FFF2-40B4-BE49-F238E27FC236}">
                  <a16:creationId xmlns:a16="http://schemas.microsoft.com/office/drawing/2014/main" id="{61DFE457-5C03-4E49-75B8-356CE1E8EFB2}"/>
                </a:ext>
              </a:extLst>
            </p:cNvPr>
            <p:cNvSpPr/>
            <p:nvPr/>
          </p:nvSpPr>
          <p:spPr>
            <a:xfrm flipV="1">
              <a:off x="2949812" y="5521504"/>
              <a:ext cx="88925" cy="146948"/>
            </a:xfrm>
            <a:custGeom>
              <a:avLst/>
              <a:gdLst>
                <a:gd name="connsiteX0" fmla="*/ 87257 w 88925"/>
                <a:gd name="connsiteY0" fmla="*/ 39641 h 146948"/>
                <a:gd name="connsiteX1" fmla="*/ 80417 w 88925"/>
                <a:gd name="connsiteY1" fmla="*/ 39641 h 146948"/>
                <a:gd name="connsiteX2" fmla="*/ 75185 w 88925"/>
                <a:gd name="connsiteY2" fmla="*/ 19502 h 146948"/>
                <a:gd name="connsiteX3" fmla="*/ 55269 w 88925"/>
                <a:gd name="connsiteY3" fmla="*/ 18175 h 146948"/>
                <a:gd name="connsiteX4" fmla="*/ 18248 w 88925"/>
                <a:gd name="connsiteY4" fmla="*/ 18175 h 146948"/>
                <a:gd name="connsiteX5" fmla="*/ 58487 w 88925"/>
                <a:gd name="connsiteY5" fmla="*/ 55353 h 146948"/>
                <a:gd name="connsiteX6" fmla="*/ 87257 w 88925"/>
                <a:gd name="connsiteY6" fmla="*/ 103157 h 146948"/>
                <a:gd name="connsiteX7" fmla="*/ 40179 w 88925"/>
                <a:gd name="connsiteY7" fmla="*/ 146312 h 146948"/>
                <a:gd name="connsiteX8" fmla="*/ -1669 w 88925"/>
                <a:gd name="connsiteY8" fmla="*/ 106697 h 146948"/>
                <a:gd name="connsiteX9" fmla="*/ 8994 w 88925"/>
                <a:gd name="connsiteY9" fmla="*/ 94305 h 146948"/>
                <a:gd name="connsiteX10" fmla="*/ 19657 w 88925"/>
                <a:gd name="connsiteY10" fmla="*/ 106034 h 146948"/>
                <a:gd name="connsiteX11" fmla="*/ 7786 w 88925"/>
                <a:gd name="connsiteY11" fmla="*/ 117763 h 146948"/>
                <a:gd name="connsiteX12" fmla="*/ 37161 w 88925"/>
                <a:gd name="connsiteY12" fmla="*/ 138344 h 146948"/>
                <a:gd name="connsiteX13" fmla="*/ 67740 w 88925"/>
                <a:gd name="connsiteY13" fmla="*/ 103157 h 146948"/>
                <a:gd name="connsiteX14" fmla="*/ 48829 w 88925"/>
                <a:gd name="connsiteY14" fmla="*/ 60665 h 146948"/>
                <a:gd name="connsiteX15" fmla="*/ 344 w 88925"/>
                <a:gd name="connsiteY15" fmla="*/ 7994 h 146948"/>
                <a:gd name="connsiteX16" fmla="*/ -1669 w 88925"/>
                <a:gd name="connsiteY16" fmla="*/ -637 h 146948"/>
                <a:gd name="connsiteX17" fmla="*/ 81222 w 88925"/>
                <a:gd name="connsiteY17" fmla="*/ -637 h 146948"/>
                <a:gd name="connsiteX18" fmla="*/ 87257 w 88925"/>
                <a:gd name="connsiteY18" fmla="*/ 39641 h 146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8925" h="146948">
                  <a:moveTo>
                    <a:pt x="87257" y="39641"/>
                  </a:moveTo>
                  <a:lnTo>
                    <a:pt x="80417" y="39641"/>
                  </a:lnTo>
                  <a:cubicBezTo>
                    <a:pt x="79813" y="34772"/>
                    <a:pt x="77800" y="21716"/>
                    <a:pt x="75185" y="19502"/>
                  </a:cubicBezTo>
                  <a:cubicBezTo>
                    <a:pt x="73577" y="18175"/>
                    <a:pt x="58085" y="18175"/>
                    <a:pt x="55269" y="18175"/>
                  </a:cubicBezTo>
                  <a:lnTo>
                    <a:pt x="18248" y="18175"/>
                  </a:lnTo>
                  <a:cubicBezTo>
                    <a:pt x="39374" y="38757"/>
                    <a:pt x="46415" y="44953"/>
                    <a:pt x="58487" y="55353"/>
                  </a:cubicBezTo>
                  <a:cubicBezTo>
                    <a:pt x="73375" y="68412"/>
                    <a:pt x="87257" y="82133"/>
                    <a:pt x="87257" y="103157"/>
                  </a:cubicBezTo>
                  <a:cubicBezTo>
                    <a:pt x="87257" y="129935"/>
                    <a:pt x="65932" y="146312"/>
                    <a:pt x="40179" y="146312"/>
                  </a:cubicBezTo>
                  <a:cubicBezTo>
                    <a:pt x="15230" y="146312"/>
                    <a:pt x="-1669" y="127058"/>
                    <a:pt x="-1669" y="106697"/>
                  </a:cubicBezTo>
                  <a:cubicBezTo>
                    <a:pt x="-1669" y="95410"/>
                    <a:pt x="6982" y="94305"/>
                    <a:pt x="8994" y="94305"/>
                  </a:cubicBezTo>
                  <a:cubicBezTo>
                    <a:pt x="13823" y="94305"/>
                    <a:pt x="19657" y="98066"/>
                    <a:pt x="19657" y="106034"/>
                  </a:cubicBezTo>
                  <a:cubicBezTo>
                    <a:pt x="19657" y="110017"/>
                    <a:pt x="18248" y="117763"/>
                    <a:pt x="7786" y="117763"/>
                  </a:cubicBezTo>
                  <a:cubicBezTo>
                    <a:pt x="14024" y="133477"/>
                    <a:pt x="27705" y="138344"/>
                    <a:pt x="37161" y="138344"/>
                  </a:cubicBezTo>
                  <a:cubicBezTo>
                    <a:pt x="57279" y="138344"/>
                    <a:pt x="67740" y="121082"/>
                    <a:pt x="67740" y="103157"/>
                  </a:cubicBezTo>
                  <a:cubicBezTo>
                    <a:pt x="67740" y="83902"/>
                    <a:pt x="55269" y="68633"/>
                    <a:pt x="48829" y="60665"/>
                  </a:cubicBezTo>
                  <a:lnTo>
                    <a:pt x="344" y="7994"/>
                  </a:lnTo>
                  <a:cubicBezTo>
                    <a:pt x="-1669" y="6002"/>
                    <a:pt x="-1669" y="5560"/>
                    <a:pt x="-1669" y="-637"/>
                  </a:cubicBezTo>
                  <a:lnTo>
                    <a:pt x="81222" y="-637"/>
                  </a:lnTo>
                  <a:lnTo>
                    <a:pt x="87257" y="39641"/>
                  </a:lnTo>
                </a:path>
              </a:pathLst>
            </a:custGeom>
            <a:solidFill>
              <a:srgbClr val="000000"/>
            </a:solidFill>
            <a:ln w="1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sp>
        <p:nvSpPr>
          <p:cNvPr id="128" name="楕円 127">
            <a:extLst>
              <a:ext uri="{FF2B5EF4-FFF2-40B4-BE49-F238E27FC236}">
                <a16:creationId xmlns:a16="http://schemas.microsoft.com/office/drawing/2014/main" id="{78F2ADEA-67F2-93AD-B8D3-5672E6D0A871}"/>
              </a:ext>
            </a:extLst>
          </p:cNvPr>
          <p:cNvSpPr/>
          <p:nvPr/>
        </p:nvSpPr>
        <p:spPr>
          <a:xfrm>
            <a:off x="3993641" y="4379483"/>
            <a:ext cx="69591" cy="6959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129" name="楕円 128">
            <a:extLst>
              <a:ext uri="{FF2B5EF4-FFF2-40B4-BE49-F238E27FC236}">
                <a16:creationId xmlns:a16="http://schemas.microsoft.com/office/drawing/2014/main" id="{E7DFF6F4-5C4C-DE84-AD08-934DDC884DDB}"/>
              </a:ext>
            </a:extLst>
          </p:cNvPr>
          <p:cNvSpPr/>
          <p:nvPr/>
        </p:nvSpPr>
        <p:spPr>
          <a:xfrm>
            <a:off x="2391200" y="4377399"/>
            <a:ext cx="69591" cy="6959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6798BC5B-37D2-348C-2B72-1A16CE1CF69B}"/>
              </a:ext>
            </a:extLst>
          </p:cNvPr>
          <p:cNvSpPr/>
          <p:nvPr/>
        </p:nvSpPr>
        <p:spPr>
          <a:xfrm rot="10800000">
            <a:off x="6154431" y="3195969"/>
            <a:ext cx="3094657" cy="185630"/>
          </a:xfrm>
          <a:custGeom>
            <a:avLst/>
            <a:gdLst>
              <a:gd name="connsiteX0" fmla="*/ 0 w 3808809"/>
              <a:gd name="connsiteY0" fmla="*/ 4763 h 235744"/>
              <a:gd name="connsiteX1" fmla="*/ 1027509 w 3808809"/>
              <a:gd name="connsiteY1" fmla="*/ 0 h 235744"/>
              <a:gd name="connsiteX2" fmla="*/ 1178718 w 3808809"/>
              <a:gd name="connsiteY2" fmla="*/ 55960 h 235744"/>
              <a:gd name="connsiteX3" fmla="*/ 1321593 w 3808809"/>
              <a:gd name="connsiteY3" fmla="*/ 113110 h 235744"/>
              <a:gd name="connsiteX4" fmla="*/ 1473993 w 3808809"/>
              <a:gd name="connsiteY4" fmla="*/ 157163 h 235744"/>
              <a:gd name="connsiteX5" fmla="*/ 1632346 w 3808809"/>
              <a:gd name="connsiteY5" fmla="*/ 192882 h 235744"/>
              <a:gd name="connsiteX6" fmla="*/ 1759743 w 3808809"/>
              <a:gd name="connsiteY6" fmla="*/ 220266 h 235744"/>
              <a:gd name="connsiteX7" fmla="*/ 1901428 w 3808809"/>
              <a:gd name="connsiteY7" fmla="*/ 235744 h 235744"/>
              <a:gd name="connsiteX8" fmla="*/ 1995487 w 3808809"/>
              <a:gd name="connsiteY8" fmla="*/ 227410 h 235744"/>
              <a:gd name="connsiteX9" fmla="*/ 2133600 w 3808809"/>
              <a:gd name="connsiteY9" fmla="*/ 205979 h 235744"/>
              <a:gd name="connsiteX10" fmla="*/ 2224087 w 3808809"/>
              <a:gd name="connsiteY10" fmla="*/ 184547 h 235744"/>
              <a:gd name="connsiteX11" fmla="*/ 2314575 w 3808809"/>
              <a:gd name="connsiteY11" fmla="*/ 155972 h 235744"/>
              <a:gd name="connsiteX12" fmla="*/ 2395537 w 3808809"/>
              <a:gd name="connsiteY12" fmla="*/ 130969 h 235744"/>
              <a:gd name="connsiteX13" fmla="*/ 2547937 w 3808809"/>
              <a:gd name="connsiteY13" fmla="*/ 78582 h 235744"/>
              <a:gd name="connsiteX14" fmla="*/ 2722959 w 3808809"/>
              <a:gd name="connsiteY14" fmla="*/ 7144 h 235744"/>
              <a:gd name="connsiteX15" fmla="*/ 3808809 w 3808809"/>
              <a:gd name="connsiteY15" fmla="*/ 16669 h 235744"/>
              <a:gd name="connsiteX0" fmla="*/ 0 w 3808809"/>
              <a:gd name="connsiteY0" fmla="*/ 4763 h 228600"/>
              <a:gd name="connsiteX1" fmla="*/ 1027509 w 3808809"/>
              <a:gd name="connsiteY1" fmla="*/ 0 h 228600"/>
              <a:gd name="connsiteX2" fmla="*/ 1178718 w 3808809"/>
              <a:gd name="connsiteY2" fmla="*/ 55960 h 228600"/>
              <a:gd name="connsiteX3" fmla="*/ 1321593 w 3808809"/>
              <a:gd name="connsiteY3" fmla="*/ 113110 h 228600"/>
              <a:gd name="connsiteX4" fmla="*/ 1473993 w 3808809"/>
              <a:gd name="connsiteY4" fmla="*/ 157163 h 228600"/>
              <a:gd name="connsiteX5" fmla="*/ 1632346 w 3808809"/>
              <a:gd name="connsiteY5" fmla="*/ 192882 h 228600"/>
              <a:gd name="connsiteX6" fmla="*/ 1759743 w 3808809"/>
              <a:gd name="connsiteY6" fmla="*/ 220266 h 228600"/>
              <a:gd name="connsiteX7" fmla="*/ 1900237 w 3808809"/>
              <a:gd name="connsiteY7" fmla="*/ 228600 h 228600"/>
              <a:gd name="connsiteX8" fmla="*/ 1995487 w 3808809"/>
              <a:gd name="connsiteY8" fmla="*/ 227410 h 228600"/>
              <a:gd name="connsiteX9" fmla="*/ 2133600 w 3808809"/>
              <a:gd name="connsiteY9" fmla="*/ 205979 h 228600"/>
              <a:gd name="connsiteX10" fmla="*/ 2224087 w 3808809"/>
              <a:gd name="connsiteY10" fmla="*/ 184547 h 228600"/>
              <a:gd name="connsiteX11" fmla="*/ 2314575 w 3808809"/>
              <a:gd name="connsiteY11" fmla="*/ 155972 h 228600"/>
              <a:gd name="connsiteX12" fmla="*/ 2395537 w 3808809"/>
              <a:gd name="connsiteY12" fmla="*/ 130969 h 228600"/>
              <a:gd name="connsiteX13" fmla="*/ 2547937 w 3808809"/>
              <a:gd name="connsiteY13" fmla="*/ 78582 h 228600"/>
              <a:gd name="connsiteX14" fmla="*/ 2722959 w 3808809"/>
              <a:gd name="connsiteY14" fmla="*/ 7144 h 228600"/>
              <a:gd name="connsiteX15" fmla="*/ 3808809 w 3808809"/>
              <a:gd name="connsiteY15" fmla="*/ 16669 h 228600"/>
              <a:gd name="connsiteX0" fmla="*/ 0 w 3808809"/>
              <a:gd name="connsiteY0" fmla="*/ 4763 h 227410"/>
              <a:gd name="connsiteX1" fmla="*/ 1027509 w 3808809"/>
              <a:gd name="connsiteY1" fmla="*/ 0 h 227410"/>
              <a:gd name="connsiteX2" fmla="*/ 1178718 w 3808809"/>
              <a:gd name="connsiteY2" fmla="*/ 55960 h 227410"/>
              <a:gd name="connsiteX3" fmla="*/ 1321593 w 3808809"/>
              <a:gd name="connsiteY3" fmla="*/ 113110 h 227410"/>
              <a:gd name="connsiteX4" fmla="*/ 1473993 w 3808809"/>
              <a:gd name="connsiteY4" fmla="*/ 157163 h 227410"/>
              <a:gd name="connsiteX5" fmla="*/ 1632346 w 3808809"/>
              <a:gd name="connsiteY5" fmla="*/ 192882 h 227410"/>
              <a:gd name="connsiteX6" fmla="*/ 1759743 w 3808809"/>
              <a:gd name="connsiteY6" fmla="*/ 220266 h 227410"/>
              <a:gd name="connsiteX7" fmla="*/ 1995487 w 3808809"/>
              <a:gd name="connsiteY7" fmla="*/ 227410 h 227410"/>
              <a:gd name="connsiteX8" fmla="*/ 2133600 w 3808809"/>
              <a:gd name="connsiteY8" fmla="*/ 205979 h 227410"/>
              <a:gd name="connsiteX9" fmla="*/ 2224087 w 3808809"/>
              <a:gd name="connsiteY9" fmla="*/ 184547 h 227410"/>
              <a:gd name="connsiteX10" fmla="*/ 2314575 w 3808809"/>
              <a:gd name="connsiteY10" fmla="*/ 155972 h 227410"/>
              <a:gd name="connsiteX11" fmla="*/ 2395537 w 3808809"/>
              <a:gd name="connsiteY11" fmla="*/ 130969 h 227410"/>
              <a:gd name="connsiteX12" fmla="*/ 2547937 w 3808809"/>
              <a:gd name="connsiteY12" fmla="*/ 78582 h 227410"/>
              <a:gd name="connsiteX13" fmla="*/ 2722959 w 3808809"/>
              <a:gd name="connsiteY13" fmla="*/ 7144 h 227410"/>
              <a:gd name="connsiteX14" fmla="*/ 3808809 w 3808809"/>
              <a:gd name="connsiteY14" fmla="*/ 16669 h 227410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133600 w 3808809"/>
              <a:gd name="connsiteY7" fmla="*/ 205979 h 220266"/>
              <a:gd name="connsiteX8" fmla="*/ 2224087 w 3808809"/>
              <a:gd name="connsiteY8" fmla="*/ 184547 h 220266"/>
              <a:gd name="connsiteX9" fmla="*/ 2314575 w 3808809"/>
              <a:gd name="connsiteY9" fmla="*/ 155972 h 220266"/>
              <a:gd name="connsiteX10" fmla="*/ 2395537 w 3808809"/>
              <a:gd name="connsiteY10" fmla="*/ 130969 h 220266"/>
              <a:gd name="connsiteX11" fmla="*/ 2547937 w 3808809"/>
              <a:gd name="connsiteY11" fmla="*/ 78582 h 220266"/>
              <a:gd name="connsiteX12" fmla="*/ 2722959 w 3808809"/>
              <a:gd name="connsiteY12" fmla="*/ 7144 h 220266"/>
              <a:gd name="connsiteX13" fmla="*/ 3808809 w 3808809"/>
              <a:gd name="connsiteY13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224087 w 3808809"/>
              <a:gd name="connsiteY7" fmla="*/ 184547 h 220266"/>
              <a:gd name="connsiteX8" fmla="*/ 2314575 w 3808809"/>
              <a:gd name="connsiteY8" fmla="*/ 155972 h 220266"/>
              <a:gd name="connsiteX9" fmla="*/ 2395537 w 3808809"/>
              <a:gd name="connsiteY9" fmla="*/ 130969 h 220266"/>
              <a:gd name="connsiteX10" fmla="*/ 2547937 w 3808809"/>
              <a:gd name="connsiteY10" fmla="*/ 78582 h 220266"/>
              <a:gd name="connsiteX11" fmla="*/ 2722959 w 3808809"/>
              <a:gd name="connsiteY11" fmla="*/ 7144 h 220266"/>
              <a:gd name="connsiteX12" fmla="*/ 3808809 w 3808809"/>
              <a:gd name="connsiteY12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314575 w 3808809"/>
              <a:gd name="connsiteY7" fmla="*/ 155972 h 220266"/>
              <a:gd name="connsiteX8" fmla="*/ 2395537 w 3808809"/>
              <a:gd name="connsiteY8" fmla="*/ 130969 h 220266"/>
              <a:gd name="connsiteX9" fmla="*/ 2547937 w 3808809"/>
              <a:gd name="connsiteY9" fmla="*/ 78582 h 220266"/>
              <a:gd name="connsiteX10" fmla="*/ 2722959 w 3808809"/>
              <a:gd name="connsiteY10" fmla="*/ 7144 h 220266"/>
              <a:gd name="connsiteX11" fmla="*/ 3808809 w 3808809"/>
              <a:gd name="connsiteY11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395537 w 3808809"/>
              <a:gd name="connsiteY7" fmla="*/ 130969 h 220266"/>
              <a:gd name="connsiteX8" fmla="*/ 2547937 w 3808809"/>
              <a:gd name="connsiteY8" fmla="*/ 78582 h 220266"/>
              <a:gd name="connsiteX9" fmla="*/ 2722959 w 3808809"/>
              <a:gd name="connsiteY9" fmla="*/ 7144 h 220266"/>
              <a:gd name="connsiteX10" fmla="*/ 3808809 w 3808809"/>
              <a:gd name="connsiteY10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547937 w 3808809"/>
              <a:gd name="connsiteY7" fmla="*/ 78582 h 220266"/>
              <a:gd name="connsiteX8" fmla="*/ 2722959 w 3808809"/>
              <a:gd name="connsiteY8" fmla="*/ 7144 h 220266"/>
              <a:gd name="connsiteX9" fmla="*/ 3808809 w 3808809"/>
              <a:gd name="connsiteY9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722959 w 3808809"/>
              <a:gd name="connsiteY7" fmla="*/ 7144 h 220266"/>
              <a:gd name="connsiteX8" fmla="*/ 3808809 w 3808809"/>
              <a:gd name="connsiteY8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722959 w 3808809"/>
              <a:gd name="connsiteY7" fmla="*/ 7144 h 220266"/>
              <a:gd name="connsiteX8" fmla="*/ 3808809 w 3808809"/>
              <a:gd name="connsiteY8" fmla="*/ 16669 h 220266"/>
              <a:gd name="connsiteX0" fmla="*/ 0 w 3808809"/>
              <a:gd name="connsiteY0" fmla="*/ 4763 h 192882"/>
              <a:gd name="connsiteX1" fmla="*/ 1027509 w 3808809"/>
              <a:gd name="connsiteY1" fmla="*/ 0 h 192882"/>
              <a:gd name="connsiteX2" fmla="*/ 1178718 w 3808809"/>
              <a:gd name="connsiteY2" fmla="*/ 55960 h 192882"/>
              <a:gd name="connsiteX3" fmla="*/ 1321593 w 3808809"/>
              <a:gd name="connsiteY3" fmla="*/ 113110 h 192882"/>
              <a:gd name="connsiteX4" fmla="*/ 1473993 w 3808809"/>
              <a:gd name="connsiteY4" fmla="*/ 157163 h 192882"/>
              <a:gd name="connsiteX5" fmla="*/ 1632346 w 3808809"/>
              <a:gd name="connsiteY5" fmla="*/ 192882 h 192882"/>
              <a:gd name="connsiteX6" fmla="*/ 2722959 w 3808809"/>
              <a:gd name="connsiteY6" fmla="*/ 7144 h 192882"/>
              <a:gd name="connsiteX7" fmla="*/ 3808809 w 3808809"/>
              <a:gd name="connsiteY7" fmla="*/ 16669 h 192882"/>
              <a:gd name="connsiteX0" fmla="*/ 0 w 3808809"/>
              <a:gd name="connsiteY0" fmla="*/ 4763 h 157163"/>
              <a:gd name="connsiteX1" fmla="*/ 1027509 w 3808809"/>
              <a:gd name="connsiteY1" fmla="*/ 0 h 157163"/>
              <a:gd name="connsiteX2" fmla="*/ 1178718 w 3808809"/>
              <a:gd name="connsiteY2" fmla="*/ 55960 h 157163"/>
              <a:gd name="connsiteX3" fmla="*/ 1321593 w 3808809"/>
              <a:gd name="connsiteY3" fmla="*/ 113110 h 157163"/>
              <a:gd name="connsiteX4" fmla="*/ 1473993 w 3808809"/>
              <a:gd name="connsiteY4" fmla="*/ 157163 h 157163"/>
              <a:gd name="connsiteX5" fmla="*/ 2722959 w 3808809"/>
              <a:gd name="connsiteY5" fmla="*/ 7144 h 157163"/>
              <a:gd name="connsiteX6" fmla="*/ 3808809 w 3808809"/>
              <a:gd name="connsiteY6" fmla="*/ 16669 h 157163"/>
              <a:gd name="connsiteX0" fmla="*/ 0 w 3808809"/>
              <a:gd name="connsiteY0" fmla="*/ 4763 h 113110"/>
              <a:gd name="connsiteX1" fmla="*/ 1027509 w 3808809"/>
              <a:gd name="connsiteY1" fmla="*/ 0 h 113110"/>
              <a:gd name="connsiteX2" fmla="*/ 1178718 w 3808809"/>
              <a:gd name="connsiteY2" fmla="*/ 55960 h 113110"/>
              <a:gd name="connsiteX3" fmla="*/ 1321593 w 3808809"/>
              <a:gd name="connsiteY3" fmla="*/ 113110 h 113110"/>
              <a:gd name="connsiteX4" fmla="*/ 2722959 w 3808809"/>
              <a:gd name="connsiteY4" fmla="*/ 7144 h 113110"/>
              <a:gd name="connsiteX5" fmla="*/ 3808809 w 3808809"/>
              <a:gd name="connsiteY5" fmla="*/ 16669 h 113110"/>
              <a:gd name="connsiteX0" fmla="*/ 0 w 3808809"/>
              <a:gd name="connsiteY0" fmla="*/ 4763 h 113110"/>
              <a:gd name="connsiteX1" fmla="*/ 1027509 w 3808809"/>
              <a:gd name="connsiteY1" fmla="*/ 0 h 113110"/>
              <a:gd name="connsiteX2" fmla="*/ 1321593 w 3808809"/>
              <a:gd name="connsiteY2" fmla="*/ 113110 h 113110"/>
              <a:gd name="connsiteX3" fmla="*/ 2722959 w 3808809"/>
              <a:gd name="connsiteY3" fmla="*/ 7144 h 113110"/>
              <a:gd name="connsiteX4" fmla="*/ 3808809 w 3808809"/>
              <a:gd name="connsiteY4" fmla="*/ 16669 h 113110"/>
              <a:gd name="connsiteX0" fmla="*/ 0 w 3808809"/>
              <a:gd name="connsiteY0" fmla="*/ 4763 h 16669"/>
              <a:gd name="connsiteX1" fmla="*/ 1027509 w 3808809"/>
              <a:gd name="connsiteY1" fmla="*/ 0 h 16669"/>
              <a:gd name="connsiteX2" fmla="*/ 2722959 w 3808809"/>
              <a:gd name="connsiteY2" fmla="*/ 7144 h 16669"/>
              <a:gd name="connsiteX3" fmla="*/ 3808809 w 3808809"/>
              <a:gd name="connsiteY3" fmla="*/ 16669 h 16669"/>
              <a:gd name="connsiteX0" fmla="*/ 0 w 3808809"/>
              <a:gd name="connsiteY0" fmla="*/ 4763 h 221729"/>
              <a:gd name="connsiteX1" fmla="*/ 1027509 w 3808809"/>
              <a:gd name="connsiteY1" fmla="*/ 0 h 221729"/>
              <a:gd name="connsiteX2" fmla="*/ 2722959 w 3808809"/>
              <a:gd name="connsiteY2" fmla="*/ 7144 h 221729"/>
              <a:gd name="connsiteX3" fmla="*/ 3808809 w 3808809"/>
              <a:gd name="connsiteY3" fmla="*/ 16669 h 221729"/>
              <a:gd name="connsiteX0" fmla="*/ 0 w 3808809"/>
              <a:gd name="connsiteY0" fmla="*/ 5060 h 218409"/>
              <a:gd name="connsiteX1" fmla="*/ 1027509 w 3808809"/>
              <a:gd name="connsiteY1" fmla="*/ 297 h 218409"/>
              <a:gd name="connsiteX2" fmla="*/ 2722959 w 3808809"/>
              <a:gd name="connsiteY2" fmla="*/ 7441 h 218409"/>
              <a:gd name="connsiteX3" fmla="*/ 3808809 w 3808809"/>
              <a:gd name="connsiteY3" fmla="*/ 16966 h 218409"/>
              <a:gd name="connsiteX0" fmla="*/ 0 w 3808809"/>
              <a:gd name="connsiteY0" fmla="*/ 5088 h 198868"/>
              <a:gd name="connsiteX1" fmla="*/ 1027509 w 3808809"/>
              <a:gd name="connsiteY1" fmla="*/ 325 h 198868"/>
              <a:gd name="connsiteX2" fmla="*/ 2722959 w 3808809"/>
              <a:gd name="connsiteY2" fmla="*/ 7469 h 198868"/>
              <a:gd name="connsiteX3" fmla="*/ 3808809 w 3808809"/>
              <a:gd name="connsiteY3" fmla="*/ 16994 h 198868"/>
              <a:gd name="connsiteX0" fmla="*/ 0 w 3808809"/>
              <a:gd name="connsiteY0" fmla="*/ 5052 h 225277"/>
              <a:gd name="connsiteX1" fmla="*/ 1027509 w 3808809"/>
              <a:gd name="connsiteY1" fmla="*/ 289 h 225277"/>
              <a:gd name="connsiteX2" fmla="*/ 2722959 w 3808809"/>
              <a:gd name="connsiteY2" fmla="*/ 7433 h 225277"/>
              <a:gd name="connsiteX3" fmla="*/ 3808809 w 3808809"/>
              <a:gd name="connsiteY3" fmla="*/ 16958 h 225277"/>
              <a:gd name="connsiteX0" fmla="*/ 0 w 3808809"/>
              <a:gd name="connsiteY0" fmla="*/ 5052 h 225277"/>
              <a:gd name="connsiteX1" fmla="*/ 1027509 w 3808809"/>
              <a:gd name="connsiteY1" fmla="*/ 289 h 225277"/>
              <a:gd name="connsiteX2" fmla="*/ 2722959 w 3808809"/>
              <a:gd name="connsiteY2" fmla="*/ 7433 h 225277"/>
              <a:gd name="connsiteX3" fmla="*/ 2727648 w 3808809"/>
              <a:gd name="connsiteY3" fmla="*/ 13555 h 225277"/>
              <a:gd name="connsiteX4" fmla="*/ 3808809 w 3808809"/>
              <a:gd name="connsiteY4" fmla="*/ 16958 h 225277"/>
              <a:gd name="connsiteX0" fmla="*/ 0 w 3808809"/>
              <a:gd name="connsiteY0" fmla="*/ 5052 h 225277"/>
              <a:gd name="connsiteX1" fmla="*/ 1027509 w 3808809"/>
              <a:gd name="connsiteY1" fmla="*/ 289 h 225277"/>
              <a:gd name="connsiteX2" fmla="*/ 2722959 w 3808809"/>
              <a:gd name="connsiteY2" fmla="*/ 7433 h 225277"/>
              <a:gd name="connsiteX3" fmla="*/ 2780036 w 3808809"/>
              <a:gd name="connsiteY3" fmla="*/ 4030 h 225277"/>
              <a:gd name="connsiteX4" fmla="*/ 3808809 w 3808809"/>
              <a:gd name="connsiteY4" fmla="*/ 16958 h 225277"/>
              <a:gd name="connsiteX0" fmla="*/ 0 w 3808809"/>
              <a:gd name="connsiteY0" fmla="*/ 5029 h 261628"/>
              <a:gd name="connsiteX1" fmla="*/ 1027509 w 3808809"/>
              <a:gd name="connsiteY1" fmla="*/ 266 h 261628"/>
              <a:gd name="connsiteX2" fmla="*/ 2630090 w 3808809"/>
              <a:gd name="connsiteY2" fmla="*/ 55035 h 261628"/>
              <a:gd name="connsiteX3" fmla="*/ 2780036 w 3808809"/>
              <a:gd name="connsiteY3" fmla="*/ 4007 h 261628"/>
              <a:gd name="connsiteX4" fmla="*/ 3808809 w 3808809"/>
              <a:gd name="connsiteY4" fmla="*/ 16935 h 261628"/>
              <a:gd name="connsiteX0" fmla="*/ 0 w 3808809"/>
              <a:gd name="connsiteY0" fmla="*/ 8166 h 264765"/>
              <a:gd name="connsiteX1" fmla="*/ 1027509 w 3808809"/>
              <a:gd name="connsiteY1" fmla="*/ 3403 h 264765"/>
              <a:gd name="connsiteX2" fmla="*/ 2630090 w 3808809"/>
              <a:gd name="connsiteY2" fmla="*/ 58172 h 264765"/>
              <a:gd name="connsiteX3" fmla="*/ 2814564 w 3808809"/>
              <a:gd name="connsiteY3" fmla="*/ 0 h 264765"/>
              <a:gd name="connsiteX4" fmla="*/ 3808809 w 3808809"/>
              <a:gd name="connsiteY4" fmla="*/ 20072 h 264765"/>
              <a:gd name="connsiteX0" fmla="*/ 0 w 3808809"/>
              <a:gd name="connsiteY0" fmla="*/ 8166 h 264765"/>
              <a:gd name="connsiteX1" fmla="*/ 1027509 w 3808809"/>
              <a:gd name="connsiteY1" fmla="*/ 3403 h 264765"/>
              <a:gd name="connsiteX2" fmla="*/ 2630090 w 3808809"/>
              <a:gd name="connsiteY2" fmla="*/ 58172 h 264765"/>
              <a:gd name="connsiteX3" fmla="*/ 2814564 w 3808809"/>
              <a:gd name="connsiteY3" fmla="*/ 0 h 264765"/>
              <a:gd name="connsiteX4" fmla="*/ 3808809 w 3808809"/>
              <a:gd name="connsiteY4" fmla="*/ 20072 h 264765"/>
              <a:gd name="connsiteX0" fmla="*/ 0 w 3808809"/>
              <a:gd name="connsiteY0" fmla="*/ 8166 h 264765"/>
              <a:gd name="connsiteX1" fmla="*/ 1027509 w 3808809"/>
              <a:gd name="connsiteY1" fmla="*/ 3403 h 264765"/>
              <a:gd name="connsiteX2" fmla="*/ 2630090 w 3808809"/>
              <a:gd name="connsiteY2" fmla="*/ 58172 h 264765"/>
              <a:gd name="connsiteX3" fmla="*/ 2814564 w 3808809"/>
              <a:gd name="connsiteY3" fmla="*/ 0 h 264765"/>
              <a:gd name="connsiteX4" fmla="*/ 3808809 w 3808809"/>
              <a:gd name="connsiteY4" fmla="*/ 20072 h 264765"/>
              <a:gd name="connsiteX0" fmla="*/ 0 w 3808809"/>
              <a:gd name="connsiteY0" fmla="*/ 8166 h 228468"/>
              <a:gd name="connsiteX1" fmla="*/ 1027509 w 3808809"/>
              <a:gd name="connsiteY1" fmla="*/ 3403 h 228468"/>
              <a:gd name="connsiteX2" fmla="*/ 2630090 w 3808809"/>
              <a:gd name="connsiteY2" fmla="*/ 58172 h 228468"/>
              <a:gd name="connsiteX3" fmla="*/ 2814564 w 3808809"/>
              <a:gd name="connsiteY3" fmla="*/ 0 h 228468"/>
              <a:gd name="connsiteX4" fmla="*/ 3808809 w 3808809"/>
              <a:gd name="connsiteY4" fmla="*/ 20072 h 22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8809" h="228468">
                <a:moveTo>
                  <a:pt x="0" y="8166"/>
                </a:moveTo>
                <a:lnTo>
                  <a:pt x="1027509" y="3403"/>
                </a:lnTo>
                <a:cubicBezTo>
                  <a:pt x="1189037" y="-10885"/>
                  <a:pt x="1693465" y="477272"/>
                  <a:pt x="2630090" y="58172"/>
                </a:cubicBezTo>
                <a:cubicBezTo>
                  <a:pt x="2691581" y="28065"/>
                  <a:pt x="2731642" y="1531"/>
                  <a:pt x="2814564" y="0"/>
                </a:cubicBezTo>
                <a:lnTo>
                  <a:pt x="3808809" y="2007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 dirty="0"/>
          </a:p>
        </p:txBody>
      </p:sp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3E63994F-CDC4-318F-475F-D8EDC1D51A63}"/>
              </a:ext>
            </a:extLst>
          </p:cNvPr>
          <p:cNvSpPr/>
          <p:nvPr/>
        </p:nvSpPr>
        <p:spPr>
          <a:xfrm>
            <a:off x="6039988" y="3685515"/>
            <a:ext cx="3094657" cy="185630"/>
          </a:xfrm>
          <a:custGeom>
            <a:avLst/>
            <a:gdLst>
              <a:gd name="connsiteX0" fmla="*/ 0 w 3808809"/>
              <a:gd name="connsiteY0" fmla="*/ 4763 h 235744"/>
              <a:gd name="connsiteX1" fmla="*/ 1027509 w 3808809"/>
              <a:gd name="connsiteY1" fmla="*/ 0 h 235744"/>
              <a:gd name="connsiteX2" fmla="*/ 1178718 w 3808809"/>
              <a:gd name="connsiteY2" fmla="*/ 55960 h 235744"/>
              <a:gd name="connsiteX3" fmla="*/ 1321593 w 3808809"/>
              <a:gd name="connsiteY3" fmla="*/ 113110 h 235744"/>
              <a:gd name="connsiteX4" fmla="*/ 1473993 w 3808809"/>
              <a:gd name="connsiteY4" fmla="*/ 157163 h 235744"/>
              <a:gd name="connsiteX5" fmla="*/ 1632346 w 3808809"/>
              <a:gd name="connsiteY5" fmla="*/ 192882 h 235744"/>
              <a:gd name="connsiteX6" fmla="*/ 1759743 w 3808809"/>
              <a:gd name="connsiteY6" fmla="*/ 220266 h 235744"/>
              <a:gd name="connsiteX7" fmla="*/ 1901428 w 3808809"/>
              <a:gd name="connsiteY7" fmla="*/ 235744 h 235744"/>
              <a:gd name="connsiteX8" fmla="*/ 1995487 w 3808809"/>
              <a:gd name="connsiteY8" fmla="*/ 227410 h 235744"/>
              <a:gd name="connsiteX9" fmla="*/ 2133600 w 3808809"/>
              <a:gd name="connsiteY9" fmla="*/ 205979 h 235744"/>
              <a:gd name="connsiteX10" fmla="*/ 2224087 w 3808809"/>
              <a:gd name="connsiteY10" fmla="*/ 184547 h 235744"/>
              <a:gd name="connsiteX11" fmla="*/ 2314575 w 3808809"/>
              <a:gd name="connsiteY11" fmla="*/ 155972 h 235744"/>
              <a:gd name="connsiteX12" fmla="*/ 2395537 w 3808809"/>
              <a:gd name="connsiteY12" fmla="*/ 130969 h 235744"/>
              <a:gd name="connsiteX13" fmla="*/ 2547937 w 3808809"/>
              <a:gd name="connsiteY13" fmla="*/ 78582 h 235744"/>
              <a:gd name="connsiteX14" fmla="*/ 2722959 w 3808809"/>
              <a:gd name="connsiteY14" fmla="*/ 7144 h 235744"/>
              <a:gd name="connsiteX15" fmla="*/ 3808809 w 3808809"/>
              <a:gd name="connsiteY15" fmla="*/ 16669 h 235744"/>
              <a:gd name="connsiteX0" fmla="*/ 0 w 3808809"/>
              <a:gd name="connsiteY0" fmla="*/ 4763 h 228600"/>
              <a:gd name="connsiteX1" fmla="*/ 1027509 w 3808809"/>
              <a:gd name="connsiteY1" fmla="*/ 0 h 228600"/>
              <a:gd name="connsiteX2" fmla="*/ 1178718 w 3808809"/>
              <a:gd name="connsiteY2" fmla="*/ 55960 h 228600"/>
              <a:gd name="connsiteX3" fmla="*/ 1321593 w 3808809"/>
              <a:gd name="connsiteY3" fmla="*/ 113110 h 228600"/>
              <a:gd name="connsiteX4" fmla="*/ 1473993 w 3808809"/>
              <a:gd name="connsiteY4" fmla="*/ 157163 h 228600"/>
              <a:gd name="connsiteX5" fmla="*/ 1632346 w 3808809"/>
              <a:gd name="connsiteY5" fmla="*/ 192882 h 228600"/>
              <a:gd name="connsiteX6" fmla="*/ 1759743 w 3808809"/>
              <a:gd name="connsiteY6" fmla="*/ 220266 h 228600"/>
              <a:gd name="connsiteX7" fmla="*/ 1900237 w 3808809"/>
              <a:gd name="connsiteY7" fmla="*/ 228600 h 228600"/>
              <a:gd name="connsiteX8" fmla="*/ 1995487 w 3808809"/>
              <a:gd name="connsiteY8" fmla="*/ 227410 h 228600"/>
              <a:gd name="connsiteX9" fmla="*/ 2133600 w 3808809"/>
              <a:gd name="connsiteY9" fmla="*/ 205979 h 228600"/>
              <a:gd name="connsiteX10" fmla="*/ 2224087 w 3808809"/>
              <a:gd name="connsiteY10" fmla="*/ 184547 h 228600"/>
              <a:gd name="connsiteX11" fmla="*/ 2314575 w 3808809"/>
              <a:gd name="connsiteY11" fmla="*/ 155972 h 228600"/>
              <a:gd name="connsiteX12" fmla="*/ 2395537 w 3808809"/>
              <a:gd name="connsiteY12" fmla="*/ 130969 h 228600"/>
              <a:gd name="connsiteX13" fmla="*/ 2547937 w 3808809"/>
              <a:gd name="connsiteY13" fmla="*/ 78582 h 228600"/>
              <a:gd name="connsiteX14" fmla="*/ 2722959 w 3808809"/>
              <a:gd name="connsiteY14" fmla="*/ 7144 h 228600"/>
              <a:gd name="connsiteX15" fmla="*/ 3808809 w 3808809"/>
              <a:gd name="connsiteY15" fmla="*/ 16669 h 228600"/>
              <a:gd name="connsiteX0" fmla="*/ 0 w 3808809"/>
              <a:gd name="connsiteY0" fmla="*/ 4763 h 227410"/>
              <a:gd name="connsiteX1" fmla="*/ 1027509 w 3808809"/>
              <a:gd name="connsiteY1" fmla="*/ 0 h 227410"/>
              <a:gd name="connsiteX2" fmla="*/ 1178718 w 3808809"/>
              <a:gd name="connsiteY2" fmla="*/ 55960 h 227410"/>
              <a:gd name="connsiteX3" fmla="*/ 1321593 w 3808809"/>
              <a:gd name="connsiteY3" fmla="*/ 113110 h 227410"/>
              <a:gd name="connsiteX4" fmla="*/ 1473993 w 3808809"/>
              <a:gd name="connsiteY4" fmla="*/ 157163 h 227410"/>
              <a:gd name="connsiteX5" fmla="*/ 1632346 w 3808809"/>
              <a:gd name="connsiteY5" fmla="*/ 192882 h 227410"/>
              <a:gd name="connsiteX6" fmla="*/ 1759743 w 3808809"/>
              <a:gd name="connsiteY6" fmla="*/ 220266 h 227410"/>
              <a:gd name="connsiteX7" fmla="*/ 1995487 w 3808809"/>
              <a:gd name="connsiteY7" fmla="*/ 227410 h 227410"/>
              <a:gd name="connsiteX8" fmla="*/ 2133600 w 3808809"/>
              <a:gd name="connsiteY8" fmla="*/ 205979 h 227410"/>
              <a:gd name="connsiteX9" fmla="*/ 2224087 w 3808809"/>
              <a:gd name="connsiteY9" fmla="*/ 184547 h 227410"/>
              <a:gd name="connsiteX10" fmla="*/ 2314575 w 3808809"/>
              <a:gd name="connsiteY10" fmla="*/ 155972 h 227410"/>
              <a:gd name="connsiteX11" fmla="*/ 2395537 w 3808809"/>
              <a:gd name="connsiteY11" fmla="*/ 130969 h 227410"/>
              <a:gd name="connsiteX12" fmla="*/ 2547937 w 3808809"/>
              <a:gd name="connsiteY12" fmla="*/ 78582 h 227410"/>
              <a:gd name="connsiteX13" fmla="*/ 2722959 w 3808809"/>
              <a:gd name="connsiteY13" fmla="*/ 7144 h 227410"/>
              <a:gd name="connsiteX14" fmla="*/ 3808809 w 3808809"/>
              <a:gd name="connsiteY14" fmla="*/ 16669 h 227410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133600 w 3808809"/>
              <a:gd name="connsiteY7" fmla="*/ 205979 h 220266"/>
              <a:gd name="connsiteX8" fmla="*/ 2224087 w 3808809"/>
              <a:gd name="connsiteY8" fmla="*/ 184547 h 220266"/>
              <a:gd name="connsiteX9" fmla="*/ 2314575 w 3808809"/>
              <a:gd name="connsiteY9" fmla="*/ 155972 h 220266"/>
              <a:gd name="connsiteX10" fmla="*/ 2395537 w 3808809"/>
              <a:gd name="connsiteY10" fmla="*/ 130969 h 220266"/>
              <a:gd name="connsiteX11" fmla="*/ 2547937 w 3808809"/>
              <a:gd name="connsiteY11" fmla="*/ 78582 h 220266"/>
              <a:gd name="connsiteX12" fmla="*/ 2722959 w 3808809"/>
              <a:gd name="connsiteY12" fmla="*/ 7144 h 220266"/>
              <a:gd name="connsiteX13" fmla="*/ 3808809 w 3808809"/>
              <a:gd name="connsiteY13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224087 w 3808809"/>
              <a:gd name="connsiteY7" fmla="*/ 184547 h 220266"/>
              <a:gd name="connsiteX8" fmla="*/ 2314575 w 3808809"/>
              <a:gd name="connsiteY8" fmla="*/ 155972 h 220266"/>
              <a:gd name="connsiteX9" fmla="*/ 2395537 w 3808809"/>
              <a:gd name="connsiteY9" fmla="*/ 130969 h 220266"/>
              <a:gd name="connsiteX10" fmla="*/ 2547937 w 3808809"/>
              <a:gd name="connsiteY10" fmla="*/ 78582 h 220266"/>
              <a:gd name="connsiteX11" fmla="*/ 2722959 w 3808809"/>
              <a:gd name="connsiteY11" fmla="*/ 7144 h 220266"/>
              <a:gd name="connsiteX12" fmla="*/ 3808809 w 3808809"/>
              <a:gd name="connsiteY12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314575 w 3808809"/>
              <a:gd name="connsiteY7" fmla="*/ 155972 h 220266"/>
              <a:gd name="connsiteX8" fmla="*/ 2395537 w 3808809"/>
              <a:gd name="connsiteY8" fmla="*/ 130969 h 220266"/>
              <a:gd name="connsiteX9" fmla="*/ 2547937 w 3808809"/>
              <a:gd name="connsiteY9" fmla="*/ 78582 h 220266"/>
              <a:gd name="connsiteX10" fmla="*/ 2722959 w 3808809"/>
              <a:gd name="connsiteY10" fmla="*/ 7144 h 220266"/>
              <a:gd name="connsiteX11" fmla="*/ 3808809 w 3808809"/>
              <a:gd name="connsiteY11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395537 w 3808809"/>
              <a:gd name="connsiteY7" fmla="*/ 130969 h 220266"/>
              <a:gd name="connsiteX8" fmla="*/ 2547937 w 3808809"/>
              <a:gd name="connsiteY8" fmla="*/ 78582 h 220266"/>
              <a:gd name="connsiteX9" fmla="*/ 2722959 w 3808809"/>
              <a:gd name="connsiteY9" fmla="*/ 7144 h 220266"/>
              <a:gd name="connsiteX10" fmla="*/ 3808809 w 3808809"/>
              <a:gd name="connsiteY10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547937 w 3808809"/>
              <a:gd name="connsiteY7" fmla="*/ 78582 h 220266"/>
              <a:gd name="connsiteX8" fmla="*/ 2722959 w 3808809"/>
              <a:gd name="connsiteY8" fmla="*/ 7144 h 220266"/>
              <a:gd name="connsiteX9" fmla="*/ 3808809 w 3808809"/>
              <a:gd name="connsiteY9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722959 w 3808809"/>
              <a:gd name="connsiteY7" fmla="*/ 7144 h 220266"/>
              <a:gd name="connsiteX8" fmla="*/ 3808809 w 3808809"/>
              <a:gd name="connsiteY8" fmla="*/ 16669 h 220266"/>
              <a:gd name="connsiteX0" fmla="*/ 0 w 3808809"/>
              <a:gd name="connsiteY0" fmla="*/ 4763 h 220266"/>
              <a:gd name="connsiteX1" fmla="*/ 1027509 w 3808809"/>
              <a:gd name="connsiteY1" fmla="*/ 0 h 220266"/>
              <a:gd name="connsiteX2" fmla="*/ 1178718 w 3808809"/>
              <a:gd name="connsiteY2" fmla="*/ 55960 h 220266"/>
              <a:gd name="connsiteX3" fmla="*/ 1321593 w 3808809"/>
              <a:gd name="connsiteY3" fmla="*/ 113110 h 220266"/>
              <a:gd name="connsiteX4" fmla="*/ 1473993 w 3808809"/>
              <a:gd name="connsiteY4" fmla="*/ 157163 h 220266"/>
              <a:gd name="connsiteX5" fmla="*/ 1632346 w 3808809"/>
              <a:gd name="connsiteY5" fmla="*/ 192882 h 220266"/>
              <a:gd name="connsiteX6" fmla="*/ 1759743 w 3808809"/>
              <a:gd name="connsiteY6" fmla="*/ 220266 h 220266"/>
              <a:gd name="connsiteX7" fmla="*/ 2722959 w 3808809"/>
              <a:gd name="connsiteY7" fmla="*/ 7144 h 220266"/>
              <a:gd name="connsiteX8" fmla="*/ 3808809 w 3808809"/>
              <a:gd name="connsiteY8" fmla="*/ 16669 h 220266"/>
              <a:gd name="connsiteX0" fmla="*/ 0 w 3808809"/>
              <a:gd name="connsiteY0" fmla="*/ 4763 h 192882"/>
              <a:gd name="connsiteX1" fmla="*/ 1027509 w 3808809"/>
              <a:gd name="connsiteY1" fmla="*/ 0 h 192882"/>
              <a:gd name="connsiteX2" fmla="*/ 1178718 w 3808809"/>
              <a:gd name="connsiteY2" fmla="*/ 55960 h 192882"/>
              <a:gd name="connsiteX3" fmla="*/ 1321593 w 3808809"/>
              <a:gd name="connsiteY3" fmla="*/ 113110 h 192882"/>
              <a:gd name="connsiteX4" fmla="*/ 1473993 w 3808809"/>
              <a:gd name="connsiteY4" fmla="*/ 157163 h 192882"/>
              <a:gd name="connsiteX5" fmla="*/ 1632346 w 3808809"/>
              <a:gd name="connsiteY5" fmla="*/ 192882 h 192882"/>
              <a:gd name="connsiteX6" fmla="*/ 2722959 w 3808809"/>
              <a:gd name="connsiteY6" fmla="*/ 7144 h 192882"/>
              <a:gd name="connsiteX7" fmla="*/ 3808809 w 3808809"/>
              <a:gd name="connsiteY7" fmla="*/ 16669 h 192882"/>
              <a:gd name="connsiteX0" fmla="*/ 0 w 3808809"/>
              <a:gd name="connsiteY0" fmla="*/ 4763 h 157163"/>
              <a:gd name="connsiteX1" fmla="*/ 1027509 w 3808809"/>
              <a:gd name="connsiteY1" fmla="*/ 0 h 157163"/>
              <a:gd name="connsiteX2" fmla="*/ 1178718 w 3808809"/>
              <a:gd name="connsiteY2" fmla="*/ 55960 h 157163"/>
              <a:gd name="connsiteX3" fmla="*/ 1321593 w 3808809"/>
              <a:gd name="connsiteY3" fmla="*/ 113110 h 157163"/>
              <a:gd name="connsiteX4" fmla="*/ 1473993 w 3808809"/>
              <a:gd name="connsiteY4" fmla="*/ 157163 h 157163"/>
              <a:gd name="connsiteX5" fmla="*/ 2722959 w 3808809"/>
              <a:gd name="connsiteY5" fmla="*/ 7144 h 157163"/>
              <a:gd name="connsiteX6" fmla="*/ 3808809 w 3808809"/>
              <a:gd name="connsiteY6" fmla="*/ 16669 h 157163"/>
              <a:gd name="connsiteX0" fmla="*/ 0 w 3808809"/>
              <a:gd name="connsiteY0" fmla="*/ 4763 h 113110"/>
              <a:gd name="connsiteX1" fmla="*/ 1027509 w 3808809"/>
              <a:gd name="connsiteY1" fmla="*/ 0 h 113110"/>
              <a:gd name="connsiteX2" fmla="*/ 1178718 w 3808809"/>
              <a:gd name="connsiteY2" fmla="*/ 55960 h 113110"/>
              <a:gd name="connsiteX3" fmla="*/ 1321593 w 3808809"/>
              <a:gd name="connsiteY3" fmla="*/ 113110 h 113110"/>
              <a:gd name="connsiteX4" fmla="*/ 2722959 w 3808809"/>
              <a:gd name="connsiteY4" fmla="*/ 7144 h 113110"/>
              <a:gd name="connsiteX5" fmla="*/ 3808809 w 3808809"/>
              <a:gd name="connsiteY5" fmla="*/ 16669 h 113110"/>
              <a:gd name="connsiteX0" fmla="*/ 0 w 3808809"/>
              <a:gd name="connsiteY0" fmla="*/ 4763 h 113110"/>
              <a:gd name="connsiteX1" fmla="*/ 1027509 w 3808809"/>
              <a:gd name="connsiteY1" fmla="*/ 0 h 113110"/>
              <a:gd name="connsiteX2" fmla="*/ 1321593 w 3808809"/>
              <a:gd name="connsiteY2" fmla="*/ 113110 h 113110"/>
              <a:gd name="connsiteX3" fmla="*/ 2722959 w 3808809"/>
              <a:gd name="connsiteY3" fmla="*/ 7144 h 113110"/>
              <a:gd name="connsiteX4" fmla="*/ 3808809 w 3808809"/>
              <a:gd name="connsiteY4" fmla="*/ 16669 h 113110"/>
              <a:gd name="connsiteX0" fmla="*/ 0 w 3808809"/>
              <a:gd name="connsiteY0" fmla="*/ 4763 h 16669"/>
              <a:gd name="connsiteX1" fmla="*/ 1027509 w 3808809"/>
              <a:gd name="connsiteY1" fmla="*/ 0 h 16669"/>
              <a:gd name="connsiteX2" fmla="*/ 2722959 w 3808809"/>
              <a:gd name="connsiteY2" fmla="*/ 7144 h 16669"/>
              <a:gd name="connsiteX3" fmla="*/ 3808809 w 3808809"/>
              <a:gd name="connsiteY3" fmla="*/ 16669 h 16669"/>
              <a:gd name="connsiteX0" fmla="*/ 0 w 3808809"/>
              <a:gd name="connsiteY0" fmla="*/ 4763 h 221729"/>
              <a:gd name="connsiteX1" fmla="*/ 1027509 w 3808809"/>
              <a:gd name="connsiteY1" fmla="*/ 0 h 221729"/>
              <a:gd name="connsiteX2" fmla="*/ 2722959 w 3808809"/>
              <a:gd name="connsiteY2" fmla="*/ 7144 h 221729"/>
              <a:gd name="connsiteX3" fmla="*/ 3808809 w 3808809"/>
              <a:gd name="connsiteY3" fmla="*/ 16669 h 221729"/>
              <a:gd name="connsiteX0" fmla="*/ 0 w 3808809"/>
              <a:gd name="connsiteY0" fmla="*/ 5060 h 218409"/>
              <a:gd name="connsiteX1" fmla="*/ 1027509 w 3808809"/>
              <a:gd name="connsiteY1" fmla="*/ 297 h 218409"/>
              <a:gd name="connsiteX2" fmla="*/ 2722959 w 3808809"/>
              <a:gd name="connsiteY2" fmla="*/ 7441 h 218409"/>
              <a:gd name="connsiteX3" fmla="*/ 3808809 w 3808809"/>
              <a:gd name="connsiteY3" fmla="*/ 16966 h 218409"/>
              <a:gd name="connsiteX0" fmla="*/ 0 w 3808809"/>
              <a:gd name="connsiteY0" fmla="*/ 5088 h 198868"/>
              <a:gd name="connsiteX1" fmla="*/ 1027509 w 3808809"/>
              <a:gd name="connsiteY1" fmla="*/ 325 h 198868"/>
              <a:gd name="connsiteX2" fmla="*/ 2722959 w 3808809"/>
              <a:gd name="connsiteY2" fmla="*/ 7469 h 198868"/>
              <a:gd name="connsiteX3" fmla="*/ 3808809 w 3808809"/>
              <a:gd name="connsiteY3" fmla="*/ 16994 h 198868"/>
              <a:gd name="connsiteX0" fmla="*/ 0 w 3808809"/>
              <a:gd name="connsiteY0" fmla="*/ 5052 h 225277"/>
              <a:gd name="connsiteX1" fmla="*/ 1027509 w 3808809"/>
              <a:gd name="connsiteY1" fmla="*/ 289 h 225277"/>
              <a:gd name="connsiteX2" fmla="*/ 2722959 w 3808809"/>
              <a:gd name="connsiteY2" fmla="*/ 7433 h 225277"/>
              <a:gd name="connsiteX3" fmla="*/ 3808809 w 3808809"/>
              <a:gd name="connsiteY3" fmla="*/ 16958 h 225277"/>
              <a:gd name="connsiteX0" fmla="*/ 0 w 3808809"/>
              <a:gd name="connsiteY0" fmla="*/ 5052 h 225277"/>
              <a:gd name="connsiteX1" fmla="*/ 1027509 w 3808809"/>
              <a:gd name="connsiteY1" fmla="*/ 289 h 225277"/>
              <a:gd name="connsiteX2" fmla="*/ 2722959 w 3808809"/>
              <a:gd name="connsiteY2" fmla="*/ 7433 h 225277"/>
              <a:gd name="connsiteX3" fmla="*/ 2727648 w 3808809"/>
              <a:gd name="connsiteY3" fmla="*/ 13555 h 225277"/>
              <a:gd name="connsiteX4" fmla="*/ 3808809 w 3808809"/>
              <a:gd name="connsiteY4" fmla="*/ 16958 h 225277"/>
              <a:gd name="connsiteX0" fmla="*/ 0 w 3808809"/>
              <a:gd name="connsiteY0" fmla="*/ 5052 h 225277"/>
              <a:gd name="connsiteX1" fmla="*/ 1027509 w 3808809"/>
              <a:gd name="connsiteY1" fmla="*/ 289 h 225277"/>
              <a:gd name="connsiteX2" fmla="*/ 2722959 w 3808809"/>
              <a:gd name="connsiteY2" fmla="*/ 7433 h 225277"/>
              <a:gd name="connsiteX3" fmla="*/ 2780036 w 3808809"/>
              <a:gd name="connsiteY3" fmla="*/ 4030 h 225277"/>
              <a:gd name="connsiteX4" fmla="*/ 3808809 w 3808809"/>
              <a:gd name="connsiteY4" fmla="*/ 16958 h 225277"/>
              <a:gd name="connsiteX0" fmla="*/ 0 w 3808809"/>
              <a:gd name="connsiteY0" fmla="*/ 5029 h 261628"/>
              <a:gd name="connsiteX1" fmla="*/ 1027509 w 3808809"/>
              <a:gd name="connsiteY1" fmla="*/ 266 h 261628"/>
              <a:gd name="connsiteX2" fmla="*/ 2630090 w 3808809"/>
              <a:gd name="connsiteY2" fmla="*/ 55035 h 261628"/>
              <a:gd name="connsiteX3" fmla="*/ 2780036 w 3808809"/>
              <a:gd name="connsiteY3" fmla="*/ 4007 h 261628"/>
              <a:gd name="connsiteX4" fmla="*/ 3808809 w 3808809"/>
              <a:gd name="connsiteY4" fmla="*/ 16935 h 261628"/>
              <a:gd name="connsiteX0" fmla="*/ 0 w 3808809"/>
              <a:gd name="connsiteY0" fmla="*/ 8166 h 264765"/>
              <a:gd name="connsiteX1" fmla="*/ 1027509 w 3808809"/>
              <a:gd name="connsiteY1" fmla="*/ 3403 h 264765"/>
              <a:gd name="connsiteX2" fmla="*/ 2630090 w 3808809"/>
              <a:gd name="connsiteY2" fmla="*/ 58172 h 264765"/>
              <a:gd name="connsiteX3" fmla="*/ 2814564 w 3808809"/>
              <a:gd name="connsiteY3" fmla="*/ 0 h 264765"/>
              <a:gd name="connsiteX4" fmla="*/ 3808809 w 3808809"/>
              <a:gd name="connsiteY4" fmla="*/ 20072 h 264765"/>
              <a:gd name="connsiteX0" fmla="*/ 0 w 3808809"/>
              <a:gd name="connsiteY0" fmla="*/ 8166 h 264765"/>
              <a:gd name="connsiteX1" fmla="*/ 1027509 w 3808809"/>
              <a:gd name="connsiteY1" fmla="*/ 3403 h 264765"/>
              <a:gd name="connsiteX2" fmla="*/ 2630090 w 3808809"/>
              <a:gd name="connsiteY2" fmla="*/ 58172 h 264765"/>
              <a:gd name="connsiteX3" fmla="*/ 2814564 w 3808809"/>
              <a:gd name="connsiteY3" fmla="*/ 0 h 264765"/>
              <a:gd name="connsiteX4" fmla="*/ 3808809 w 3808809"/>
              <a:gd name="connsiteY4" fmla="*/ 20072 h 264765"/>
              <a:gd name="connsiteX0" fmla="*/ 0 w 3808809"/>
              <a:gd name="connsiteY0" fmla="*/ 8166 h 264765"/>
              <a:gd name="connsiteX1" fmla="*/ 1027509 w 3808809"/>
              <a:gd name="connsiteY1" fmla="*/ 3403 h 264765"/>
              <a:gd name="connsiteX2" fmla="*/ 2630090 w 3808809"/>
              <a:gd name="connsiteY2" fmla="*/ 58172 h 264765"/>
              <a:gd name="connsiteX3" fmla="*/ 2814564 w 3808809"/>
              <a:gd name="connsiteY3" fmla="*/ 0 h 264765"/>
              <a:gd name="connsiteX4" fmla="*/ 3808809 w 3808809"/>
              <a:gd name="connsiteY4" fmla="*/ 20072 h 264765"/>
              <a:gd name="connsiteX0" fmla="*/ 0 w 3808809"/>
              <a:gd name="connsiteY0" fmla="*/ 8166 h 228468"/>
              <a:gd name="connsiteX1" fmla="*/ 1027509 w 3808809"/>
              <a:gd name="connsiteY1" fmla="*/ 3403 h 228468"/>
              <a:gd name="connsiteX2" fmla="*/ 2630090 w 3808809"/>
              <a:gd name="connsiteY2" fmla="*/ 58172 h 228468"/>
              <a:gd name="connsiteX3" fmla="*/ 2814564 w 3808809"/>
              <a:gd name="connsiteY3" fmla="*/ 0 h 228468"/>
              <a:gd name="connsiteX4" fmla="*/ 3808809 w 3808809"/>
              <a:gd name="connsiteY4" fmla="*/ 20072 h 22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8809" h="228468">
                <a:moveTo>
                  <a:pt x="0" y="8166"/>
                </a:moveTo>
                <a:lnTo>
                  <a:pt x="1027509" y="3403"/>
                </a:lnTo>
                <a:cubicBezTo>
                  <a:pt x="1189037" y="-10885"/>
                  <a:pt x="1693465" y="477272"/>
                  <a:pt x="2630090" y="58172"/>
                </a:cubicBezTo>
                <a:cubicBezTo>
                  <a:pt x="2691581" y="28065"/>
                  <a:pt x="2731642" y="1531"/>
                  <a:pt x="2814564" y="0"/>
                </a:cubicBezTo>
                <a:lnTo>
                  <a:pt x="3808809" y="20072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 dirty="0"/>
          </a:p>
        </p:txBody>
      </p:sp>
    </p:spTree>
    <p:extLst>
      <p:ext uri="{BB962C8B-B14F-4D97-AF65-F5344CB8AC3E}">
        <p14:creationId xmlns:p14="http://schemas.microsoft.com/office/powerpoint/2010/main" val="317837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D6FF9C44-2C70-693E-85C4-27DC2DFF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ADBD8E-9161-18DD-9F09-BE157316428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D1925A-970D-A55A-566C-35A57FA0417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B3F0E08-0970-648E-4441-DD4253FB1F43}"/>
              </a:ext>
            </a:extLst>
          </p:cNvPr>
          <p:cNvGrpSpPr/>
          <p:nvPr/>
        </p:nvGrpSpPr>
        <p:grpSpPr>
          <a:xfrm>
            <a:off x="8181008" y="5761427"/>
            <a:ext cx="1573062" cy="246942"/>
            <a:chOff x="10068933" y="6299679"/>
            <a:chExt cx="1936076" cy="303929"/>
          </a:xfrm>
        </p:grpSpPr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2F3D53C1-9FA2-9AA9-F3F6-1AC2C91AEEE3}"/>
                </a:ext>
              </a:extLst>
            </p:cNvPr>
            <p:cNvSpPr/>
            <p:nvPr/>
          </p:nvSpPr>
          <p:spPr>
            <a:xfrm flipV="1">
              <a:off x="10068933" y="6320043"/>
              <a:ext cx="224081" cy="214268"/>
            </a:xfrm>
            <a:custGeom>
              <a:avLst/>
              <a:gdLst>
                <a:gd name="connsiteX0" fmla="*/ 178783 w 224081"/>
                <a:gd name="connsiteY0" fmla="*/ 178019 h 214268"/>
                <a:gd name="connsiteX1" fmla="*/ 219013 w 224081"/>
                <a:gd name="connsiteY1" fmla="*/ 203246 h 214268"/>
                <a:gd name="connsiteX2" fmla="*/ 223098 w 224081"/>
                <a:gd name="connsiteY2" fmla="*/ 209021 h 214268"/>
                <a:gd name="connsiteX3" fmla="*/ 219013 w 224081"/>
                <a:gd name="connsiteY3" fmla="*/ 212667 h 214268"/>
                <a:gd name="connsiteX4" fmla="*/ 193241 w 224081"/>
                <a:gd name="connsiteY4" fmla="*/ 211756 h 214268"/>
                <a:gd name="connsiteX5" fmla="*/ 162128 w 224081"/>
                <a:gd name="connsiteY5" fmla="*/ 212667 h 214268"/>
                <a:gd name="connsiteX6" fmla="*/ 156156 w 224081"/>
                <a:gd name="connsiteY6" fmla="*/ 206894 h 214268"/>
                <a:gd name="connsiteX7" fmla="*/ 161185 w 224081"/>
                <a:gd name="connsiteY7" fmla="*/ 203246 h 214268"/>
                <a:gd name="connsiteX8" fmla="*/ 175641 w 224081"/>
                <a:gd name="connsiteY8" fmla="*/ 193217 h 214268"/>
                <a:gd name="connsiteX9" fmla="*/ 170927 w 224081"/>
                <a:gd name="connsiteY9" fmla="*/ 181667 h 214268"/>
                <a:gd name="connsiteX10" fmla="*/ 74443 w 224081"/>
                <a:gd name="connsiteY10" fmla="*/ 33349 h 214268"/>
                <a:gd name="connsiteX11" fmla="*/ 53074 w 224081"/>
                <a:gd name="connsiteY11" fmla="*/ 194129 h 214268"/>
                <a:gd name="connsiteX12" fmla="*/ 74759 w 224081"/>
                <a:gd name="connsiteY12" fmla="*/ 203246 h 214268"/>
                <a:gd name="connsiteX13" fmla="*/ 82615 w 224081"/>
                <a:gd name="connsiteY13" fmla="*/ 209324 h 214268"/>
                <a:gd name="connsiteX14" fmla="*/ 78216 w 224081"/>
                <a:gd name="connsiteY14" fmla="*/ 212667 h 214268"/>
                <a:gd name="connsiteX15" fmla="*/ 39245 w 224081"/>
                <a:gd name="connsiteY15" fmla="*/ 211756 h 214268"/>
                <a:gd name="connsiteX16" fmla="*/ 21960 w 224081"/>
                <a:gd name="connsiteY16" fmla="*/ 212060 h 214268"/>
                <a:gd name="connsiteX17" fmla="*/ 4989 w 224081"/>
                <a:gd name="connsiteY17" fmla="*/ 212667 h 214268"/>
                <a:gd name="connsiteX18" fmla="*/ -983 w 224081"/>
                <a:gd name="connsiteY18" fmla="*/ 206894 h 214268"/>
                <a:gd name="connsiteX19" fmla="*/ 6875 w 224081"/>
                <a:gd name="connsiteY19" fmla="*/ 203246 h 214268"/>
                <a:gd name="connsiteX20" fmla="*/ 25731 w 224081"/>
                <a:gd name="connsiteY20" fmla="*/ 192912 h 214268"/>
                <a:gd name="connsiteX21" fmla="*/ 50559 w 224081"/>
                <a:gd name="connsiteY21" fmla="*/ 5388 h 214268"/>
                <a:gd name="connsiteX22" fmla="*/ 56844 w 224081"/>
                <a:gd name="connsiteY22" fmla="*/ -1601 h 214268"/>
                <a:gd name="connsiteX23" fmla="*/ 65644 w 224081"/>
                <a:gd name="connsiteY23" fmla="*/ 3869 h 214268"/>
                <a:gd name="connsiteX24" fmla="*/ 178783 w 224081"/>
                <a:gd name="connsiteY24" fmla="*/ 178019 h 214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4081" h="214268">
                  <a:moveTo>
                    <a:pt x="178783" y="178019"/>
                  </a:moveTo>
                  <a:cubicBezTo>
                    <a:pt x="194184" y="201726"/>
                    <a:pt x="207384" y="202639"/>
                    <a:pt x="219013" y="203246"/>
                  </a:cubicBezTo>
                  <a:cubicBezTo>
                    <a:pt x="222783" y="203551"/>
                    <a:pt x="223098" y="208717"/>
                    <a:pt x="223098" y="209021"/>
                  </a:cubicBezTo>
                  <a:cubicBezTo>
                    <a:pt x="223098" y="211451"/>
                    <a:pt x="221526" y="212667"/>
                    <a:pt x="219013" y="212667"/>
                  </a:cubicBezTo>
                  <a:cubicBezTo>
                    <a:pt x="210840" y="212667"/>
                    <a:pt x="201727" y="211756"/>
                    <a:pt x="193241" y="211756"/>
                  </a:cubicBezTo>
                  <a:cubicBezTo>
                    <a:pt x="182870" y="211756"/>
                    <a:pt x="172184" y="212667"/>
                    <a:pt x="162128" y="212667"/>
                  </a:cubicBezTo>
                  <a:cubicBezTo>
                    <a:pt x="160241" y="212667"/>
                    <a:pt x="156156" y="212667"/>
                    <a:pt x="156156" y="206894"/>
                  </a:cubicBezTo>
                  <a:cubicBezTo>
                    <a:pt x="156156" y="203551"/>
                    <a:pt x="158985" y="203246"/>
                    <a:pt x="161185" y="203246"/>
                  </a:cubicBezTo>
                  <a:cubicBezTo>
                    <a:pt x="169670" y="202639"/>
                    <a:pt x="175641" y="199599"/>
                    <a:pt x="175641" y="193217"/>
                  </a:cubicBezTo>
                  <a:cubicBezTo>
                    <a:pt x="175641" y="188657"/>
                    <a:pt x="170927" y="181971"/>
                    <a:pt x="170927" y="181667"/>
                  </a:cubicBezTo>
                  <a:lnTo>
                    <a:pt x="74443" y="33349"/>
                  </a:lnTo>
                  <a:lnTo>
                    <a:pt x="53074" y="194129"/>
                  </a:lnTo>
                  <a:cubicBezTo>
                    <a:pt x="53074" y="199296"/>
                    <a:pt x="60301" y="203246"/>
                    <a:pt x="74759" y="203246"/>
                  </a:cubicBezTo>
                  <a:cubicBezTo>
                    <a:pt x="79159" y="203246"/>
                    <a:pt x="82615" y="203246"/>
                    <a:pt x="82615" y="209324"/>
                  </a:cubicBezTo>
                  <a:cubicBezTo>
                    <a:pt x="82615" y="212060"/>
                    <a:pt x="80102" y="212667"/>
                    <a:pt x="78216" y="212667"/>
                  </a:cubicBezTo>
                  <a:cubicBezTo>
                    <a:pt x="65644" y="212667"/>
                    <a:pt x="52131" y="211756"/>
                    <a:pt x="39245" y="211756"/>
                  </a:cubicBezTo>
                  <a:cubicBezTo>
                    <a:pt x="33587" y="211756"/>
                    <a:pt x="27617" y="212060"/>
                    <a:pt x="21960" y="212060"/>
                  </a:cubicBezTo>
                  <a:cubicBezTo>
                    <a:pt x="16302" y="212060"/>
                    <a:pt x="10332" y="212667"/>
                    <a:pt x="4989" y="212667"/>
                  </a:cubicBezTo>
                  <a:cubicBezTo>
                    <a:pt x="2789" y="212667"/>
                    <a:pt x="-983" y="212667"/>
                    <a:pt x="-983" y="206894"/>
                  </a:cubicBezTo>
                  <a:cubicBezTo>
                    <a:pt x="-983" y="203246"/>
                    <a:pt x="1846" y="203246"/>
                    <a:pt x="6875" y="203246"/>
                  </a:cubicBezTo>
                  <a:cubicBezTo>
                    <a:pt x="24474" y="203246"/>
                    <a:pt x="24788" y="200511"/>
                    <a:pt x="25731" y="192912"/>
                  </a:cubicBezTo>
                  <a:lnTo>
                    <a:pt x="50559" y="5388"/>
                  </a:lnTo>
                  <a:cubicBezTo>
                    <a:pt x="51502" y="-691"/>
                    <a:pt x="52758" y="-1601"/>
                    <a:pt x="56844" y="-1601"/>
                  </a:cubicBezTo>
                  <a:cubicBezTo>
                    <a:pt x="61873" y="-1601"/>
                    <a:pt x="63130" y="-83"/>
                    <a:pt x="65644" y="3869"/>
                  </a:cubicBezTo>
                  <a:lnTo>
                    <a:pt x="178783" y="178019"/>
                  </a:ln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940A2091-5F9A-7D5C-C9F5-880A9849A5A5}"/>
                </a:ext>
              </a:extLst>
            </p:cNvPr>
            <p:cNvSpPr/>
            <p:nvPr/>
          </p:nvSpPr>
          <p:spPr>
            <a:xfrm flipV="1">
              <a:off x="10409283" y="6416083"/>
              <a:ext cx="208995" cy="71119"/>
            </a:xfrm>
            <a:custGeom>
              <a:avLst/>
              <a:gdLst>
                <a:gd name="connsiteX0" fmla="*/ 194404 w 208995"/>
                <a:gd name="connsiteY0" fmla="*/ 57583 h 71119"/>
                <a:gd name="connsiteX1" fmla="*/ 205089 w 208995"/>
                <a:gd name="connsiteY1" fmla="*/ 63662 h 71119"/>
                <a:gd name="connsiteX2" fmla="*/ 194717 w 208995"/>
                <a:gd name="connsiteY2" fmla="*/ 69741 h 71119"/>
                <a:gd name="connsiteX3" fmla="*/ 6465 w 208995"/>
                <a:gd name="connsiteY3" fmla="*/ 69741 h 71119"/>
                <a:gd name="connsiteX4" fmla="*/ -3906 w 208995"/>
                <a:gd name="connsiteY4" fmla="*/ 63662 h 71119"/>
                <a:gd name="connsiteX5" fmla="*/ 6779 w 208995"/>
                <a:gd name="connsiteY5" fmla="*/ 57583 h 71119"/>
                <a:gd name="connsiteX6" fmla="*/ 194404 w 208995"/>
                <a:gd name="connsiteY6" fmla="*/ 57583 h 71119"/>
                <a:gd name="connsiteX7" fmla="*/ 194717 w 208995"/>
                <a:gd name="connsiteY7" fmla="*/ -1378 h 71119"/>
                <a:gd name="connsiteX8" fmla="*/ 205089 w 208995"/>
                <a:gd name="connsiteY8" fmla="*/ 4701 h 71119"/>
                <a:gd name="connsiteX9" fmla="*/ 194404 w 208995"/>
                <a:gd name="connsiteY9" fmla="*/ 10780 h 71119"/>
                <a:gd name="connsiteX10" fmla="*/ 6779 w 208995"/>
                <a:gd name="connsiteY10" fmla="*/ 10780 h 71119"/>
                <a:gd name="connsiteX11" fmla="*/ -3906 w 208995"/>
                <a:gd name="connsiteY11" fmla="*/ 4701 h 71119"/>
                <a:gd name="connsiteX12" fmla="*/ 6465 w 208995"/>
                <a:gd name="connsiteY12" fmla="*/ -1378 h 71119"/>
                <a:gd name="connsiteX13" fmla="*/ 194717 w 208995"/>
                <a:gd name="connsiteY13" fmla="*/ -1378 h 71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8995" h="71119">
                  <a:moveTo>
                    <a:pt x="194404" y="57583"/>
                  </a:moveTo>
                  <a:cubicBezTo>
                    <a:pt x="199117" y="57583"/>
                    <a:pt x="205089" y="57583"/>
                    <a:pt x="205089" y="63662"/>
                  </a:cubicBezTo>
                  <a:cubicBezTo>
                    <a:pt x="205089" y="69741"/>
                    <a:pt x="199117" y="69741"/>
                    <a:pt x="194717" y="69741"/>
                  </a:cubicBezTo>
                  <a:lnTo>
                    <a:pt x="6465" y="69741"/>
                  </a:lnTo>
                  <a:cubicBezTo>
                    <a:pt x="2066" y="69741"/>
                    <a:pt x="-3906" y="69741"/>
                    <a:pt x="-3906" y="63662"/>
                  </a:cubicBezTo>
                  <a:cubicBezTo>
                    <a:pt x="-3906" y="57583"/>
                    <a:pt x="2066" y="57583"/>
                    <a:pt x="6779" y="57583"/>
                  </a:cubicBezTo>
                  <a:lnTo>
                    <a:pt x="194404" y="57583"/>
                  </a:lnTo>
                  <a:close/>
                  <a:moveTo>
                    <a:pt x="194717" y="-1378"/>
                  </a:moveTo>
                  <a:cubicBezTo>
                    <a:pt x="199117" y="-1378"/>
                    <a:pt x="205089" y="-1378"/>
                    <a:pt x="205089" y="4701"/>
                  </a:cubicBezTo>
                  <a:cubicBezTo>
                    <a:pt x="205089" y="10780"/>
                    <a:pt x="199117" y="10780"/>
                    <a:pt x="194404" y="10780"/>
                  </a:cubicBezTo>
                  <a:lnTo>
                    <a:pt x="6779" y="10780"/>
                  </a:lnTo>
                  <a:cubicBezTo>
                    <a:pt x="2066" y="10780"/>
                    <a:pt x="-3906" y="10780"/>
                    <a:pt x="-3906" y="4701"/>
                  </a:cubicBezTo>
                  <a:cubicBezTo>
                    <a:pt x="-3906" y="-1378"/>
                    <a:pt x="2066" y="-1378"/>
                    <a:pt x="6465" y="-1378"/>
                  </a:cubicBezTo>
                  <a:lnTo>
                    <a:pt x="194717" y="-1378"/>
                  </a:ln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E4490354-5444-F613-9542-E0507AB2C8F1}"/>
                </a:ext>
              </a:extLst>
            </p:cNvPr>
            <p:cNvSpPr/>
            <p:nvPr/>
          </p:nvSpPr>
          <p:spPr>
            <a:xfrm flipV="1">
              <a:off x="10754298" y="6299679"/>
              <a:ext cx="72913" cy="303929"/>
            </a:xfrm>
            <a:custGeom>
              <a:avLst/>
              <a:gdLst>
                <a:gd name="connsiteX0" fmla="*/ 66574 w 72913"/>
                <a:gd name="connsiteY0" fmla="*/ 1662 h 303929"/>
                <a:gd name="connsiteX1" fmla="*/ 61231 w 72913"/>
                <a:gd name="connsiteY1" fmla="*/ 8348 h 303929"/>
                <a:gd name="connsiteX2" fmla="*/ 11889 w 72913"/>
                <a:gd name="connsiteY2" fmla="*/ 150587 h 303929"/>
                <a:gd name="connsiteX3" fmla="*/ 62488 w 72913"/>
                <a:gd name="connsiteY3" fmla="*/ 294345 h 303929"/>
                <a:gd name="connsiteX4" fmla="*/ 66574 w 72913"/>
                <a:gd name="connsiteY4" fmla="*/ 299513 h 303929"/>
                <a:gd name="connsiteX5" fmla="*/ 63431 w 72913"/>
                <a:gd name="connsiteY5" fmla="*/ 302552 h 303929"/>
                <a:gd name="connsiteX6" fmla="*/ 13461 w 72913"/>
                <a:gd name="connsiteY6" fmla="*/ 243285 h 303929"/>
                <a:gd name="connsiteX7" fmla="*/ -6339 w 72913"/>
                <a:gd name="connsiteY7" fmla="*/ 150587 h 303929"/>
                <a:gd name="connsiteX8" fmla="*/ 14403 w 72913"/>
                <a:gd name="connsiteY8" fmla="*/ 55761 h 303929"/>
                <a:gd name="connsiteX9" fmla="*/ 63431 w 72913"/>
                <a:gd name="connsiteY9" fmla="*/ -1378 h 303929"/>
                <a:gd name="connsiteX10" fmla="*/ 66574 w 72913"/>
                <a:gd name="connsiteY10" fmla="*/ 1662 h 303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13" h="303929">
                  <a:moveTo>
                    <a:pt x="66574" y="1662"/>
                  </a:moveTo>
                  <a:cubicBezTo>
                    <a:pt x="66574" y="2574"/>
                    <a:pt x="66574" y="3181"/>
                    <a:pt x="61231" y="8348"/>
                  </a:cubicBezTo>
                  <a:cubicBezTo>
                    <a:pt x="21945" y="46643"/>
                    <a:pt x="11889" y="104085"/>
                    <a:pt x="11889" y="150587"/>
                  </a:cubicBezTo>
                  <a:cubicBezTo>
                    <a:pt x="11889" y="203471"/>
                    <a:pt x="23832" y="256355"/>
                    <a:pt x="62488" y="294345"/>
                  </a:cubicBezTo>
                  <a:cubicBezTo>
                    <a:pt x="66574" y="297993"/>
                    <a:pt x="66574" y="298601"/>
                    <a:pt x="66574" y="299513"/>
                  </a:cubicBezTo>
                  <a:cubicBezTo>
                    <a:pt x="66574" y="301640"/>
                    <a:pt x="65315" y="302552"/>
                    <a:pt x="63431" y="302552"/>
                  </a:cubicBezTo>
                  <a:cubicBezTo>
                    <a:pt x="60288" y="302552"/>
                    <a:pt x="32004" y="281885"/>
                    <a:pt x="13461" y="243285"/>
                  </a:cubicBezTo>
                  <a:cubicBezTo>
                    <a:pt x="-2569" y="209853"/>
                    <a:pt x="-6339" y="176118"/>
                    <a:pt x="-6339" y="150587"/>
                  </a:cubicBezTo>
                  <a:cubicBezTo>
                    <a:pt x="-6339" y="126880"/>
                    <a:pt x="-2882" y="90105"/>
                    <a:pt x="14403" y="55761"/>
                  </a:cubicBezTo>
                  <a:cubicBezTo>
                    <a:pt x="33261" y="18378"/>
                    <a:pt x="60288" y="-1378"/>
                    <a:pt x="63431" y="-1378"/>
                  </a:cubicBezTo>
                  <a:cubicBezTo>
                    <a:pt x="65315" y="-1378"/>
                    <a:pt x="66574" y="-466"/>
                    <a:pt x="66574" y="1662"/>
                  </a:cubicBez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3311E2A4-5E0B-CD47-5A54-E1E0871A7112}"/>
                </a:ext>
              </a:extLst>
            </p:cNvPr>
            <p:cNvSpPr/>
            <p:nvPr/>
          </p:nvSpPr>
          <p:spPr>
            <a:xfrm flipV="1">
              <a:off x="10861312" y="6393289"/>
              <a:ext cx="178823" cy="200593"/>
            </a:xfrm>
            <a:custGeom>
              <a:avLst/>
              <a:gdLst>
                <a:gd name="connsiteX0" fmla="*/ 29969 w 178823"/>
                <a:gd name="connsiteY0" fmla="*/ 13595 h 200593"/>
                <a:gd name="connsiteX1" fmla="*/ 28397 w 178823"/>
                <a:gd name="connsiteY1" fmla="*/ 7518 h 200593"/>
                <a:gd name="connsiteX2" fmla="*/ 37511 w 178823"/>
                <a:gd name="connsiteY2" fmla="*/ -994 h 200593"/>
                <a:gd name="connsiteX3" fmla="*/ 49139 w 178823"/>
                <a:gd name="connsiteY3" fmla="*/ 6909 h 200593"/>
                <a:gd name="connsiteX4" fmla="*/ 60140 w 178823"/>
                <a:gd name="connsiteY4" fmla="*/ 62527 h 200593"/>
                <a:gd name="connsiteX5" fmla="*/ 70509 w 178823"/>
                <a:gd name="connsiteY5" fmla="*/ 61920 h 200593"/>
                <a:gd name="connsiteX6" fmla="*/ 171079 w 178823"/>
                <a:gd name="connsiteY6" fmla="*/ 157658 h 200593"/>
                <a:gd name="connsiteX7" fmla="*/ 135251 w 178823"/>
                <a:gd name="connsiteY7" fmla="*/ 199600 h 200593"/>
                <a:gd name="connsiteX8" fmla="*/ 51967 w 178823"/>
                <a:gd name="connsiteY8" fmla="*/ 81371 h 200593"/>
                <a:gd name="connsiteX9" fmla="*/ 426 w 178823"/>
                <a:gd name="connsiteY9" fmla="*/ 126353 h 200593"/>
                <a:gd name="connsiteX10" fmla="*/ 26510 w 178823"/>
                <a:gd name="connsiteY10" fmla="*/ 189266 h 200593"/>
                <a:gd name="connsiteX11" fmla="*/ 29027 w 178823"/>
                <a:gd name="connsiteY11" fmla="*/ 193218 h 200593"/>
                <a:gd name="connsiteX12" fmla="*/ 25254 w 178823"/>
                <a:gd name="connsiteY12" fmla="*/ 196257 h 200593"/>
                <a:gd name="connsiteX13" fmla="*/ -7744 w 178823"/>
                <a:gd name="connsiteY13" fmla="*/ 123009 h 200593"/>
                <a:gd name="connsiteX14" fmla="*/ 46625 w 178823"/>
                <a:gd name="connsiteY14" fmla="*/ 64655 h 200593"/>
                <a:gd name="connsiteX15" fmla="*/ 29969 w 178823"/>
                <a:gd name="connsiteY15" fmla="*/ 13595 h 200593"/>
                <a:gd name="connsiteX16" fmla="*/ 73339 w 178823"/>
                <a:gd name="connsiteY16" fmla="*/ 79548 h 200593"/>
                <a:gd name="connsiteX17" fmla="*/ 67682 w 178823"/>
                <a:gd name="connsiteY17" fmla="*/ 79852 h 200593"/>
                <a:gd name="connsiteX18" fmla="*/ 63596 w 178823"/>
                <a:gd name="connsiteY18" fmla="*/ 81067 h 200593"/>
                <a:gd name="connsiteX19" fmla="*/ 69882 w 178823"/>
                <a:gd name="connsiteY19" fmla="*/ 113892 h 200593"/>
                <a:gd name="connsiteX20" fmla="*/ 132109 w 178823"/>
                <a:gd name="connsiteY20" fmla="*/ 181972 h 200593"/>
                <a:gd name="connsiteX21" fmla="*/ 162280 w 178823"/>
                <a:gd name="connsiteY21" fmla="*/ 150971 h 200593"/>
                <a:gd name="connsiteX22" fmla="*/ 73339 w 178823"/>
                <a:gd name="connsiteY22" fmla="*/ 79548 h 200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8823" h="200593">
                  <a:moveTo>
                    <a:pt x="29969" y="13595"/>
                  </a:moveTo>
                  <a:cubicBezTo>
                    <a:pt x="28710" y="9645"/>
                    <a:pt x="28397" y="9036"/>
                    <a:pt x="28397" y="7518"/>
                  </a:cubicBezTo>
                  <a:cubicBezTo>
                    <a:pt x="28397" y="830"/>
                    <a:pt x="34369" y="-994"/>
                    <a:pt x="37511" y="-994"/>
                  </a:cubicBezTo>
                  <a:cubicBezTo>
                    <a:pt x="39083" y="-994"/>
                    <a:pt x="45998" y="-82"/>
                    <a:pt x="49139" y="6909"/>
                  </a:cubicBezTo>
                  <a:cubicBezTo>
                    <a:pt x="50082" y="9340"/>
                    <a:pt x="51654" y="19370"/>
                    <a:pt x="60140" y="62527"/>
                  </a:cubicBezTo>
                  <a:cubicBezTo>
                    <a:pt x="62967" y="62224"/>
                    <a:pt x="65167" y="61920"/>
                    <a:pt x="70509" y="61920"/>
                  </a:cubicBezTo>
                  <a:cubicBezTo>
                    <a:pt x="122681" y="61920"/>
                    <a:pt x="171079" y="109637"/>
                    <a:pt x="171079" y="157658"/>
                  </a:cubicBezTo>
                  <a:cubicBezTo>
                    <a:pt x="171079" y="181365"/>
                    <a:pt x="158821" y="199600"/>
                    <a:pt x="135251" y="199600"/>
                  </a:cubicBezTo>
                  <a:cubicBezTo>
                    <a:pt x="89681" y="199600"/>
                    <a:pt x="70825" y="140637"/>
                    <a:pt x="51967" y="81371"/>
                  </a:cubicBezTo>
                  <a:cubicBezTo>
                    <a:pt x="18026" y="87450"/>
                    <a:pt x="426" y="104471"/>
                    <a:pt x="426" y="126353"/>
                  </a:cubicBezTo>
                  <a:cubicBezTo>
                    <a:pt x="426" y="134864"/>
                    <a:pt x="7655" y="168295"/>
                    <a:pt x="26510" y="189266"/>
                  </a:cubicBezTo>
                  <a:cubicBezTo>
                    <a:pt x="29027" y="192002"/>
                    <a:pt x="29027" y="192609"/>
                    <a:pt x="29027" y="193218"/>
                  </a:cubicBezTo>
                  <a:cubicBezTo>
                    <a:pt x="29027" y="194433"/>
                    <a:pt x="28397" y="196257"/>
                    <a:pt x="25254" y="196257"/>
                  </a:cubicBezTo>
                  <a:cubicBezTo>
                    <a:pt x="16454" y="196257"/>
                    <a:pt x="-7744" y="152188"/>
                    <a:pt x="-7744" y="123009"/>
                  </a:cubicBezTo>
                  <a:cubicBezTo>
                    <a:pt x="-7744" y="94440"/>
                    <a:pt x="12997" y="72254"/>
                    <a:pt x="46625" y="64655"/>
                  </a:cubicBezTo>
                  <a:lnTo>
                    <a:pt x="29969" y="13595"/>
                  </a:lnTo>
                  <a:close/>
                  <a:moveTo>
                    <a:pt x="73339" y="79548"/>
                  </a:moveTo>
                  <a:cubicBezTo>
                    <a:pt x="70825" y="79548"/>
                    <a:pt x="70196" y="79548"/>
                    <a:pt x="67682" y="79852"/>
                  </a:cubicBezTo>
                  <a:cubicBezTo>
                    <a:pt x="63910" y="79852"/>
                    <a:pt x="63596" y="80155"/>
                    <a:pt x="63596" y="81067"/>
                  </a:cubicBezTo>
                  <a:cubicBezTo>
                    <a:pt x="63596" y="81676"/>
                    <a:pt x="68939" y="109332"/>
                    <a:pt x="69882" y="113892"/>
                  </a:cubicBezTo>
                  <a:cubicBezTo>
                    <a:pt x="79625" y="152794"/>
                    <a:pt x="104138" y="181972"/>
                    <a:pt x="132109" y="181972"/>
                  </a:cubicBezTo>
                  <a:cubicBezTo>
                    <a:pt x="153794" y="181972"/>
                    <a:pt x="162280" y="165560"/>
                    <a:pt x="162280" y="150971"/>
                  </a:cubicBezTo>
                  <a:cubicBezTo>
                    <a:pt x="162280" y="116627"/>
                    <a:pt x="121738" y="79548"/>
                    <a:pt x="73339" y="79548"/>
                  </a:cubicBez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B52278FB-4794-CDE3-BDAB-5E12C1C779A4}"/>
                </a:ext>
              </a:extLst>
            </p:cNvPr>
            <p:cNvSpPr/>
            <p:nvPr/>
          </p:nvSpPr>
          <p:spPr>
            <a:xfrm flipV="1">
              <a:off x="11066783" y="6479355"/>
              <a:ext cx="87759" cy="95929"/>
            </a:xfrm>
            <a:custGeom>
              <a:avLst/>
              <a:gdLst>
                <a:gd name="connsiteX0" fmla="*/ 70033 w 87759"/>
                <a:gd name="connsiteY0" fmla="*/ 81418 h 95929"/>
                <a:gd name="connsiteX1" fmla="*/ 60796 w 87759"/>
                <a:gd name="connsiteY1" fmla="*/ 71421 h 95929"/>
                <a:gd name="connsiteX2" fmla="*/ 68053 w 87759"/>
                <a:gd name="connsiteY2" fmla="*/ 64615 h 95929"/>
                <a:gd name="connsiteX3" fmla="*/ 78611 w 87759"/>
                <a:gd name="connsiteY3" fmla="*/ 76739 h 95929"/>
                <a:gd name="connsiteX4" fmla="*/ 49358 w 87759"/>
                <a:gd name="connsiteY4" fmla="*/ 95245 h 95929"/>
                <a:gd name="connsiteX5" fmla="*/ 8889 w 87759"/>
                <a:gd name="connsiteY5" fmla="*/ 64190 h 95929"/>
                <a:gd name="connsiteX6" fmla="*/ 16585 w 87759"/>
                <a:gd name="connsiteY6" fmla="*/ 48662 h 95929"/>
                <a:gd name="connsiteX7" fmla="*/ 41440 w 87759"/>
                <a:gd name="connsiteY7" fmla="*/ 41004 h 95929"/>
                <a:gd name="connsiteX8" fmla="*/ 60135 w 87759"/>
                <a:gd name="connsiteY8" fmla="*/ 26966 h 95929"/>
                <a:gd name="connsiteX9" fmla="*/ 48478 w 87759"/>
                <a:gd name="connsiteY9" fmla="*/ 9950 h 95929"/>
                <a:gd name="connsiteX10" fmla="*/ 26484 w 87759"/>
                <a:gd name="connsiteY10" fmla="*/ 5270 h 95929"/>
                <a:gd name="connsiteX11" fmla="*/ 91 w 87759"/>
                <a:gd name="connsiteY11" fmla="*/ 14205 h 95929"/>
                <a:gd name="connsiteX12" fmla="*/ 12187 w 87759"/>
                <a:gd name="connsiteY12" fmla="*/ 26328 h 95929"/>
                <a:gd name="connsiteX13" fmla="*/ 3609 w 87759"/>
                <a:gd name="connsiteY13" fmla="*/ 34199 h 95929"/>
                <a:gd name="connsiteX14" fmla="*/ -9148 w 87759"/>
                <a:gd name="connsiteY14" fmla="*/ 19948 h 95929"/>
                <a:gd name="connsiteX15" fmla="*/ 26264 w 87759"/>
                <a:gd name="connsiteY15" fmla="*/ -685 h 95929"/>
                <a:gd name="connsiteX16" fmla="*/ 74212 w 87759"/>
                <a:gd name="connsiteY16" fmla="*/ 34411 h 95929"/>
                <a:gd name="connsiteX17" fmla="*/ 43860 w 87759"/>
                <a:gd name="connsiteY17" fmla="*/ 59298 h 95929"/>
                <a:gd name="connsiteX18" fmla="*/ 35062 w 87759"/>
                <a:gd name="connsiteY18" fmla="*/ 61000 h 95929"/>
                <a:gd name="connsiteX19" fmla="*/ 22965 w 87759"/>
                <a:gd name="connsiteY19" fmla="*/ 71634 h 95929"/>
                <a:gd name="connsiteX20" fmla="*/ 31763 w 87759"/>
                <a:gd name="connsiteY20" fmla="*/ 85246 h 95929"/>
                <a:gd name="connsiteX21" fmla="*/ 49139 w 87759"/>
                <a:gd name="connsiteY21" fmla="*/ 89289 h 95929"/>
                <a:gd name="connsiteX22" fmla="*/ 70033 w 87759"/>
                <a:gd name="connsiteY22" fmla="*/ 81418 h 9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7759" h="95929">
                  <a:moveTo>
                    <a:pt x="70033" y="81418"/>
                  </a:moveTo>
                  <a:cubicBezTo>
                    <a:pt x="64314" y="80142"/>
                    <a:pt x="60796" y="75676"/>
                    <a:pt x="60796" y="71421"/>
                  </a:cubicBezTo>
                  <a:cubicBezTo>
                    <a:pt x="60796" y="66530"/>
                    <a:pt x="65193" y="64615"/>
                    <a:pt x="68053" y="64615"/>
                  </a:cubicBezTo>
                  <a:cubicBezTo>
                    <a:pt x="70253" y="64615"/>
                    <a:pt x="78611" y="65891"/>
                    <a:pt x="78611" y="76739"/>
                  </a:cubicBezTo>
                  <a:cubicBezTo>
                    <a:pt x="78611" y="90564"/>
                    <a:pt x="62776" y="95245"/>
                    <a:pt x="49358" y="95245"/>
                  </a:cubicBezTo>
                  <a:cubicBezTo>
                    <a:pt x="15047" y="95245"/>
                    <a:pt x="8889" y="70783"/>
                    <a:pt x="8889" y="64190"/>
                  </a:cubicBezTo>
                  <a:cubicBezTo>
                    <a:pt x="8889" y="56320"/>
                    <a:pt x="13506" y="51215"/>
                    <a:pt x="16585" y="48662"/>
                  </a:cubicBezTo>
                  <a:cubicBezTo>
                    <a:pt x="22304" y="44409"/>
                    <a:pt x="26264" y="43557"/>
                    <a:pt x="41440" y="41004"/>
                  </a:cubicBezTo>
                  <a:cubicBezTo>
                    <a:pt x="46060" y="40154"/>
                    <a:pt x="60135" y="37602"/>
                    <a:pt x="60135" y="26966"/>
                  </a:cubicBezTo>
                  <a:cubicBezTo>
                    <a:pt x="60135" y="23351"/>
                    <a:pt x="57717" y="15268"/>
                    <a:pt x="48478" y="9950"/>
                  </a:cubicBezTo>
                  <a:cubicBezTo>
                    <a:pt x="39901" y="5270"/>
                    <a:pt x="29123" y="5270"/>
                    <a:pt x="26484" y="5270"/>
                  </a:cubicBezTo>
                  <a:cubicBezTo>
                    <a:pt x="17686" y="5270"/>
                    <a:pt x="5149" y="7185"/>
                    <a:pt x="91" y="14205"/>
                  </a:cubicBezTo>
                  <a:cubicBezTo>
                    <a:pt x="7348" y="15055"/>
                    <a:pt x="12187" y="20373"/>
                    <a:pt x="12187" y="26328"/>
                  </a:cubicBezTo>
                  <a:cubicBezTo>
                    <a:pt x="12187" y="31646"/>
                    <a:pt x="8229" y="34199"/>
                    <a:pt x="3609" y="34199"/>
                  </a:cubicBezTo>
                  <a:cubicBezTo>
                    <a:pt x="-2768" y="34199"/>
                    <a:pt x="-9148" y="29306"/>
                    <a:pt x="-9148" y="19948"/>
                  </a:cubicBezTo>
                  <a:cubicBezTo>
                    <a:pt x="-9148" y="7185"/>
                    <a:pt x="4928" y="-685"/>
                    <a:pt x="26264" y="-685"/>
                  </a:cubicBezTo>
                  <a:cubicBezTo>
                    <a:pt x="66734" y="-685"/>
                    <a:pt x="74212" y="26116"/>
                    <a:pt x="74212" y="34411"/>
                  </a:cubicBezTo>
                  <a:cubicBezTo>
                    <a:pt x="74212" y="53980"/>
                    <a:pt x="51998" y="57808"/>
                    <a:pt x="43860" y="59298"/>
                  </a:cubicBezTo>
                  <a:cubicBezTo>
                    <a:pt x="41879" y="59723"/>
                    <a:pt x="36380" y="60573"/>
                    <a:pt x="35062" y="61000"/>
                  </a:cubicBezTo>
                  <a:cubicBezTo>
                    <a:pt x="26923" y="62488"/>
                    <a:pt x="22965" y="66955"/>
                    <a:pt x="22965" y="71634"/>
                  </a:cubicBezTo>
                  <a:cubicBezTo>
                    <a:pt x="22965" y="76526"/>
                    <a:pt x="26923" y="82269"/>
                    <a:pt x="31763" y="85246"/>
                  </a:cubicBezTo>
                  <a:cubicBezTo>
                    <a:pt x="37701" y="88864"/>
                    <a:pt x="45400" y="89289"/>
                    <a:pt x="49139" y="89289"/>
                  </a:cubicBezTo>
                  <a:cubicBezTo>
                    <a:pt x="53756" y="89289"/>
                    <a:pt x="65193" y="88652"/>
                    <a:pt x="70033" y="81418"/>
                  </a:cubicBez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5A8CA6C6-BDBD-B943-1308-82CC67B5D694}"/>
                </a:ext>
              </a:extLst>
            </p:cNvPr>
            <p:cNvSpPr/>
            <p:nvPr/>
          </p:nvSpPr>
          <p:spPr>
            <a:xfrm flipV="1">
              <a:off x="11281346" y="6445565"/>
              <a:ext cx="192025" cy="12157"/>
            </a:xfrm>
            <a:custGeom>
              <a:avLst/>
              <a:gdLst>
                <a:gd name="connsiteX0" fmla="*/ 169530 w 192025"/>
                <a:gd name="connsiteY0" fmla="*/ -1378 h 12157"/>
                <a:gd name="connsiteX1" fmla="*/ 180534 w 192025"/>
                <a:gd name="connsiteY1" fmla="*/ 4702 h 12157"/>
                <a:gd name="connsiteX2" fmla="*/ 169530 w 192025"/>
                <a:gd name="connsiteY2" fmla="*/ 10780 h 12157"/>
                <a:gd name="connsiteX3" fmla="*/ -486 w 192025"/>
                <a:gd name="connsiteY3" fmla="*/ 10780 h 12157"/>
                <a:gd name="connsiteX4" fmla="*/ -11491 w 192025"/>
                <a:gd name="connsiteY4" fmla="*/ 4702 h 12157"/>
                <a:gd name="connsiteX5" fmla="*/ -486 w 192025"/>
                <a:gd name="connsiteY5" fmla="*/ -1378 h 12157"/>
                <a:gd name="connsiteX6" fmla="*/ 169530 w 192025"/>
                <a:gd name="connsiteY6" fmla="*/ -1378 h 12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2025" h="12157">
                  <a:moveTo>
                    <a:pt x="169530" y="-1378"/>
                  </a:moveTo>
                  <a:cubicBezTo>
                    <a:pt x="174873" y="-1378"/>
                    <a:pt x="180534" y="-1378"/>
                    <a:pt x="180534" y="4702"/>
                  </a:cubicBezTo>
                  <a:cubicBezTo>
                    <a:pt x="180534" y="10780"/>
                    <a:pt x="174873" y="10780"/>
                    <a:pt x="169530" y="10780"/>
                  </a:cubicBezTo>
                  <a:lnTo>
                    <a:pt x="-486" y="10780"/>
                  </a:lnTo>
                  <a:cubicBezTo>
                    <a:pt x="-5830" y="10780"/>
                    <a:pt x="-11491" y="10780"/>
                    <a:pt x="-11491" y="4702"/>
                  </a:cubicBezTo>
                  <a:cubicBezTo>
                    <a:pt x="-11491" y="-1378"/>
                    <a:pt x="-5830" y="-1378"/>
                    <a:pt x="-486" y="-1378"/>
                  </a:cubicBezTo>
                  <a:lnTo>
                    <a:pt x="169530" y="-1378"/>
                  </a:ln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EB17DAC9-DFE2-ACD2-7168-31F20805EE4C}"/>
                </a:ext>
              </a:extLst>
            </p:cNvPr>
            <p:cNvSpPr/>
            <p:nvPr/>
          </p:nvSpPr>
          <p:spPr>
            <a:xfrm flipV="1">
              <a:off x="11585233" y="6393289"/>
              <a:ext cx="178830" cy="200593"/>
            </a:xfrm>
            <a:custGeom>
              <a:avLst/>
              <a:gdLst>
                <a:gd name="connsiteX0" fmla="*/ 23609 w 178830"/>
                <a:gd name="connsiteY0" fmla="*/ 13595 h 200593"/>
                <a:gd name="connsiteX1" fmla="*/ 22043 w 178830"/>
                <a:gd name="connsiteY1" fmla="*/ 7518 h 200593"/>
                <a:gd name="connsiteX2" fmla="*/ 31153 w 178830"/>
                <a:gd name="connsiteY2" fmla="*/ -994 h 200593"/>
                <a:gd name="connsiteX3" fmla="*/ 42782 w 178830"/>
                <a:gd name="connsiteY3" fmla="*/ 6909 h 200593"/>
                <a:gd name="connsiteX4" fmla="*/ 53787 w 178830"/>
                <a:gd name="connsiteY4" fmla="*/ 62527 h 200593"/>
                <a:gd name="connsiteX5" fmla="*/ 64156 w 178830"/>
                <a:gd name="connsiteY5" fmla="*/ 61920 h 200593"/>
                <a:gd name="connsiteX6" fmla="*/ 164729 w 178830"/>
                <a:gd name="connsiteY6" fmla="*/ 157658 h 200593"/>
                <a:gd name="connsiteX7" fmla="*/ 128891 w 178830"/>
                <a:gd name="connsiteY7" fmla="*/ 199600 h 200593"/>
                <a:gd name="connsiteX8" fmla="*/ 45607 w 178830"/>
                <a:gd name="connsiteY8" fmla="*/ 81371 h 200593"/>
                <a:gd name="connsiteX9" fmla="*/ -5933 w 178830"/>
                <a:gd name="connsiteY9" fmla="*/ 126353 h 200593"/>
                <a:gd name="connsiteX10" fmla="*/ 20160 w 178830"/>
                <a:gd name="connsiteY10" fmla="*/ 189266 h 200593"/>
                <a:gd name="connsiteX11" fmla="*/ 22667 w 178830"/>
                <a:gd name="connsiteY11" fmla="*/ 193218 h 200593"/>
                <a:gd name="connsiteX12" fmla="*/ 18901 w 178830"/>
                <a:gd name="connsiteY12" fmla="*/ 196257 h 200593"/>
                <a:gd name="connsiteX13" fmla="*/ -14102 w 178830"/>
                <a:gd name="connsiteY13" fmla="*/ 123009 h 200593"/>
                <a:gd name="connsiteX14" fmla="*/ 40275 w 178830"/>
                <a:gd name="connsiteY14" fmla="*/ 64655 h 200593"/>
                <a:gd name="connsiteX15" fmla="*/ 23609 w 178830"/>
                <a:gd name="connsiteY15" fmla="*/ 13595 h 200593"/>
                <a:gd name="connsiteX16" fmla="*/ 66981 w 178830"/>
                <a:gd name="connsiteY16" fmla="*/ 79548 h 200593"/>
                <a:gd name="connsiteX17" fmla="*/ 61331 w 178830"/>
                <a:gd name="connsiteY17" fmla="*/ 79852 h 200593"/>
                <a:gd name="connsiteX18" fmla="*/ 57236 w 178830"/>
                <a:gd name="connsiteY18" fmla="*/ 81067 h 200593"/>
                <a:gd name="connsiteX19" fmla="*/ 63532 w 178830"/>
                <a:gd name="connsiteY19" fmla="*/ 113892 h 200593"/>
                <a:gd name="connsiteX20" fmla="*/ 125759 w 178830"/>
                <a:gd name="connsiteY20" fmla="*/ 181972 h 200593"/>
                <a:gd name="connsiteX21" fmla="*/ 155926 w 178830"/>
                <a:gd name="connsiteY21" fmla="*/ 150971 h 200593"/>
                <a:gd name="connsiteX22" fmla="*/ 66981 w 178830"/>
                <a:gd name="connsiteY22" fmla="*/ 79548 h 200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8830" h="200593">
                  <a:moveTo>
                    <a:pt x="23609" y="13595"/>
                  </a:moveTo>
                  <a:cubicBezTo>
                    <a:pt x="22350" y="9645"/>
                    <a:pt x="22043" y="9036"/>
                    <a:pt x="22043" y="7518"/>
                  </a:cubicBezTo>
                  <a:cubicBezTo>
                    <a:pt x="22043" y="830"/>
                    <a:pt x="28011" y="-994"/>
                    <a:pt x="31153" y="-994"/>
                  </a:cubicBezTo>
                  <a:cubicBezTo>
                    <a:pt x="32730" y="-994"/>
                    <a:pt x="39639" y="-82"/>
                    <a:pt x="42782" y="6909"/>
                  </a:cubicBezTo>
                  <a:cubicBezTo>
                    <a:pt x="43724" y="9340"/>
                    <a:pt x="45301" y="19370"/>
                    <a:pt x="53787" y="62527"/>
                  </a:cubicBezTo>
                  <a:cubicBezTo>
                    <a:pt x="56612" y="62224"/>
                    <a:pt x="58813" y="61920"/>
                    <a:pt x="64156" y="61920"/>
                  </a:cubicBezTo>
                  <a:cubicBezTo>
                    <a:pt x="116320" y="61920"/>
                    <a:pt x="164729" y="109637"/>
                    <a:pt x="164729" y="157658"/>
                  </a:cubicBezTo>
                  <a:cubicBezTo>
                    <a:pt x="164729" y="181365"/>
                    <a:pt x="152465" y="199600"/>
                    <a:pt x="128891" y="199600"/>
                  </a:cubicBezTo>
                  <a:cubicBezTo>
                    <a:pt x="83329" y="199600"/>
                    <a:pt x="64474" y="140637"/>
                    <a:pt x="45607" y="81371"/>
                  </a:cubicBezTo>
                  <a:cubicBezTo>
                    <a:pt x="11674" y="87450"/>
                    <a:pt x="-5933" y="104471"/>
                    <a:pt x="-5933" y="126353"/>
                  </a:cubicBezTo>
                  <a:cubicBezTo>
                    <a:pt x="-5933" y="134864"/>
                    <a:pt x="1305" y="168295"/>
                    <a:pt x="20160" y="189266"/>
                  </a:cubicBezTo>
                  <a:cubicBezTo>
                    <a:pt x="22667" y="192002"/>
                    <a:pt x="22667" y="192609"/>
                    <a:pt x="22667" y="193218"/>
                  </a:cubicBezTo>
                  <a:cubicBezTo>
                    <a:pt x="22667" y="194433"/>
                    <a:pt x="22043" y="196257"/>
                    <a:pt x="18901" y="196257"/>
                  </a:cubicBezTo>
                  <a:cubicBezTo>
                    <a:pt x="10097" y="196257"/>
                    <a:pt x="-14102" y="152188"/>
                    <a:pt x="-14102" y="123009"/>
                  </a:cubicBezTo>
                  <a:cubicBezTo>
                    <a:pt x="-14102" y="94440"/>
                    <a:pt x="6637" y="72254"/>
                    <a:pt x="40275" y="64655"/>
                  </a:cubicBezTo>
                  <a:lnTo>
                    <a:pt x="23609" y="13595"/>
                  </a:lnTo>
                  <a:close/>
                  <a:moveTo>
                    <a:pt x="66981" y="79548"/>
                  </a:moveTo>
                  <a:cubicBezTo>
                    <a:pt x="64474" y="79548"/>
                    <a:pt x="63838" y="79548"/>
                    <a:pt x="61331" y="79852"/>
                  </a:cubicBezTo>
                  <a:cubicBezTo>
                    <a:pt x="57553" y="79852"/>
                    <a:pt x="57236" y="80155"/>
                    <a:pt x="57236" y="81067"/>
                  </a:cubicBezTo>
                  <a:cubicBezTo>
                    <a:pt x="57236" y="81676"/>
                    <a:pt x="62579" y="109332"/>
                    <a:pt x="63532" y="113892"/>
                  </a:cubicBezTo>
                  <a:cubicBezTo>
                    <a:pt x="73266" y="152794"/>
                    <a:pt x="97783" y="181972"/>
                    <a:pt x="125759" y="181972"/>
                  </a:cubicBezTo>
                  <a:cubicBezTo>
                    <a:pt x="147440" y="181972"/>
                    <a:pt x="155926" y="165560"/>
                    <a:pt x="155926" y="150971"/>
                  </a:cubicBezTo>
                  <a:cubicBezTo>
                    <a:pt x="155926" y="116627"/>
                    <a:pt x="115379" y="79548"/>
                    <a:pt x="66981" y="79548"/>
                  </a:cubicBez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A8DA3EAF-5E56-B7EF-E53E-9A41222E5AF5}"/>
                </a:ext>
              </a:extLst>
            </p:cNvPr>
            <p:cNvSpPr/>
            <p:nvPr/>
          </p:nvSpPr>
          <p:spPr>
            <a:xfrm flipV="1">
              <a:off x="11785313" y="6479355"/>
              <a:ext cx="102275" cy="95929"/>
            </a:xfrm>
            <a:custGeom>
              <a:avLst/>
              <a:gdLst>
                <a:gd name="connsiteX0" fmla="*/ 25830 w 102275"/>
                <a:gd name="connsiteY0" fmla="*/ 44409 h 95929"/>
                <a:gd name="connsiteX1" fmla="*/ 31548 w 102275"/>
                <a:gd name="connsiteY1" fmla="*/ 65891 h 95929"/>
                <a:gd name="connsiteX2" fmla="*/ 45400 w 102275"/>
                <a:gd name="connsiteY2" fmla="*/ 83334 h 95929"/>
                <a:gd name="connsiteX3" fmla="*/ 63223 w 102275"/>
                <a:gd name="connsiteY3" fmla="*/ 89289 h 95929"/>
                <a:gd name="connsiteX4" fmla="*/ 75317 w 102275"/>
                <a:gd name="connsiteY4" fmla="*/ 86312 h 95929"/>
                <a:gd name="connsiteX5" fmla="*/ 65639 w 102275"/>
                <a:gd name="connsiteY5" fmla="*/ 74611 h 95929"/>
                <a:gd name="connsiteX6" fmla="*/ 74432 w 102275"/>
                <a:gd name="connsiteY6" fmla="*/ 66743 h 95929"/>
                <a:gd name="connsiteX7" fmla="*/ 86752 w 102275"/>
                <a:gd name="connsiteY7" fmla="*/ 79717 h 95929"/>
                <a:gd name="connsiteX8" fmla="*/ 63438 w 102275"/>
                <a:gd name="connsiteY8" fmla="*/ 95245 h 95929"/>
                <a:gd name="connsiteX9" fmla="*/ 32432 w 102275"/>
                <a:gd name="connsiteY9" fmla="*/ 80142 h 95929"/>
                <a:gd name="connsiteX10" fmla="*/ 9777 w 102275"/>
                <a:gd name="connsiteY10" fmla="*/ 95245 h 95929"/>
                <a:gd name="connsiteX11" fmla="*/ -7388 w 102275"/>
                <a:gd name="connsiteY11" fmla="*/ 84396 h 95929"/>
                <a:gd name="connsiteX12" fmla="*/ -15523 w 102275"/>
                <a:gd name="connsiteY12" fmla="*/ 62700 h 95929"/>
                <a:gd name="connsiteX13" fmla="*/ -11779 w 102275"/>
                <a:gd name="connsiteY13" fmla="*/ 59935 h 95929"/>
                <a:gd name="connsiteX14" fmla="*/ -6946 w 102275"/>
                <a:gd name="connsiteY14" fmla="*/ 66316 h 95929"/>
                <a:gd name="connsiteX15" fmla="*/ 9119 w 102275"/>
                <a:gd name="connsiteY15" fmla="*/ 89289 h 95929"/>
                <a:gd name="connsiteX16" fmla="*/ 16368 w 102275"/>
                <a:gd name="connsiteY16" fmla="*/ 78866 h 95929"/>
                <a:gd name="connsiteX17" fmla="*/ 12851 w 102275"/>
                <a:gd name="connsiteY17" fmla="*/ 61212 h 95929"/>
                <a:gd name="connsiteX18" fmla="*/ 8018 w 102275"/>
                <a:gd name="connsiteY18" fmla="*/ 42069 h 95929"/>
                <a:gd name="connsiteX19" fmla="*/ 973 w 102275"/>
                <a:gd name="connsiteY19" fmla="*/ 14843 h 95929"/>
                <a:gd name="connsiteX20" fmla="*/ -1228 w 102275"/>
                <a:gd name="connsiteY20" fmla="*/ 6122 h 95929"/>
                <a:gd name="connsiteX21" fmla="*/ 6248 w 102275"/>
                <a:gd name="connsiteY21" fmla="*/ -685 h 95929"/>
                <a:gd name="connsiteX22" fmla="*/ 15710 w 102275"/>
                <a:gd name="connsiteY22" fmla="*/ 5483 h 95929"/>
                <a:gd name="connsiteX23" fmla="*/ 19896 w 102275"/>
                <a:gd name="connsiteY23" fmla="*/ 21436 h 95929"/>
                <a:gd name="connsiteX24" fmla="*/ 25830 w 102275"/>
                <a:gd name="connsiteY24" fmla="*/ 44409 h 9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2275" h="95929">
                  <a:moveTo>
                    <a:pt x="25830" y="44409"/>
                  </a:moveTo>
                  <a:cubicBezTo>
                    <a:pt x="26045" y="45684"/>
                    <a:pt x="31105" y="64828"/>
                    <a:pt x="31548" y="65891"/>
                  </a:cubicBezTo>
                  <a:cubicBezTo>
                    <a:pt x="31990" y="67593"/>
                    <a:pt x="38366" y="78228"/>
                    <a:pt x="45400" y="83334"/>
                  </a:cubicBezTo>
                  <a:cubicBezTo>
                    <a:pt x="47828" y="85035"/>
                    <a:pt x="53761" y="89289"/>
                    <a:pt x="63223" y="89289"/>
                  </a:cubicBezTo>
                  <a:cubicBezTo>
                    <a:pt x="65424" y="89289"/>
                    <a:pt x="70915" y="89076"/>
                    <a:pt x="75317" y="86312"/>
                  </a:cubicBezTo>
                  <a:cubicBezTo>
                    <a:pt x="68283" y="84396"/>
                    <a:pt x="65639" y="78441"/>
                    <a:pt x="65639" y="74611"/>
                  </a:cubicBezTo>
                  <a:cubicBezTo>
                    <a:pt x="65639" y="69933"/>
                    <a:pt x="69383" y="66743"/>
                    <a:pt x="74432" y="66743"/>
                  </a:cubicBezTo>
                  <a:cubicBezTo>
                    <a:pt x="79491" y="66743"/>
                    <a:pt x="86752" y="70783"/>
                    <a:pt x="86752" y="79717"/>
                  </a:cubicBezTo>
                  <a:cubicBezTo>
                    <a:pt x="86752" y="90777"/>
                    <a:pt x="74659" y="95245"/>
                    <a:pt x="63438" y="95245"/>
                  </a:cubicBezTo>
                  <a:cubicBezTo>
                    <a:pt x="52003" y="95245"/>
                    <a:pt x="42110" y="90777"/>
                    <a:pt x="32432" y="80142"/>
                  </a:cubicBezTo>
                  <a:cubicBezTo>
                    <a:pt x="28473" y="93117"/>
                    <a:pt x="15052" y="95245"/>
                    <a:pt x="9777" y="95245"/>
                  </a:cubicBezTo>
                  <a:cubicBezTo>
                    <a:pt x="1631" y="95245"/>
                    <a:pt x="-3860" y="90352"/>
                    <a:pt x="-7388" y="84396"/>
                  </a:cubicBezTo>
                  <a:cubicBezTo>
                    <a:pt x="-12437" y="76101"/>
                    <a:pt x="-15523" y="63765"/>
                    <a:pt x="-15523" y="62700"/>
                  </a:cubicBezTo>
                  <a:cubicBezTo>
                    <a:pt x="-15523" y="59935"/>
                    <a:pt x="-12437" y="59935"/>
                    <a:pt x="-11779" y="59935"/>
                  </a:cubicBezTo>
                  <a:cubicBezTo>
                    <a:pt x="-8704" y="59935"/>
                    <a:pt x="-8478" y="60573"/>
                    <a:pt x="-6946" y="66316"/>
                  </a:cubicBezTo>
                  <a:cubicBezTo>
                    <a:pt x="-3645" y="79291"/>
                    <a:pt x="530" y="89289"/>
                    <a:pt x="9119" y="89289"/>
                  </a:cubicBezTo>
                  <a:cubicBezTo>
                    <a:pt x="14836" y="89289"/>
                    <a:pt x="16368" y="84609"/>
                    <a:pt x="16368" y="78866"/>
                  </a:cubicBezTo>
                  <a:cubicBezTo>
                    <a:pt x="16368" y="74826"/>
                    <a:pt x="14394" y="66955"/>
                    <a:pt x="12851" y="61212"/>
                  </a:cubicBezTo>
                  <a:cubicBezTo>
                    <a:pt x="11308" y="55470"/>
                    <a:pt x="9119" y="46747"/>
                    <a:pt x="8018" y="42069"/>
                  </a:cubicBezTo>
                  <a:lnTo>
                    <a:pt x="973" y="14843"/>
                  </a:lnTo>
                  <a:cubicBezTo>
                    <a:pt x="99" y="12078"/>
                    <a:pt x="-1228" y="6760"/>
                    <a:pt x="-1228" y="6122"/>
                  </a:cubicBezTo>
                  <a:cubicBezTo>
                    <a:pt x="-1228" y="1442"/>
                    <a:pt x="2731" y="-685"/>
                    <a:pt x="6248" y="-685"/>
                  </a:cubicBezTo>
                  <a:cubicBezTo>
                    <a:pt x="9550" y="-685"/>
                    <a:pt x="13952" y="1230"/>
                    <a:pt x="15710" y="5483"/>
                  </a:cubicBezTo>
                  <a:cubicBezTo>
                    <a:pt x="16152" y="6760"/>
                    <a:pt x="18569" y="16118"/>
                    <a:pt x="19896" y="21436"/>
                  </a:cubicBezTo>
                  <a:lnTo>
                    <a:pt x="25830" y="44409"/>
                  </a:ln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FC767C81-BE84-6969-A72E-34E6ABC260CC}"/>
                </a:ext>
              </a:extLst>
            </p:cNvPr>
            <p:cNvSpPr/>
            <p:nvPr/>
          </p:nvSpPr>
          <p:spPr>
            <a:xfrm flipV="1">
              <a:off x="11932095" y="6299679"/>
              <a:ext cx="72914" cy="303929"/>
            </a:xfrm>
            <a:custGeom>
              <a:avLst/>
              <a:gdLst>
                <a:gd name="connsiteX0" fmla="*/ 56231 w 72914"/>
                <a:gd name="connsiteY0" fmla="*/ 150587 h 303929"/>
                <a:gd name="connsiteX1" fmla="*/ 35493 w 72914"/>
                <a:gd name="connsiteY1" fmla="*/ 245412 h 303929"/>
                <a:gd name="connsiteX2" fmla="*/ -13541 w 72914"/>
                <a:gd name="connsiteY2" fmla="*/ 302552 h 303929"/>
                <a:gd name="connsiteX3" fmla="*/ -16683 w 72914"/>
                <a:gd name="connsiteY3" fmla="*/ 299513 h 303929"/>
                <a:gd name="connsiteX4" fmla="*/ -10716 w 72914"/>
                <a:gd name="connsiteY4" fmla="*/ 292522 h 303929"/>
                <a:gd name="connsiteX5" fmla="*/ 38000 w 72914"/>
                <a:gd name="connsiteY5" fmla="*/ 150587 h 303929"/>
                <a:gd name="connsiteX6" fmla="*/ -12599 w 72914"/>
                <a:gd name="connsiteY6" fmla="*/ 6829 h 303929"/>
                <a:gd name="connsiteX7" fmla="*/ -16683 w 72914"/>
                <a:gd name="connsiteY7" fmla="*/ 1662 h 303929"/>
                <a:gd name="connsiteX8" fmla="*/ -13541 w 72914"/>
                <a:gd name="connsiteY8" fmla="*/ -1378 h 303929"/>
                <a:gd name="connsiteX9" fmla="*/ 36434 w 72914"/>
                <a:gd name="connsiteY9" fmla="*/ 57889 h 303929"/>
                <a:gd name="connsiteX10" fmla="*/ 56231 w 72914"/>
                <a:gd name="connsiteY10" fmla="*/ 150587 h 303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14" h="303929">
                  <a:moveTo>
                    <a:pt x="56231" y="150587"/>
                  </a:moveTo>
                  <a:cubicBezTo>
                    <a:pt x="56231" y="174294"/>
                    <a:pt x="52771" y="211069"/>
                    <a:pt x="35493" y="245412"/>
                  </a:cubicBezTo>
                  <a:cubicBezTo>
                    <a:pt x="16626" y="282796"/>
                    <a:pt x="-10398" y="302552"/>
                    <a:pt x="-13541" y="302552"/>
                  </a:cubicBezTo>
                  <a:cubicBezTo>
                    <a:pt x="-15424" y="302552"/>
                    <a:pt x="-16683" y="301336"/>
                    <a:pt x="-16683" y="299513"/>
                  </a:cubicBezTo>
                  <a:cubicBezTo>
                    <a:pt x="-16683" y="298601"/>
                    <a:pt x="-16683" y="297993"/>
                    <a:pt x="-10716" y="292522"/>
                  </a:cubicBezTo>
                  <a:cubicBezTo>
                    <a:pt x="20086" y="262432"/>
                    <a:pt x="38000" y="214109"/>
                    <a:pt x="38000" y="150587"/>
                  </a:cubicBezTo>
                  <a:cubicBezTo>
                    <a:pt x="38000" y="98615"/>
                    <a:pt x="26371" y="45124"/>
                    <a:pt x="-12599" y="6829"/>
                  </a:cubicBezTo>
                  <a:cubicBezTo>
                    <a:pt x="-16683" y="3181"/>
                    <a:pt x="-16683" y="2574"/>
                    <a:pt x="-16683" y="1662"/>
                  </a:cubicBezTo>
                  <a:cubicBezTo>
                    <a:pt x="-16683" y="-162"/>
                    <a:pt x="-15424" y="-1378"/>
                    <a:pt x="-13541" y="-1378"/>
                  </a:cubicBezTo>
                  <a:cubicBezTo>
                    <a:pt x="-10398" y="-1378"/>
                    <a:pt x="17885" y="19290"/>
                    <a:pt x="36434" y="57889"/>
                  </a:cubicBezTo>
                  <a:cubicBezTo>
                    <a:pt x="52453" y="91321"/>
                    <a:pt x="56231" y="125056"/>
                    <a:pt x="56231" y="150587"/>
                  </a:cubicBez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E6F27A-747D-C66E-1D10-F717A1881CC5}"/>
              </a:ext>
            </a:extLst>
          </p:cNvPr>
          <p:cNvSpPr txBox="1"/>
          <p:nvPr/>
        </p:nvSpPr>
        <p:spPr>
          <a:xfrm>
            <a:off x="493696" y="2223061"/>
            <a:ext cx="5255191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50" dirty="0"/>
              <a:t>第</a:t>
            </a:r>
            <a:r>
              <a:rPr kumimoji="1" lang="en-US" altLang="ja-JP" sz="1950" dirty="0"/>
              <a:t>2</a:t>
            </a:r>
            <a:r>
              <a:rPr kumimoji="1" lang="ja-JP" altLang="en-US" sz="1950" dirty="0"/>
              <a:t>則</a:t>
            </a:r>
            <a:r>
              <a:rPr kumimoji="1" lang="ja-JP" altLang="en-US" sz="1950" dirty="0">
                <a:sym typeface="Wingdings" pitchFamily="2" charset="2"/>
              </a:rPr>
              <a:t>（起電力）</a:t>
            </a:r>
            <a:r>
              <a:rPr kumimoji="1" lang="en-US" altLang="ja-JP" sz="1950" dirty="0">
                <a:sym typeface="Wingdings" pitchFamily="2" charset="2"/>
              </a:rPr>
              <a:t>=</a:t>
            </a:r>
            <a:r>
              <a:rPr kumimoji="1" lang="ja-JP" altLang="en-US" sz="1950" dirty="0">
                <a:sym typeface="Wingdings" pitchFamily="2" charset="2"/>
              </a:rPr>
              <a:t>（電位降下和）</a:t>
            </a:r>
            <a:r>
              <a:rPr kumimoji="1" lang="ja-JP" altLang="en-US" sz="1950" dirty="0"/>
              <a:t>，</a:t>
            </a:r>
            <a:endParaRPr kumimoji="1" lang="en-US" altLang="ja-JP" sz="1950" dirty="0"/>
          </a:p>
          <a:p>
            <a:r>
              <a:rPr kumimoji="1" lang="ja-JP" altLang="en-US" sz="1950" dirty="0">
                <a:solidFill>
                  <a:schemeClr val="accent6"/>
                </a:solidFill>
              </a:rPr>
              <a:t>抵抗の前後で起こる</a:t>
            </a:r>
            <a:r>
              <a:rPr kumimoji="1" lang="ja-JP" altLang="en-US" sz="1950" dirty="0"/>
              <a:t>電位降下の和と，</a:t>
            </a:r>
            <a:endParaRPr kumimoji="1" lang="en-US" altLang="ja-JP" sz="1950" dirty="0"/>
          </a:p>
          <a:p>
            <a:r>
              <a:rPr kumimoji="1" lang="ja-JP" altLang="en-US" sz="1950" dirty="0"/>
              <a:t>起電力</a:t>
            </a:r>
            <a:r>
              <a:rPr kumimoji="1" lang="en-US" altLang="ja-JP" sz="1950" b="1" i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V</a:t>
            </a:r>
            <a:r>
              <a:rPr kumimoji="1" lang="ja-JP" altLang="en-US" sz="1950" dirty="0"/>
              <a:t>が等しい．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AD8F1D8-8E36-7EA1-6E30-B1398FFDD60C}"/>
              </a:ext>
            </a:extLst>
          </p:cNvPr>
          <p:cNvCxnSpPr>
            <a:cxnSpLocks/>
          </p:cNvCxnSpPr>
          <p:nvPr/>
        </p:nvCxnSpPr>
        <p:spPr>
          <a:xfrm>
            <a:off x="2163835" y="4790484"/>
            <a:ext cx="0" cy="745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C9D33DB-E002-55E2-46AB-1B8B7749882A}"/>
              </a:ext>
            </a:extLst>
          </p:cNvPr>
          <p:cNvCxnSpPr>
            <a:cxnSpLocks/>
          </p:cNvCxnSpPr>
          <p:nvPr/>
        </p:nvCxnSpPr>
        <p:spPr>
          <a:xfrm>
            <a:off x="2422898" y="5016729"/>
            <a:ext cx="0" cy="3082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3C66E37-8485-D032-73A6-2FBECE9CE5A7}"/>
              </a:ext>
            </a:extLst>
          </p:cNvPr>
          <p:cNvCxnSpPr>
            <a:cxnSpLocks/>
          </p:cNvCxnSpPr>
          <p:nvPr/>
        </p:nvCxnSpPr>
        <p:spPr>
          <a:xfrm flipH="1">
            <a:off x="1443733" y="5171435"/>
            <a:ext cx="72010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9E1EFF6D-0C82-6A7C-1AA1-302C61F1F8B5}"/>
              </a:ext>
            </a:extLst>
          </p:cNvPr>
          <p:cNvCxnSpPr>
            <a:cxnSpLocks/>
          </p:cNvCxnSpPr>
          <p:nvPr/>
        </p:nvCxnSpPr>
        <p:spPr>
          <a:xfrm>
            <a:off x="1443732" y="3851408"/>
            <a:ext cx="0" cy="1331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BA0697AD-9311-AFA5-0123-A947104D5487}"/>
              </a:ext>
            </a:extLst>
          </p:cNvPr>
          <p:cNvCxnSpPr>
            <a:cxnSpLocks/>
            <a:stCxn id="25" idx="1"/>
          </p:cNvCxnSpPr>
          <p:nvPr/>
        </p:nvCxnSpPr>
        <p:spPr>
          <a:xfrm flipH="1">
            <a:off x="1432765" y="3851408"/>
            <a:ext cx="8269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6A4905C-5EB2-7AA4-3176-7D1BD785FFD7}"/>
              </a:ext>
            </a:extLst>
          </p:cNvPr>
          <p:cNvSpPr/>
          <p:nvPr/>
        </p:nvSpPr>
        <p:spPr>
          <a:xfrm>
            <a:off x="2259688" y="3743061"/>
            <a:ext cx="727472" cy="21669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767D78A-9A2E-8BA6-52C4-721277376A05}"/>
              </a:ext>
            </a:extLst>
          </p:cNvPr>
          <p:cNvCxnSpPr>
            <a:cxnSpLocks/>
            <a:endCxn id="25" idx="3"/>
          </p:cNvCxnSpPr>
          <p:nvPr/>
        </p:nvCxnSpPr>
        <p:spPr>
          <a:xfrm flipH="1">
            <a:off x="2987160" y="3851408"/>
            <a:ext cx="8269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7E0D2D5D-2E3A-4151-2FBB-524A41398489}"/>
              </a:ext>
            </a:extLst>
          </p:cNvPr>
          <p:cNvCxnSpPr>
            <a:cxnSpLocks/>
          </p:cNvCxnSpPr>
          <p:nvPr/>
        </p:nvCxnSpPr>
        <p:spPr>
          <a:xfrm>
            <a:off x="3814082" y="3840443"/>
            <a:ext cx="0" cy="1331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1CBC60D5-21C4-AD38-CF83-A9F06012CDD3}"/>
              </a:ext>
            </a:extLst>
          </p:cNvPr>
          <p:cNvCxnSpPr>
            <a:cxnSpLocks/>
          </p:cNvCxnSpPr>
          <p:nvPr/>
        </p:nvCxnSpPr>
        <p:spPr>
          <a:xfrm flipH="1">
            <a:off x="2428357" y="5170866"/>
            <a:ext cx="139733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DA9A58DF-53D2-6AB1-CB58-827C7C378BC0}"/>
              </a:ext>
            </a:extLst>
          </p:cNvPr>
          <p:cNvGrpSpPr/>
          <p:nvPr/>
        </p:nvGrpSpPr>
        <p:grpSpPr>
          <a:xfrm>
            <a:off x="1833511" y="3816613"/>
            <a:ext cx="263773" cy="323897"/>
            <a:chOff x="2256629" y="3906062"/>
            <a:chExt cx="324644" cy="398642"/>
          </a:xfrm>
        </p:grpSpPr>
        <p:sp>
          <p:nvSpPr>
            <p:cNvPr id="37" name="楕円 36">
              <a:extLst>
                <a:ext uri="{FF2B5EF4-FFF2-40B4-BE49-F238E27FC236}">
                  <a16:creationId xmlns:a16="http://schemas.microsoft.com/office/drawing/2014/main" id="{186FCB8E-C98D-B7B5-6CE8-E9A009F01A62}"/>
                </a:ext>
              </a:extLst>
            </p:cNvPr>
            <p:cNvSpPr/>
            <p:nvPr/>
          </p:nvSpPr>
          <p:spPr>
            <a:xfrm>
              <a:off x="2350085" y="3906062"/>
              <a:ext cx="85650" cy="8565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grpSp>
          <p:nvGrpSpPr>
            <p:cNvPr id="39" name="グループ化 38">
              <a:extLst>
                <a:ext uri="{FF2B5EF4-FFF2-40B4-BE49-F238E27FC236}">
                  <a16:creationId xmlns:a16="http://schemas.microsoft.com/office/drawing/2014/main" id="{3AC96075-C476-88D4-857E-7D83F2B0D279}"/>
                </a:ext>
              </a:extLst>
            </p:cNvPr>
            <p:cNvGrpSpPr/>
            <p:nvPr/>
          </p:nvGrpSpPr>
          <p:grpSpPr>
            <a:xfrm>
              <a:off x="2256629" y="4083262"/>
              <a:ext cx="324644" cy="221442"/>
              <a:chOff x="4639761" y="2908147"/>
              <a:chExt cx="391129" cy="266792"/>
            </a:xfrm>
          </p:grpSpPr>
          <p:sp>
            <p:nvSpPr>
              <p:cNvPr id="40" name="フリーフォーム: 図形 39">
                <a:extLst>
                  <a:ext uri="{FF2B5EF4-FFF2-40B4-BE49-F238E27FC236}">
                    <a16:creationId xmlns:a16="http://schemas.microsoft.com/office/drawing/2014/main" id="{58E2D224-C9F6-41A6-1B81-D2B00F57B361}"/>
                  </a:ext>
                </a:extLst>
              </p:cNvPr>
              <p:cNvSpPr/>
              <p:nvPr/>
            </p:nvSpPr>
            <p:spPr>
              <a:xfrm flipV="1">
                <a:off x="4639761" y="2908147"/>
                <a:ext cx="238525" cy="266792"/>
              </a:xfrm>
              <a:custGeom>
                <a:avLst/>
                <a:gdLst>
                  <a:gd name="connsiteX0" fmla="*/ 49521 w 238525"/>
                  <a:gd name="connsiteY0" fmla="*/ 18491 h 266792"/>
                  <a:gd name="connsiteX1" fmla="*/ 47424 w 238525"/>
                  <a:gd name="connsiteY1" fmla="*/ 10408 h 266792"/>
                  <a:gd name="connsiteX2" fmla="*/ 59582 w 238525"/>
                  <a:gd name="connsiteY2" fmla="*/ -912 h 266792"/>
                  <a:gd name="connsiteX3" fmla="*/ 75091 w 238525"/>
                  <a:gd name="connsiteY3" fmla="*/ 9599 h 266792"/>
                  <a:gd name="connsiteX4" fmla="*/ 89765 w 238525"/>
                  <a:gd name="connsiteY4" fmla="*/ 83572 h 266792"/>
                  <a:gd name="connsiteX5" fmla="*/ 103597 w 238525"/>
                  <a:gd name="connsiteY5" fmla="*/ 82765 h 266792"/>
                  <a:gd name="connsiteX6" fmla="*/ 237743 w 238525"/>
                  <a:gd name="connsiteY6" fmla="*/ 210098 h 266792"/>
                  <a:gd name="connsiteX7" fmla="*/ 189953 w 238525"/>
                  <a:gd name="connsiteY7" fmla="*/ 265881 h 266792"/>
                  <a:gd name="connsiteX8" fmla="*/ 78865 w 238525"/>
                  <a:gd name="connsiteY8" fmla="*/ 108634 h 266792"/>
                  <a:gd name="connsiteX9" fmla="*/ 10115 w 238525"/>
                  <a:gd name="connsiteY9" fmla="*/ 168462 h 266792"/>
                  <a:gd name="connsiteX10" fmla="*/ 44908 w 238525"/>
                  <a:gd name="connsiteY10" fmla="*/ 252136 h 266792"/>
                  <a:gd name="connsiteX11" fmla="*/ 48264 w 238525"/>
                  <a:gd name="connsiteY11" fmla="*/ 257392 h 266792"/>
                  <a:gd name="connsiteX12" fmla="*/ 43232 w 238525"/>
                  <a:gd name="connsiteY12" fmla="*/ 261434 h 266792"/>
                  <a:gd name="connsiteX13" fmla="*/ -783 w 238525"/>
                  <a:gd name="connsiteY13" fmla="*/ 164014 h 266792"/>
                  <a:gd name="connsiteX14" fmla="*/ 71738 w 238525"/>
                  <a:gd name="connsiteY14" fmla="*/ 86402 h 266792"/>
                  <a:gd name="connsiteX15" fmla="*/ 49521 w 238525"/>
                  <a:gd name="connsiteY15" fmla="*/ 18491 h 266792"/>
                  <a:gd name="connsiteX16" fmla="*/ 107371 w 238525"/>
                  <a:gd name="connsiteY16" fmla="*/ 106211 h 266792"/>
                  <a:gd name="connsiteX17" fmla="*/ 99826 w 238525"/>
                  <a:gd name="connsiteY17" fmla="*/ 106614 h 266792"/>
                  <a:gd name="connsiteX18" fmla="*/ 94376 w 238525"/>
                  <a:gd name="connsiteY18" fmla="*/ 108231 h 266792"/>
                  <a:gd name="connsiteX19" fmla="*/ 102760 w 238525"/>
                  <a:gd name="connsiteY19" fmla="*/ 151888 h 266792"/>
                  <a:gd name="connsiteX20" fmla="*/ 185763 w 238525"/>
                  <a:gd name="connsiteY20" fmla="*/ 242435 h 266792"/>
                  <a:gd name="connsiteX21" fmla="*/ 226006 w 238525"/>
                  <a:gd name="connsiteY21" fmla="*/ 201204 h 266792"/>
                  <a:gd name="connsiteX22" fmla="*/ 107371 w 238525"/>
                  <a:gd name="connsiteY22" fmla="*/ 106211 h 26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38525" h="266792">
                    <a:moveTo>
                      <a:pt x="49521" y="18491"/>
                    </a:moveTo>
                    <a:cubicBezTo>
                      <a:pt x="47843" y="13238"/>
                      <a:pt x="47424" y="12428"/>
                      <a:pt x="47424" y="10408"/>
                    </a:cubicBezTo>
                    <a:cubicBezTo>
                      <a:pt x="47424" y="1514"/>
                      <a:pt x="55390" y="-912"/>
                      <a:pt x="59582" y="-912"/>
                    </a:cubicBezTo>
                    <a:cubicBezTo>
                      <a:pt x="61677" y="-912"/>
                      <a:pt x="70901" y="301"/>
                      <a:pt x="75091" y="9599"/>
                    </a:cubicBezTo>
                    <a:cubicBezTo>
                      <a:pt x="76349" y="12832"/>
                      <a:pt x="78446" y="26172"/>
                      <a:pt x="89765" y="83572"/>
                    </a:cubicBezTo>
                    <a:cubicBezTo>
                      <a:pt x="93536" y="83169"/>
                      <a:pt x="96471" y="82765"/>
                      <a:pt x="103597" y="82765"/>
                    </a:cubicBezTo>
                    <a:cubicBezTo>
                      <a:pt x="173186" y="82765"/>
                      <a:pt x="237743" y="146229"/>
                      <a:pt x="237743" y="210098"/>
                    </a:cubicBezTo>
                    <a:cubicBezTo>
                      <a:pt x="237743" y="241628"/>
                      <a:pt x="221392" y="265881"/>
                      <a:pt x="189953" y="265881"/>
                    </a:cubicBezTo>
                    <a:cubicBezTo>
                      <a:pt x="129169" y="265881"/>
                      <a:pt x="104018" y="187459"/>
                      <a:pt x="78865" y="108634"/>
                    </a:cubicBezTo>
                    <a:cubicBezTo>
                      <a:pt x="33592" y="116719"/>
                      <a:pt x="10115" y="139358"/>
                      <a:pt x="10115" y="168462"/>
                    </a:cubicBezTo>
                    <a:cubicBezTo>
                      <a:pt x="10115" y="179781"/>
                      <a:pt x="19757" y="224245"/>
                      <a:pt x="44908" y="252136"/>
                    </a:cubicBezTo>
                    <a:cubicBezTo>
                      <a:pt x="48264" y="255776"/>
                      <a:pt x="48264" y="256583"/>
                      <a:pt x="48264" y="257392"/>
                    </a:cubicBezTo>
                    <a:cubicBezTo>
                      <a:pt x="48264" y="259009"/>
                      <a:pt x="47424" y="261434"/>
                      <a:pt x="43232" y="261434"/>
                    </a:cubicBezTo>
                    <a:cubicBezTo>
                      <a:pt x="31495" y="261434"/>
                      <a:pt x="-783" y="202822"/>
                      <a:pt x="-783" y="164014"/>
                    </a:cubicBezTo>
                    <a:cubicBezTo>
                      <a:pt x="-783" y="126017"/>
                      <a:pt x="26884" y="96509"/>
                      <a:pt x="71738" y="86402"/>
                    </a:cubicBezTo>
                    <a:lnTo>
                      <a:pt x="49521" y="18491"/>
                    </a:lnTo>
                    <a:close/>
                    <a:moveTo>
                      <a:pt x="107371" y="106211"/>
                    </a:moveTo>
                    <a:cubicBezTo>
                      <a:pt x="104018" y="106211"/>
                      <a:pt x="103179" y="106211"/>
                      <a:pt x="99826" y="106614"/>
                    </a:cubicBezTo>
                    <a:cubicBezTo>
                      <a:pt x="94794" y="106614"/>
                      <a:pt x="94376" y="107018"/>
                      <a:pt x="94376" y="108231"/>
                    </a:cubicBezTo>
                    <a:cubicBezTo>
                      <a:pt x="94376" y="109040"/>
                      <a:pt x="101502" y="145824"/>
                      <a:pt x="102760" y="151888"/>
                    </a:cubicBezTo>
                    <a:cubicBezTo>
                      <a:pt x="115755" y="203629"/>
                      <a:pt x="148453" y="242435"/>
                      <a:pt x="185763" y="242435"/>
                    </a:cubicBezTo>
                    <a:cubicBezTo>
                      <a:pt x="214687" y="242435"/>
                      <a:pt x="226006" y="220607"/>
                      <a:pt x="226006" y="201204"/>
                    </a:cubicBezTo>
                    <a:cubicBezTo>
                      <a:pt x="226006" y="155526"/>
                      <a:pt x="171928" y="106211"/>
                      <a:pt x="107371" y="106211"/>
                    </a:cubicBezTo>
                  </a:path>
                </a:pathLst>
              </a:custGeom>
              <a:solidFill>
                <a:srgbClr val="000000"/>
              </a:solidFill>
              <a:ln w="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975" dirty="0"/>
              </a:p>
            </p:txBody>
          </p:sp>
          <p:sp>
            <p:nvSpPr>
              <p:cNvPr id="41" name="フリーフォーム: 図形 40">
                <a:extLst>
                  <a:ext uri="{FF2B5EF4-FFF2-40B4-BE49-F238E27FC236}">
                    <a16:creationId xmlns:a16="http://schemas.microsoft.com/office/drawing/2014/main" id="{9A60FF4A-E049-7AC4-1F70-287C98FC0314}"/>
                  </a:ext>
                </a:extLst>
              </p:cNvPr>
              <p:cNvSpPr/>
              <p:nvPr/>
            </p:nvSpPr>
            <p:spPr>
              <a:xfrm flipV="1">
                <a:off x="4913832" y="3022615"/>
                <a:ext cx="117058" cy="127588"/>
              </a:xfrm>
              <a:custGeom>
                <a:avLst/>
                <a:gdLst>
                  <a:gd name="connsiteX0" fmla="*/ 103429 w 117058"/>
                  <a:gd name="connsiteY0" fmla="*/ 108596 h 127588"/>
                  <a:gd name="connsiteX1" fmla="*/ 91108 w 117058"/>
                  <a:gd name="connsiteY1" fmla="*/ 95299 h 127588"/>
                  <a:gd name="connsiteX2" fmla="*/ 100789 w 117058"/>
                  <a:gd name="connsiteY2" fmla="*/ 86248 h 127588"/>
                  <a:gd name="connsiteX3" fmla="*/ 114871 w 117058"/>
                  <a:gd name="connsiteY3" fmla="*/ 102372 h 127588"/>
                  <a:gd name="connsiteX4" fmla="*/ 75852 w 117058"/>
                  <a:gd name="connsiteY4" fmla="*/ 126985 h 127588"/>
                  <a:gd name="connsiteX5" fmla="*/ 21872 w 117058"/>
                  <a:gd name="connsiteY5" fmla="*/ 85682 h 127588"/>
                  <a:gd name="connsiteX6" fmla="*/ 32138 w 117058"/>
                  <a:gd name="connsiteY6" fmla="*/ 65030 h 127588"/>
                  <a:gd name="connsiteX7" fmla="*/ 65290 w 117058"/>
                  <a:gd name="connsiteY7" fmla="*/ 54845 h 127588"/>
                  <a:gd name="connsiteX8" fmla="*/ 90228 w 117058"/>
                  <a:gd name="connsiteY8" fmla="*/ 36174 h 127588"/>
                  <a:gd name="connsiteX9" fmla="*/ 74679 w 117058"/>
                  <a:gd name="connsiteY9" fmla="*/ 13542 h 127588"/>
                  <a:gd name="connsiteX10" fmla="*/ 45341 w 117058"/>
                  <a:gd name="connsiteY10" fmla="*/ 7318 h 127588"/>
                  <a:gd name="connsiteX11" fmla="*/ 10136 w 117058"/>
                  <a:gd name="connsiteY11" fmla="*/ 19201 h 127588"/>
                  <a:gd name="connsiteX12" fmla="*/ 26271 w 117058"/>
                  <a:gd name="connsiteY12" fmla="*/ 35325 h 127588"/>
                  <a:gd name="connsiteX13" fmla="*/ 14829 w 117058"/>
                  <a:gd name="connsiteY13" fmla="*/ 45793 h 127588"/>
                  <a:gd name="connsiteX14" fmla="*/ -2188 w 117058"/>
                  <a:gd name="connsiteY14" fmla="*/ 26839 h 127588"/>
                  <a:gd name="connsiteX15" fmla="*/ 45048 w 117058"/>
                  <a:gd name="connsiteY15" fmla="*/ -603 h 127588"/>
                  <a:gd name="connsiteX16" fmla="*/ 109004 w 117058"/>
                  <a:gd name="connsiteY16" fmla="*/ 46076 h 127588"/>
                  <a:gd name="connsiteX17" fmla="*/ 68518 w 117058"/>
                  <a:gd name="connsiteY17" fmla="*/ 79175 h 127588"/>
                  <a:gd name="connsiteX18" fmla="*/ 56783 w 117058"/>
                  <a:gd name="connsiteY18" fmla="*/ 81439 h 127588"/>
                  <a:gd name="connsiteX19" fmla="*/ 40647 w 117058"/>
                  <a:gd name="connsiteY19" fmla="*/ 95582 h 127588"/>
                  <a:gd name="connsiteX20" fmla="*/ 52382 w 117058"/>
                  <a:gd name="connsiteY20" fmla="*/ 113688 h 127588"/>
                  <a:gd name="connsiteX21" fmla="*/ 75559 w 117058"/>
                  <a:gd name="connsiteY21" fmla="*/ 119064 h 127588"/>
                  <a:gd name="connsiteX22" fmla="*/ 103429 w 117058"/>
                  <a:gd name="connsiteY22" fmla="*/ 108596 h 127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7058" h="127588">
                    <a:moveTo>
                      <a:pt x="103429" y="108596"/>
                    </a:moveTo>
                    <a:cubicBezTo>
                      <a:pt x="95801" y="106898"/>
                      <a:pt x="91108" y="100958"/>
                      <a:pt x="91108" y="95299"/>
                    </a:cubicBezTo>
                    <a:cubicBezTo>
                      <a:pt x="91108" y="88794"/>
                      <a:pt x="96974" y="86248"/>
                      <a:pt x="100789" y="86248"/>
                    </a:cubicBezTo>
                    <a:cubicBezTo>
                      <a:pt x="103723" y="86248"/>
                      <a:pt x="114871" y="87944"/>
                      <a:pt x="114871" y="102372"/>
                    </a:cubicBezTo>
                    <a:cubicBezTo>
                      <a:pt x="114871" y="120760"/>
                      <a:pt x="93749" y="126985"/>
                      <a:pt x="75852" y="126985"/>
                    </a:cubicBezTo>
                    <a:cubicBezTo>
                      <a:pt x="30086" y="126985"/>
                      <a:pt x="21872" y="94451"/>
                      <a:pt x="21872" y="85682"/>
                    </a:cubicBezTo>
                    <a:cubicBezTo>
                      <a:pt x="21872" y="75215"/>
                      <a:pt x="28031" y="68424"/>
                      <a:pt x="32138" y="65030"/>
                    </a:cubicBezTo>
                    <a:cubicBezTo>
                      <a:pt x="39766" y="59373"/>
                      <a:pt x="45048" y="58240"/>
                      <a:pt x="65290" y="54845"/>
                    </a:cubicBezTo>
                    <a:cubicBezTo>
                      <a:pt x="71452" y="53714"/>
                      <a:pt x="90228" y="50319"/>
                      <a:pt x="90228" y="36174"/>
                    </a:cubicBezTo>
                    <a:cubicBezTo>
                      <a:pt x="90228" y="31365"/>
                      <a:pt x="87001" y="20615"/>
                      <a:pt x="74679" y="13542"/>
                    </a:cubicBezTo>
                    <a:cubicBezTo>
                      <a:pt x="63237" y="7318"/>
                      <a:pt x="48861" y="7318"/>
                      <a:pt x="45341" y="7318"/>
                    </a:cubicBezTo>
                    <a:cubicBezTo>
                      <a:pt x="33606" y="7318"/>
                      <a:pt x="16883" y="9864"/>
                      <a:pt x="10136" y="19201"/>
                    </a:cubicBezTo>
                    <a:cubicBezTo>
                      <a:pt x="19817" y="20332"/>
                      <a:pt x="26271" y="27405"/>
                      <a:pt x="26271" y="35325"/>
                    </a:cubicBezTo>
                    <a:cubicBezTo>
                      <a:pt x="26271" y="42398"/>
                      <a:pt x="20991" y="45793"/>
                      <a:pt x="14829" y="45793"/>
                    </a:cubicBezTo>
                    <a:cubicBezTo>
                      <a:pt x="6323" y="45793"/>
                      <a:pt x="-2188" y="39286"/>
                      <a:pt x="-2188" y="26839"/>
                    </a:cubicBezTo>
                    <a:cubicBezTo>
                      <a:pt x="-2188" y="9864"/>
                      <a:pt x="16589" y="-603"/>
                      <a:pt x="45048" y="-603"/>
                    </a:cubicBezTo>
                    <a:cubicBezTo>
                      <a:pt x="99029" y="-603"/>
                      <a:pt x="109004" y="35043"/>
                      <a:pt x="109004" y="46076"/>
                    </a:cubicBezTo>
                    <a:cubicBezTo>
                      <a:pt x="109004" y="72102"/>
                      <a:pt x="79373" y="77194"/>
                      <a:pt x="68518" y="79175"/>
                    </a:cubicBezTo>
                    <a:cubicBezTo>
                      <a:pt x="65876" y="79740"/>
                      <a:pt x="58541" y="80871"/>
                      <a:pt x="56783" y="81439"/>
                    </a:cubicBezTo>
                    <a:cubicBezTo>
                      <a:pt x="45927" y="83418"/>
                      <a:pt x="40647" y="89360"/>
                      <a:pt x="40647" y="95582"/>
                    </a:cubicBezTo>
                    <a:cubicBezTo>
                      <a:pt x="40647" y="102089"/>
                      <a:pt x="45927" y="109727"/>
                      <a:pt x="52382" y="113688"/>
                    </a:cubicBezTo>
                    <a:cubicBezTo>
                      <a:pt x="60303" y="118499"/>
                      <a:pt x="70572" y="119064"/>
                      <a:pt x="75559" y="119064"/>
                    </a:cubicBezTo>
                    <a:cubicBezTo>
                      <a:pt x="81718" y="119064"/>
                      <a:pt x="96974" y="118216"/>
                      <a:pt x="103429" y="108596"/>
                    </a:cubicBezTo>
                  </a:path>
                </a:pathLst>
              </a:custGeom>
              <a:solidFill>
                <a:srgbClr val="000000"/>
              </a:solidFill>
              <a:ln w="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975"/>
              </a:p>
            </p:txBody>
          </p:sp>
        </p:grp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C8B342F3-5464-0EB8-0400-D5AC515C67F3}"/>
              </a:ext>
            </a:extLst>
          </p:cNvPr>
          <p:cNvGrpSpPr/>
          <p:nvPr/>
        </p:nvGrpSpPr>
        <p:grpSpPr>
          <a:xfrm>
            <a:off x="3191774" y="3816613"/>
            <a:ext cx="265044" cy="324093"/>
            <a:chOff x="3928337" y="3906062"/>
            <a:chExt cx="326208" cy="398884"/>
          </a:xfrm>
        </p:grpSpPr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2C59AFDB-2E82-D414-8FDE-555C335C335B}"/>
                </a:ext>
              </a:extLst>
            </p:cNvPr>
            <p:cNvSpPr/>
            <p:nvPr/>
          </p:nvSpPr>
          <p:spPr>
            <a:xfrm>
              <a:off x="4021923" y="3906062"/>
              <a:ext cx="85650" cy="8565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FCD8D411-4887-E5AD-B007-DC27B4227504}"/>
                </a:ext>
              </a:extLst>
            </p:cNvPr>
            <p:cNvGrpSpPr/>
            <p:nvPr/>
          </p:nvGrpSpPr>
          <p:grpSpPr>
            <a:xfrm>
              <a:off x="3928337" y="4083700"/>
              <a:ext cx="326208" cy="221246"/>
              <a:chOff x="4637628" y="3173868"/>
              <a:chExt cx="358472" cy="243127"/>
            </a:xfrm>
          </p:grpSpPr>
          <p:sp>
            <p:nvSpPr>
              <p:cNvPr id="43" name="フリーフォーム: 図形 42">
                <a:extLst>
                  <a:ext uri="{FF2B5EF4-FFF2-40B4-BE49-F238E27FC236}">
                    <a16:creationId xmlns:a16="http://schemas.microsoft.com/office/drawing/2014/main" id="{1659875C-7DA4-5595-9C07-6C969936753D}"/>
                  </a:ext>
                </a:extLst>
              </p:cNvPr>
              <p:cNvSpPr/>
              <p:nvPr/>
            </p:nvSpPr>
            <p:spPr>
              <a:xfrm flipV="1">
                <a:off x="4637628" y="3173868"/>
                <a:ext cx="211934" cy="243127"/>
              </a:xfrm>
              <a:custGeom>
                <a:avLst/>
                <a:gdLst>
                  <a:gd name="connsiteX0" fmla="*/ 43915 w 211934"/>
                  <a:gd name="connsiteY0" fmla="*/ 16770 h 243127"/>
                  <a:gd name="connsiteX1" fmla="*/ 42052 w 211934"/>
                  <a:gd name="connsiteY1" fmla="*/ 9404 h 243127"/>
                  <a:gd name="connsiteX2" fmla="*/ 52855 w 211934"/>
                  <a:gd name="connsiteY2" fmla="*/ -912 h 243127"/>
                  <a:gd name="connsiteX3" fmla="*/ 66634 w 211934"/>
                  <a:gd name="connsiteY3" fmla="*/ 8667 h 243127"/>
                  <a:gd name="connsiteX4" fmla="*/ 79672 w 211934"/>
                  <a:gd name="connsiteY4" fmla="*/ 76078 h 243127"/>
                  <a:gd name="connsiteX5" fmla="*/ 91962 w 211934"/>
                  <a:gd name="connsiteY5" fmla="*/ 75343 h 243127"/>
                  <a:gd name="connsiteX6" fmla="*/ 211153 w 211934"/>
                  <a:gd name="connsiteY6" fmla="*/ 191381 h 243127"/>
                  <a:gd name="connsiteX7" fmla="*/ 168691 w 211934"/>
                  <a:gd name="connsiteY7" fmla="*/ 242216 h 243127"/>
                  <a:gd name="connsiteX8" fmla="*/ 69987 w 211934"/>
                  <a:gd name="connsiteY8" fmla="*/ 98917 h 243127"/>
                  <a:gd name="connsiteX9" fmla="*/ 8902 w 211934"/>
                  <a:gd name="connsiteY9" fmla="*/ 153438 h 243127"/>
                  <a:gd name="connsiteX10" fmla="*/ 39816 w 211934"/>
                  <a:gd name="connsiteY10" fmla="*/ 229691 h 243127"/>
                  <a:gd name="connsiteX11" fmla="*/ 42798 w 211934"/>
                  <a:gd name="connsiteY11" fmla="*/ 234480 h 243127"/>
                  <a:gd name="connsiteX12" fmla="*/ 38327 w 211934"/>
                  <a:gd name="connsiteY12" fmla="*/ 238164 h 243127"/>
                  <a:gd name="connsiteX13" fmla="*/ -781 w 211934"/>
                  <a:gd name="connsiteY13" fmla="*/ 149385 h 243127"/>
                  <a:gd name="connsiteX14" fmla="*/ 63655 w 211934"/>
                  <a:gd name="connsiteY14" fmla="*/ 78657 h 243127"/>
                  <a:gd name="connsiteX15" fmla="*/ 43915 w 211934"/>
                  <a:gd name="connsiteY15" fmla="*/ 16770 h 243127"/>
                  <a:gd name="connsiteX16" fmla="*/ 95315 w 211934"/>
                  <a:gd name="connsiteY16" fmla="*/ 96709 h 243127"/>
                  <a:gd name="connsiteX17" fmla="*/ 88611 w 211934"/>
                  <a:gd name="connsiteY17" fmla="*/ 97076 h 243127"/>
                  <a:gd name="connsiteX18" fmla="*/ 83769 w 211934"/>
                  <a:gd name="connsiteY18" fmla="*/ 98550 h 243127"/>
                  <a:gd name="connsiteX19" fmla="*/ 91219 w 211934"/>
                  <a:gd name="connsiteY19" fmla="*/ 138334 h 243127"/>
                  <a:gd name="connsiteX20" fmla="*/ 164968 w 211934"/>
                  <a:gd name="connsiteY20" fmla="*/ 220850 h 243127"/>
                  <a:gd name="connsiteX21" fmla="*/ 200725 w 211934"/>
                  <a:gd name="connsiteY21" fmla="*/ 183276 h 243127"/>
                  <a:gd name="connsiteX22" fmla="*/ 95315 w 211934"/>
                  <a:gd name="connsiteY22" fmla="*/ 96709 h 243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11934" h="243127">
                    <a:moveTo>
                      <a:pt x="43915" y="16770"/>
                    </a:moveTo>
                    <a:cubicBezTo>
                      <a:pt x="42424" y="11983"/>
                      <a:pt x="42052" y="11245"/>
                      <a:pt x="42052" y="9404"/>
                    </a:cubicBezTo>
                    <a:cubicBezTo>
                      <a:pt x="42052" y="1299"/>
                      <a:pt x="49130" y="-912"/>
                      <a:pt x="52855" y="-912"/>
                    </a:cubicBezTo>
                    <a:cubicBezTo>
                      <a:pt x="54716" y="-912"/>
                      <a:pt x="62911" y="193"/>
                      <a:pt x="66634" y="8667"/>
                    </a:cubicBezTo>
                    <a:cubicBezTo>
                      <a:pt x="67752" y="11613"/>
                      <a:pt x="69615" y="23770"/>
                      <a:pt x="79672" y="76078"/>
                    </a:cubicBezTo>
                    <a:cubicBezTo>
                      <a:pt x="83023" y="75711"/>
                      <a:pt x="85630" y="75343"/>
                      <a:pt x="91962" y="75343"/>
                    </a:cubicBezTo>
                    <a:cubicBezTo>
                      <a:pt x="153793" y="75343"/>
                      <a:pt x="211153" y="133178"/>
                      <a:pt x="211153" y="191381"/>
                    </a:cubicBezTo>
                    <a:cubicBezTo>
                      <a:pt x="211153" y="220115"/>
                      <a:pt x="196625" y="242216"/>
                      <a:pt x="168691" y="242216"/>
                    </a:cubicBezTo>
                    <a:cubicBezTo>
                      <a:pt x="114683" y="242216"/>
                      <a:pt x="92336" y="170751"/>
                      <a:pt x="69987" y="98917"/>
                    </a:cubicBezTo>
                    <a:cubicBezTo>
                      <a:pt x="29762" y="106285"/>
                      <a:pt x="8902" y="126915"/>
                      <a:pt x="8902" y="153438"/>
                    </a:cubicBezTo>
                    <a:cubicBezTo>
                      <a:pt x="8902" y="163753"/>
                      <a:pt x="17469" y="204273"/>
                      <a:pt x="39816" y="229691"/>
                    </a:cubicBezTo>
                    <a:cubicBezTo>
                      <a:pt x="42798" y="233007"/>
                      <a:pt x="42798" y="233742"/>
                      <a:pt x="42798" y="234480"/>
                    </a:cubicBezTo>
                    <a:cubicBezTo>
                      <a:pt x="42798" y="235954"/>
                      <a:pt x="42052" y="238164"/>
                      <a:pt x="38327" y="238164"/>
                    </a:cubicBezTo>
                    <a:cubicBezTo>
                      <a:pt x="27898" y="238164"/>
                      <a:pt x="-781" y="184751"/>
                      <a:pt x="-781" y="149385"/>
                    </a:cubicBezTo>
                    <a:cubicBezTo>
                      <a:pt x="-781" y="114758"/>
                      <a:pt x="23802" y="87868"/>
                      <a:pt x="63655" y="78657"/>
                    </a:cubicBezTo>
                    <a:lnTo>
                      <a:pt x="43915" y="16770"/>
                    </a:lnTo>
                    <a:close/>
                    <a:moveTo>
                      <a:pt x="95315" y="96709"/>
                    </a:moveTo>
                    <a:cubicBezTo>
                      <a:pt x="92336" y="96709"/>
                      <a:pt x="91591" y="96709"/>
                      <a:pt x="88611" y="97076"/>
                    </a:cubicBezTo>
                    <a:cubicBezTo>
                      <a:pt x="84141" y="97076"/>
                      <a:pt x="83769" y="97444"/>
                      <a:pt x="83769" y="98550"/>
                    </a:cubicBezTo>
                    <a:cubicBezTo>
                      <a:pt x="83769" y="99287"/>
                      <a:pt x="90101" y="132808"/>
                      <a:pt x="91219" y="138334"/>
                    </a:cubicBezTo>
                    <a:cubicBezTo>
                      <a:pt x="102765" y="185486"/>
                      <a:pt x="131818" y="220850"/>
                      <a:pt x="164968" y="220850"/>
                    </a:cubicBezTo>
                    <a:cubicBezTo>
                      <a:pt x="190668" y="220850"/>
                      <a:pt x="200725" y="200958"/>
                      <a:pt x="200725" y="183276"/>
                    </a:cubicBezTo>
                    <a:cubicBezTo>
                      <a:pt x="200725" y="141650"/>
                      <a:pt x="152676" y="96709"/>
                      <a:pt x="95315" y="96709"/>
                    </a:cubicBezTo>
                  </a:path>
                </a:pathLst>
              </a:custGeom>
              <a:solidFill>
                <a:srgbClr val="000000"/>
              </a:solidFill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975"/>
              </a:p>
            </p:txBody>
          </p:sp>
          <p:sp>
            <p:nvSpPr>
              <p:cNvPr id="44" name="フリーフォーム: 図形 43">
                <a:extLst>
                  <a:ext uri="{FF2B5EF4-FFF2-40B4-BE49-F238E27FC236}">
                    <a16:creationId xmlns:a16="http://schemas.microsoft.com/office/drawing/2014/main" id="{C2E307CB-E90F-A1A2-A74E-A92A29F030E7}"/>
                  </a:ext>
                </a:extLst>
              </p:cNvPr>
              <p:cNvSpPr/>
              <p:nvPr/>
            </p:nvSpPr>
            <p:spPr>
              <a:xfrm flipV="1">
                <a:off x="4874891" y="3278183"/>
                <a:ext cx="121209" cy="116271"/>
              </a:xfrm>
              <a:custGeom>
                <a:avLst/>
                <a:gdLst>
                  <a:gd name="connsiteX0" fmla="*/ 46801 w 121209"/>
                  <a:gd name="connsiteY0" fmla="*/ 54053 h 116271"/>
                  <a:gd name="connsiteX1" fmla="*/ 53579 w 121209"/>
                  <a:gd name="connsiteY1" fmla="*/ 80090 h 116271"/>
                  <a:gd name="connsiteX2" fmla="*/ 70001 w 121209"/>
                  <a:gd name="connsiteY2" fmla="*/ 101231 h 116271"/>
                  <a:gd name="connsiteX3" fmla="*/ 91115 w 121209"/>
                  <a:gd name="connsiteY3" fmla="*/ 108449 h 116271"/>
                  <a:gd name="connsiteX4" fmla="*/ 105452 w 121209"/>
                  <a:gd name="connsiteY4" fmla="*/ 104840 h 116271"/>
                  <a:gd name="connsiteX5" fmla="*/ 93983 w 121209"/>
                  <a:gd name="connsiteY5" fmla="*/ 90659 h 116271"/>
                  <a:gd name="connsiteX6" fmla="*/ 104410 w 121209"/>
                  <a:gd name="connsiteY6" fmla="*/ 81122 h 116271"/>
                  <a:gd name="connsiteX7" fmla="*/ 119007 w 121209"/>
                  <a:gd name="connsiteY7" fmla="*/ 96847 h 116271"/>
                  <a:gd name="connsiteX8" fmla="*/ 91376 w 121209"/>
                  <a:gd name="connsiteY8" fmla="*/ 115668 h 116271"/>
                  <a:gd name="connsiteX9" fmla="*/ 54621 w 121209"/>
                  <a:gd name="connsiteY9" fmla="*/ 97362 h 116271"/>
                  <a:gd name="connsiteX10" fmla="*/ 27771 w 121209"/>
                  <a:gd name="connsiteY10" fmla="*/ 115668 h 116271"/>
                  <a:gd name="connsiteX11" fmla="*/ 7439 w 121209"/>
                  <a:gd name="connsiteY11" fmla="*/ 102519 h 116271"/>
                  <a:gd name="connsiteX12" fmla="*/ -2203 w 121209"/>
                  <a:gd name="connsiteY12" fmla="*/ 76223 h 116271"/>
                  <a:gd name="connsiteX13" fmla="*/ 2227 w 121209"/>
                  <a:gd name="connsiteY13" fmla="*/ 72871 h 116271"/>
                  <a:gd name="connsiteX14" fmla="*/ 7962 w 121209"/>
                  <a:gd name="connsiteY14" fmla="*/ 80605 h 116271"/>
                  <a:gd name="connsiteX15" fmla="*/ 26990 w 121209"/>
                  <a:gd name="connsiteY15" fmla="*/ 108449 h 116271"/>
                  <a:gd name="connsiteX16" fmla="*/ 35593 w 121209"/>
                  <a:gd name="connsiteY16" fmla="*/ 95816 h 116271"/>
                  <a:gd name="connsiteX17" fmla="*/ 31423 w 121209"/>
                  <a:gd name="connsiteY17" fmla="*/ 74419 h 116271"/>
                  <a:gd name="connsiteX18" fmla="*/ 25687 w 121209"/>
                  <a:gd name="connsiteY18" fmla="*/ 51217 h 116271"/>
                  <a:gd name="connsiteX19" fmla="*/ 17346 w 121209"/>
                  <a:gd name="connsiteY19" fmla="*/ 18217 h 116271"/>
                  <a:gd name="connsiteX20" fmla="*/ 14740 w 121209"/>
                  <a:gd name="connsiteY20" fmla="*/ 7648 h 116271"/>
                  <a:gd name="connsiteX21" fmla="*/ 23602 w 121209"/>
                  <a:gd name="connsiteY21" fmla="*/ -603 h 116271"/>
                  <a:gd name="connsiteX22" fmla="*/ 34811 w 121209"/>
                  <a:gd name="connsiteY22" fmla="*/ 6873 h 116271"/>
                  <a:gd name="connsiteX23" fmla="*/ 39763 w 121209"/>
                  <a:gd name="connsiteY23" fmla="*/ 26208 h 116271"/>
                  <a:gd name="connsiteX24" fmla="*/ 46801 w 121209"/>
                  <a:gd name="connsiteY24" fmla="*/ 54053 h 11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1209" h="116271">
                    <a:moveTo>
                      <a:pt x="46801" y="54053"/>
                    </a:moveTo>
                    <a:cubicBezTo>
                      <a:pt x="47062" y="55599"/>
                      <a:pt x="53058" y="78801"/>
                      <a:pt x="53579" y="80090"/>
                    </a:cubicBezTo>
                    <a:cubicBezTo>
                      <a:pt x="54101" y="82153"/>
                      <a:pt x="61658" y="95043"/>
                      <a:pt x="70001" y="101231"/>
                    </a:cubicBezTo>
                    <a:cubicBezTo>
                      <a:pt x="72869" y="103292"/>
                      <a:pt x="79907" y="108449"/>
                      <a:pt x="91115" y="108449"/>
                    </a:cubicBezTo>
                    <a:cubicBezTo>
                      <a:pt x="93722" y="108449"/>
                      <a:pt x="100239" y="108192"/>
                      <a:pt x="105452" y="104840"/>
                    </a:cubicBezTo>
                    <a:cubicBezTo>
                      <a:pt x="97112" y="102519"/>
                      <a:pt x="93983" y="95301"/>
                      <a:pt x="93983" y="90659"/>
                    </a:cubicBezTo>
                    <a:cubicBezTo>
                      <a:pt x="93983" y="84989"/>
                      <a:pt x="98413" y="81122"/>
                      <a:pt x="104410" y="81122"/>
                    </a:cubicBezTo>
                    <a:cubicBezTo>
                      <a:pt x="110405" y="81122"/>
                      <a:pt x="119007" y="86020"/>
                      <a:pt x="119007" y="96847"/>
                    </a:cubicBezTo>
                    <a:cubicBezTo>
                      <a:pt x="119007" y="110253"/>
                      <a:pt x="104669" y="115668"/>
                      <a:pt x="91376" y="115668"/>
                    </a:cubicBezTo>
                    <a:cubicBezTo>
                      <a:pt x="77821" y="115668"/>
                      <a:pt x="66091" y="110253"/>
                      <a:pt x="54621" y="97362"/>
                    </a:cubicBezTo>
                    <a:cubicBezTo>
                      <a:pt x="49930" y="113089"/>
                      <a:pt x="34028" y="115668"/>
                      <a:pt x="27771" y="115668"/>
                    </a:cubicBezTo>
                    <a:cubicBezTo>
                      <a:pt x="18128" y="115668"/>
                      <a:pt x="11612" y="109738"/>
                      <a:pt x="7439" y="102519"/>
                    </a:cubicBezTo>
                    <a:cubicBezTo>
                      <a:pt x="1446" y="92465"/>
                      <a:pt x="-2203" y="77513"/>
                      <a:pt x="-2203" y="76223"/>
                    </a:cubicBezTo>
                    <a:cubicBezTo>
                      <a:pt x="-2203" y="72871"/>
                      <a:pt x="1446" y="72871"/>
                      <a:pt x="2227" y="72871"/>
                    </a:cubicBezTo>
                    <a:cubicBezTo>
                      <a:pt x="5877" y="72871"/>
                      <a:pt x="6137" y="73644"/>
                      <a:pt x="7962" y="80605"/>
                    </a:cubicBezTo>
                    <a:cubicBezTo>
                      <a:pt x="11872" y="96332"/>
                      <a:pt x="16824" y="108449"/>
                      <a:pt x="26990" y="108449"/>
                    </a:cubicBezTo>
                    <a:cubicBezTo>
                      <a:pt x="33768" y="108449"/>
                      <a:pt x="35593" y="102777"/>
                      <a:pt x="35593" y="95816"/>
                    </a:cubicBezTo>
                    <a:cubicBezTo>
                      <a:pt x="35593" y="90919"/>
                      <a:pt x="33246" y="81380"/>
                      <a:pt x="31423" y="74419"/>
                    </a:cubicBezTo>
                    <a:cubicBezTo>
                      <a:pt x="29597" y="67459"/>
                      <a:pt x="26990" y="56887"/>
                      <a:pt x="25687" y="51217"/>
                    </a:cubicBezTo>
                    <a:lnTo>
                      <a:pt x="17346" y="18217"/>
                    </a:lnTo>
                    <a:cubicBezTo>
                      <a:pt x="16304" y="14866"/>
                      <a:pt x="14740" y="8421"/>
                      <a:pt x="14740" y="7648"/>
                    </a:cubicBezTo>
                    <a:cubicBezTo>
                      <a:pt x="14740" y="1975"/>
                      <a:pt x="19431" y="-603"/>
                      <a:pt x="23602" y="-603"/>
                    </a:cubicBezTo>
                    <a:cubicBezTo>
                      <a:pt x="27512" y="-603"/>
                      <a:pt x="32726" y="1718"/>
                      <a:pt x="34811" y="6873"/>
                    </a:cubicBezTo>
                    <a:cubicBezTo>
                      <a:pt x="35333" y="8421"/>
                      <a:pt x="38201" y="19763"/>
                      <a:pt x="39763" y="26208"/>
                    </a:cubicBezTo>
                    <a:lnTo>
                      <a:pt x="46801" y="54053"/>
                    </a:lnTo>
                  </a:path>
                </a:pathLst>
              </a:custGeom>
              <a:solidFill>
                <a:srgbClr val="000000"/>
              </a:solidFill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975"/>
              </a:p>
            </p:txBody>
          </p:sp>
        </p:grpSp>
      </p:grpSp>
      <p:sp>
        <p:nvSpPr>
          <p:cNvPr id="47" name="グラフィックス 45">
            <a:extLst>
              <a:ext uri="{FF2B5EF4-FFF2-40B4-BE49-F238E27FC236}">
                <a16:creationId xmlns:a16="http://schemas.microsoft.com/office/drawing/2014/main" id="{913CF9E2-4AC7-C47E-6C35-6835CDA0C15A}"/>
              </a:ext>
            </a:extLst>
          </p:cNvPr>
          <p:cNvSpPr/>
          <p:nvPr/>
        </p:nvSpPr>
        <p:spPr>
          <a:xfrm flipV="1">
            <a:off x="2523531" y="5437633"/>
            <a:ext cx="176432" cy="174449"/>
          </a:xfrm>
          <a:custGeom>
            <a:avLst/>
            <a:gdLst>
              <a:gd name="connsiteX0" fmla="*/ 68817 w 87009"/>
              <a:gd name="connsiteY0" fmla="*/ 71148 h 86031"/>
              <a:gd name="connsiteX1" fmla="*/ 84438 w 87009"/>
              <a:gd name="connsiteY1" fmla="*/ 81277 h 86031"/>
              <a:gd name="connsiteX2" fmla="*/ 86024 w 87009"/>
              <a:gd name="connsiteY2" fmla="*/ 83596 h 86031"/>
              <a:gd name="connsiteX3" fmla="*/ 84438 w 87009"/>
              <a:gd name="connsiteY3" fmla="*/ 85060 h 86031"/>
              <a:gd name="connsiteX4" fmla="*/ 74431 w 87009"/>
              <a:gd name="connsiteY4" fmla="*/ 84694 h 86031"/>
              <a:gd name="connsiteX5" fmla="*/ 62350 w 87009"/>
              <a:gd name="connsiteY5" fmla="*/ 85060 h 86031"/>
              <a:gd name="connsiteX6" fmla="*/ 60031 w 87009"/>
              <a:gd name="connsiteY6" fmla="*/ 82742 h 86031"/>
              <a:gd name="connsiteX7" fmla="*/ 61984 w 87009"/>
              <a:gd name="connsiteY7" fmla="*/ 81277 h 86031"/>
              <a:gd name="connsiteX8" fmla="*/ 67597 w 87009"/>
              <a:gd name="connsiteY8" fmla="*/ 77250 h 86031"/>
              <a:gd name="connsiteX9" fmla="*/ 65766 w 87009"/>
              <a:gd name="connsiteY9" fmla="*/ 72613 h 86031"/>
              <a:gd name="connsiteX10" fmla="*/ 28302 w 87009"/>
              <a:gd name="connsiteY10" fmla="*/ 13061 h 86031"/>
              <a:gd name="connsiteX11" fmla="*/ 20005 w 87009"/>
              <a:gd name="connsiteY11" fmla="*/ 77616 h 86031"/>
              <a:gd name="connsiteX12" fmla="*/ 28425 w 87009"/>
              <a:gd name="connsiteY12" fmla="*/ 81277 h 86031"/>
              <a:gd name="connsiteX13" fmla="*/ 31476 w 87009"/>
              <a:gd name="connsiteY13" fmla="*/ 83718 h 86031"/>
              <a:gd name="connsiteX14" fmla="*/ 29767 w 87009"/>
              <a:gd name="connsiteY14" fmla="*/ 85060 h 86031"/>
              <a:gd name="connsiteX15" fmla="*/ 14635 w 87009"/>
              <a:gd name="connsiteY15" fmla="*/ 84694 h 86031"/>
              <a:gd name="connsiteX16" fmla="*/ 7924 w 87009"/>
              <a:gd name="connsiteY16" fmla="*/ 84816 h 86031"/>
              <a:gd name="connsiteX17" fmla="*/ 1334 w 87009"/>
              <a:gd name="connsiteY17" fmla="*/ 85060 h 86031"/>
              <a:gd name="connsiteX18" fmla="*/ -985 w 87009"/>
              <a:gd name="connsiteY18" fmla="*/ 82742 h 86031"/>
              <a:gd name="connsiteX19" fmla="*/ 2066 w 87009"/>
              <a:gd name="connsiteY19" fmla="*/ 81277 h 86031"/>
              <a:gd name="connsiteX20" fmla="*/ 9388 w 87009"/>
              <a:gd name="connsiteY20" fmla="*/ 77128 h 86031"/>
              <a:gd name="connsiteX21" fmla="*/ 19028 w 87009"/>
              <a:gd name="connsiteY21" fmla="*/ 1834 h 86031"/>
              <a:gd name="connsiteX22" fmla="*/ 21469 w 87009"/>
              <a:gd name="connsiteY22" fmla="*/ -972 h 86031"/>
              <a:gd name="connsiteX23" fmla="*/ 24886 w 87009"/>
              <a:gd name="connsiteY23" fmla="*/ 1224 h 86031"/>
              <a:gd name="connsiteX24" fmla="*/ 68817 w 87009"/>
              <a:gd name="connsiteY24" fmla="*/ 71148 h 86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009" h="86031">
                <a:moveTo>
                  <a:pt x="68817" y="71148"/>
                </a:moveTo>
                <a:cubicBezTo>
                  <a:pt x="74797" y="80667"/>
                  <a:pt x="79923" y="81034"/>
                  <a:pt x="84438" y="81277"/>
                </a:cubicBezTo>
                <a:cubicBezTo>
                  <a:pt x="85902" y="81400"/>
                  <a:pt x="86024" y="83474"/>
                  <a:pt x="86024" y="83596"/>
                </a:cubicBezTo>
                <a:cubicBezTo>
                  <a:pt x="86024" y="84572"/>
                  <a:pt x="85414" y="85060"/>
                  <a:pt x="84438" y="85060"/>
                </a:cubicBezTo>
                <a:cubicBezTo>
                  <a:pt x="81264" y="85060"/>
                  <a:pt x="77726" y="84694"/>
                  <a:pt x="74431" y="84694"/>
                </a:cubicBezTo>
                <a:cubicBezTo>
                  <a:pt x="70404" y="84694"/>
                  <a:pt x="66255" y="85060"/>
                  <a:pt x="62350" y="85060"/>
                </a:cubicBezTo>
                <a:cubicBezTo>
                  <a:pt x="61617" y="85060"/>
                  <a:pt x="60031" y="85060"/>
                  <a:pt x="60031" y="82742"/>
                </a:cubicBezTo>
                <a:cubicBezTo>
                  <a:pt x="60031" y="81400"/>
                  <a:pt x="61130" y="81277"/>
                  <a:pt x="61984" y="81277"/>
                </a:cubicBezTo>
                <a:cubicBezTo>
                  <a:pt x="65278" y="81034"/>
                  <a:pt x="67597" y="79813"/>
                  <a:pt x="67597" y="77250"/>
                </a:cubicBezTo>
                <a:cubicBezTo>
                  <a:pt x="67597" y="75420"/>
                  <a:pt x="65766" y="72735"/>
                  <a:pt x="65766" y="72613"/>
                </a:cubicBezTo>
                <a:lnTo>
                  <a:pt x="28302" y="13061"/>
                </a:lnTo>
                <a:lnTo>
                  <a:pt x="20005" y="77616"/>
                </a:lnTo>
                <a:cubicBezTo>
                  <a:pt x="20005" y="79691"/>
                  <a:pt x="22811" y="81277"/>
                  <a:pt x="28425" y="81277"/>
                </a:cubicBezTo>
                <a:cubicBezTo>
                  <a:pt x="30133" y="81277"/>
                  <a:pt x="31476" y="81277"/>
                  <a:pt x="31476" y="83718"/>
                </a:cubicBezTo>
                <a:cubicBezTo>
                  <a:pt x="31476" y="84816"/>
                  <a:pt x="30500" y="85060"/>
                  <a:pt x="29767" y="85060"/>
                </a:cubicBezTo>
                <a:cubicBezTo>
                  <a:pt x="24886" y="85060"/>
                  <a:pt x="19639" y="84694"/>
                  <a:pt x="14635" y="84694"/>
                </a:cubicBezTo>
                <a:cubicBezTo>
                  <a:pt x="12438" y="84694"/>
                  <a:pt x="10120" y="84816"/>
                  <a:pt x="7924" y="84816"/>
                </a:cubicBezTo>
                <a:cubicBezTo>
                  <a:pt x="5727" y="84816"/>
                  <a:pt x="3408" y="85060"/>
                  <a:pt x="1334" y="85060"/>
                </a:cubicBezTo>
                <a:cubicBezTo>
                  <a:pt x="480" y="85060"/>
                  <a:pt x="-985" y="85060"/>
                  <a:pt x="-985" y="82742"/>
                </a:cubicBezTo>
                <a:cubicBezTo>
                  <a:pt x="-985" y="81277"/>
                  <a:pt x="113" y="81277"/>
                  <a:pt x="2066" y="81277"/>
                </a:cubicBezTo>
                <a:cubicBezTo>
                  <a:pt x="8900" y="81277"/>
                  <a:pt x="9022" y="80179"/>
                  <a:pt x="9388" y="77128"/>
                </a:cubicBezTo>
                <a:lnTo>
                  <a:pt x="19028" y="1834"/>
                </a:lnTo>
                <a:cubicBezTo>
                  <a:pt x="19394" y="-607"/>
                  <a:pt x="19882" y="-972"/>
                  <a:pt x="21469" y="-972"/>
                </a:cubicBezTo>
                <a:cubicBezTo>
                  <a:pt x="23422" y="-972"/>
                  <a:pt x="23910" y="-362"/>
                  <a:pt x="24886" y="1224"/>
                </a:cubicBezTo>
                <a:lnTo>
                  <a:pt x="68817" y="71148"/>
                </a:lnTo>
              </a:path>
            </a:pathLst>
          </a:custGeom>
          <a:solidFill>
            <a:srgbClr val="000000"/>
          </a:solidFill>
          <a:ln w="44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sz="975"/>
          </a:p>
        </p:txBody>
      </p: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0F162D32-70E2-72C2-AD6B-D910AB935214}"/>
              </a:ext>
            </a:extLst>
          </p:cNvPr>
          <p:cNvGrpSpPr/>
          <p:nvPr/>
        </p:nvGrpSpPr>
        <p:grpSpPr>
          <a:xfrm>
            <a:off x="1053954" y="4284928"/>
            <a:ext cx="223057" cy="464344"/>
            <a:chOff x="1263756" y="4452981"/>
            <a:chExt cx="274532" cy="571500"/>
          </a:xfrm>
        </p:grpSpPr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5C2C84E5-A536-CADB-5371-22E80FD69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8763" y="4452981"/>
              <a:ext cx="9525" cy="5715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E0A4BFF9-651A-D820-22EA-AF826EE886EF}"/>
                </a:ext>
              </a:extLst>
            </p:cNvPr>
            <p:cNvSpPr/>
            <p:nvPr/>
          </p:nvSpPr>
          <p:spPr>
            <a:xfrm flipV="1">
              <a:off x="1263756" y="4632294"/>
              <a:ext cx="149928" cy="212874"/>
            </a:xfrm>
            <a:custGeom>
              <a:avLst/>
              <a:gdLst>
                <a:gd name="connsiteX0" fmla="*/ 109459 w 149928"/>
                <a:gd name="connsiteY0" fmla="*/ 187498 h 212874"/>
                <a:gd name="connsiteX1" fmla="*/ 138927 w 149928"/>
                <a:gd name="connsiteY1" fmla="*/ 201836 h 212874"/>
                <a:gd name="connsiteX2" fmla="*/ 149289 w 149928"/>
                <a:gd name="connsiteY2" fmla="*/ 207758 h 212874"/>
                <a:gd name="connsiteX3" fmla="*/ 144432 w 149928"/>
                <a:gd name="connsiteY3" fmla="*/ 211497 h 212874"/>
                <a:gd name="connsiteX4" fmla="*/ 101687 w 149928"/>
                <a:gd name="connsiteY4" fmla="*/ 210563 h 212874"/>
                <a:gd name="connsiteX5" fmla="*/ 58619 w 149928"/>
                <a:gd name="connsiteY5" fmla="*/ 211497 h 212874"/>
                <a:gd name="connsiteX6" fmla="*/ 52144 w 149928"/>
                <a:gd name="connsiteY6" fmla="*/ 205265 h 212874"/>
                <a:gd name="connsiteX7" fmla="*/ 61211 w 149928"/>
                <a:gd name="connsiteY7" fmla="*/ 201836 h 212874"/>
                <a:gd name="connsiteX8" fmla="*/ 83554 w 149928"/>
                <a:gd name="connsiteY8" fmla="*/ 195914 h 212874"/>
                <a:gd name="connsiteX9" fmla="*/ 82906 w 149928"/>
                <a:gd name="connsiteY9" fmla="*/ 190926 h 212874"/>
                <a:gd name="connsiteX10" fmla="*/ 39191 w 149928"/>
                <a:gd name="connsiteY10" fmla="*/ 22934 h 212874"/>
                <a:gd name="connsiteX11" fmla="*/ 9722 w 149928"/>
                <a:gd name="connsiteY11" fmla="*/ 8284 h 212874"/>
                <a:gd name="connsiteX12" fmla="*/ -639 w 149928"/>
                <a:gd name="connsiteY12" fmla="*/ 2050 h 212874"/>
                <a:gd name="connsiteX13" fmla="*/ 4217 w 149928"/>
                <a:gd name="connsiteY13" fmla="*/ -1378 h 212874"/>
                <a:gd name="connsiteX14" fmla="*/ 46639 w 149928"/>
                <a:gd name="connsiteY14" fmla="*/ -442 h 212874"/>
                <a:gd name="connsiteX15" fmla="*/ 90031 w 149928"/>
                <a:gd name="connsiteY15" fmla="*/ -1378 h 212874"/>
                <a:gd name="connsiteX16" fmla="*/ 96508 w 149928"/>
                <a:gd name="connsiteY16" fmla="*/ 4545 h 212874"/>
                <a:gd name="connsiteX17" fmla="*/ 86793 w 149928"/>
                <a:gd name="connsiteY17" fmla="*/ 8284 h 212874"/>
                <a:gd name="connsiteX18" fmla="*/ 72867 w 149928"/>
                <a:gd name="connsiteY18" fmla="*/ 8908 h 212874"/>
                <a:gd name="connsiteX19" fmla="*/ 64773 w 149928"/>
                <a:gd name="connsiteY19" fmla="*/ 14207 h 212874"/>
                <a:gd name="connsiteX20" fmla="*/ 66067 w 149928"/>
                <a:gd name="connsiteY20" fmla="*/ 21374 h 212874"/>
                <a:gd name="connsiteX21" fmla="*/ 109459 w 149928"/>
                <a:gd name="connsiteY21" fmla="*/ 187498 h 2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9928" h="212874">
                  <a:moveTo>
                    <a:pt x="109459" y="187498"/>
                  </a:moveTo>
                  <a:cubicBezTo>
                    <a:pt x="112374" y="198718"/>
                    <a:pt x="113346" y="201836"/>
                    <a:pt x="138927" y="201836"/>
                  </a:cubicBezTo>
                  <a:cubicBezTo>
                    <a:pt x="146700" y="201836"/>
                    <a:pt x="149289" y="201836"/>
                    <a:pt x="149289" y="207758"/>
                  </a:cubicBezTo>
                  <a:cubicBezTo>
                    <a:pt x="149289" y="211497"/>
                    <a:pt x="145727" y="211497"/>
                    <a:pt x="144432" y="211497"/>
                  </a:cubicBezTo>
                  <a:cubicBezTo>
                    <a:pt x="135041" y="211497"/>
                    <a:pt x="111079" y="210563"/>
                    <a:pt x="101687" y="210563"/>
                  </a:cubicBezTo>
                  <a:cubicBezTo>
                    <a:pt x="91972" y="210563"/>
                    <a:pt x="68334" y="211497"/>
                    <a:pt x="58619" y="211497"/>
                  </a:cubicBezTo>
                  <a:cubicBezTo>
                    <a:pt x="56352" y="211497"/>
                    <a:pt x="52144" y="211497"/>
                    <a:pt x="52144" y="205265"/>
                  </a:cubicBezTo>
                  <a:cubicBezTo>
                    <a:pt x="52144" y="201836"/>
                    <a:pt x="55057" y="201836"/>
                    <a:pt x="61211" y="201836"/>
                  </a:cubicBezTo>
                  <a:cubicBezTo>
                    <a:pt x="74811" y="201836"/>
                    <a:pt x="83554" y="201836"/>
                    <a:pt x="83554" y="195914"/>
                  </a:cubicBezTo>
                  <a:cubicBezTo>
                    <a:pt x="83554" y="194355"/>
                    <a:pt x="83554" y="193733"/>
                    <a:pt x="82906" y="190926"/>
                  </a:cubicBezTo>
                  <a:lnTo>
                    <a:pt x="39191" y="22934"/>
                  </a:lnTo>
                  <a:cubicBezTo>
                    <a:pt x="36276" y="11401"/>
                    <a:pt x="35304" y="8284"/>
                    <a:pt x="9722" y="8284"/>
                  </a:cubicBezTo>
                  <a:cubicBezTo>
                    <a:pt x="2276" y="8284"/>
                    <a:pt x="-639" y="8284"/>
                    <a:pt x="-639" y="2050"/>
                  </a:cubicBezTo>
                  <a:cubicBezTo>
                    <a:pt x="-639" y="-1378"/>
                    <a:pt x="3246" y="-1378"/>
                    <a:pt x="4217" y="-1378"/>
                  </a:cubicBezTo>
                  <a:cubicBezTo>
                    <a:pt x="13609" y="-1378"/>
                    <a:pt x="37247" y="-442"/>
                    <a:pt x="46639" y="-442"/>
                  </a:cubicBezTo>
                  <a:cubicBezTo>
                    <a:pt x="56352" y="-442"/>
                    <a:pt x="80316" y="-1378"/>
                    <a:pt x="90031" y="-1378"/>
                  </a:cubicBezTo>
                  <a:cubicBezTo>
                    <a:pt x="92621" y="-1378"/>
                    <a:pt x="96508" y="-1378"/>
                    <a:pt x="96508" y="4545"/>
                  </a:cubicBezTo>
                  <a:cubicBezTo>
                    <a:pt x="96508" y="8284"/>
                    <a:pt x="93916" y="8284"/>
                    <a:pt x="86793" y="8284"/>
                  </a:cubicBezTo>
                  <a:cubicBezTo>
                    <a:pt x="80964" y="8284"/>
                    <a:pt x="79344" y="8284"/>
                    <a:pt x="72867" y="8908"/>
                  </a:cubicBezTo>
                  <a:cubicBezTo>
                    <a:pt x="66067" y="9531"/>
                    <a:pt x="64773" y="10777"/>
                    <a:pt x="64773" y="14207"/>
                  </a:cubicBezTo>
                  <a:cubicBezTo>
                    <a:pt x="64773" y="16700"/>
                    <a:pt x="65421" y="19193"/>
                    <a:pt x="66067" y="21374"/>
                  </a:cubicBezTo>
                  <a:lnTo>
                    <a:pt x="109459" y="187498"/>
                  </a:ln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</p:spTree>
    <p:extLst>
      <p:ext uri="{BB962C8B-B14F-4D97-AF65-F5344CB8AC3E}">
        <p14:creationId xmlns:p14="http://schemas.microsoft.com/office/powerpoint/2010/main" val="152995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3497-2F47-B352-A158-E5D846A6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3AC36A0-C004-5AFA-BD0E-39ED77D2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8799D0-0006-50C4-2EA9-5C15A3CF536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DD44795-4F6C-4125-25AA-1938212979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2FC58CB2-AC5D-76C9-E152-EA4ABA300ED0}"/>
              </a:ext>
            </a:extLst>
          </p:cNvPr>
          <p:cNvSpPr/>
          <p:nvPr/>
        </p:nvSpPr>
        <p:spPr>
          <a:xfrm>
            <a:off x="6165918" y="3786474"/>
            <a:ext cx="2168983" cy="354519"/>
          </a:xfrm>
          <a:custGeom>
            <a:avLst/>
            <a:gdLst>
              <a:gd name="connsiteX0" fmla="*/ 0 w 571636"/>
              <a:gd name="connsiteY0" fmla="*/ 0 h 319650"/>
              <a:gd name="connsiteX1" fmla="*/ 571636 w 571636"/>
              <a:gd name="connsiteY1" fmla="*/ 0 h 319650"/>
              <a:gd name="connsiteX2" fmla="*/ 571636 w 571636"/>
              <a:gd name="connsiteY2" fmla="*/ 319650 h 319650"/>
              <a:gd name="connsiteX3" fmla="*/ 0 w 571636"/>
              <a:gd name="connsiteY3" fmla="*/ 319650 h 319650"/>
              <a:gd name="connsiteX4" fmla="*/ 0 w 571636"/>
              <a:gd name="connsiteY4" fmla="*/ 0 h 319650"/>
              <a:gd name="connsiteX0" fmla="*/ 0 w 2595699"/>
              <a:gd name="connsiteY0" fmla="*/ 0 h 992981"/>
              <a:gd name="connsiteX1" fmla="*/ 2595699 w 2595699"/>
              <a:gd name="connsiteY1" fmla="*/ 992981 h 992981"/>
              <a:gd name="connsiteX2" fmla="*/ 571636 w 2595699"/>
              <a:gd name="connsiteY2" fmla="*/ 319650 h 992981"/>
              <a:gd name="connsiteX3" fmla="*/ 0 w 2595699"/>
              <a:gd name="connsiteY3" fmla="*/ 319650 h 992981"/>
              <a:gd name="connsiteX4" fmla="*/ 0 w 2595699"/>
              <a:gd name="connsiteY4" fmla="*/ 0 h 992981"/>
              <a:gd name="connsiteX0" fmla="*/ 0 w 3055280"/>
              <a:gd name="connsiteY0" fmla="*/ 0 h 1407881"/>
              <a:gd name="connsiteX1" fmla="*/ 2595699 w 3055280"/>
              <a:gd name="connsiteY1" fmla="*/ 992981 h 1407881"/>
              <a:gd name="connsiteX2" fmla="*/ 3055280 w 3055280"/>
              <a:gd name="connsiteY2" fmla="*/ 1407881 h 1407881"/>
              <a:gd name="connsiteX3" fmla="*/ 0 w 3055280"/>
              <a:gd name="connsiteY3" fmla="*/ 319650 h 1407881"/>
              <a:gd name="connsiteX4" fmla="*/ 0 w 3055280"/>
              <a:gd name="connsiteY4" fmla="*/ 0 h 1407881"/>
              <a:gd name="connsiteX0" fmla="*/ 0 w 3055280"/>
              <a:gd name="connsiteY0" fmla="*/ 0 h 1407881"/>
              <a:gd name="connsiteX1" fmla="*/ 2595699 w 3055280"/>
              <a:gd name="connsiteY1" fmla="*/ 992981 h 1407881"/>
              <a:gd name="connsiteX2" fmla="*/ 3055280 w 3055280"/>
              <a:gd name="connsiteY2" fmla="*/ 1407881 h 1407881"/>
              <a:gd name="connsiteX3" fmla="*/ 619125 w 3055280"/>
              <a:gd name="connsiteY3" fmla="*/ 1386450 h 1407881"/>
              <a:gd name="connsiteX4" fmla="*/ 0 w 3055280"/>
              <a:gd name="connsiteY4" fmla="*/ 0 h 1407881"/>
              <a:gd name="connsiteX0" fmla="*/ 0 w 3033848"/>
              <a:gd name="connsiteY0" fmla="*/ 0 h 1395975"/>
              <a:gd name="connsiteX1" fmla="*/ 2595699 w 3033848"/>
              <a:gd name="connsiteY1" fmla="*/ 992981 h 1395975"/>
              <a:gd name="connsiteX2" fmla="*/ 3033848 w 3033848"/>
              <a:gd name="connsiteY2" fmla="*/ 1395975 h 1395975"/>
              <a:gd name="connsiteX3" fmla="*/ 619125 w 3033848"/>
              <a:gd name="connsiteY3" fmla="*/ 1386450 h 1395975"/>
              <a:gd name="connsiteX4" fmla="*/ 0 w 3033848"/>
              <a:gd name="connsiteY4" fmla="*/ 0 h 1395975"/>
              <a:gd name="connsiteX0" fmla="*/ 0 w 2843348"/>
              <a:gd name="connsiteY0" fmla="*/ 0 h 553012"/>
              <a:gd name="connsiteX1" fmla="*/ 2405199 w 2843348"/>
              <a:gd name="connsiteY1" fmla="*/ 150018 h 553012"/>
              <a:gd name="connsiteX2" fmla="*/ 2843348 w 2843348"/>
              <a:gd name="connsiteY2" fmla="*/ 553012 h 553012"/>
              <a:gd name="connsiteX3" fmla="*/ 428625 w 2843348"/>
              <a:gd name="connsiteY3" fmla="*/ 543487 h 553012"/>
              <a:gd name="connsiteX4" fmla="*/ 0 w 2843348"/>
              <a:gd name="connsiteY4" fmla="*/ 0 h 553012"/>
              <a:gd name="connsiteX0" fmla="*/ 0 w 2567123"/>
              <a:gd name="connsiteY0" fmla="*/ 173832 h 402994"/>
              <a:gd name="connsiteX1" fmla="*/ 2128974 w 2567123"/>
              <a:gd name="connsiteY1" fmla="*/ 0 h 402994"/>
              <a:gd name="connsiteX2" fmla="*/ 2567123 w 2567123"/>
              <a:gd name="connsiteY2" fmla="*/ 402994 h 402994"/>
              <a:gd name="connsiteX3" fmla="*/ 152400 w 2567123"/>
              <a:gd name="connsiteY3" fmla="*/ 393469 h 402994"/>
              <a:gd name="connsiteX4" fmla="*/ 0 w 2567123"/>
              <a:gd name="connsiteY4" fmla="*/ 173832 h 402994"/>
              <a:gd name="connsiteX0" fmla="*/ 0 w 2733811"/>
              <a:gd name="connsiteY0" fmla="*/ 0 h 405375"/>
              <a:gd name="connsiteX1" fmla="*/ 2295662 w 2733811"/>
              <a:gd name="connsiteY1" fmla="*/ 2381 h 405375"/>
              <a:gd name="connsiteX2" fmla="*/ 2733811 w 2733811"/>
              <a:gd name="connsiteY2" fmla="*/ 405375 h 405375"/>
              <a:gd name="connsiteX3" fmla="*/ 319088 w 2733811"/>
              <a:gd name="connsiteY3" fmla="*/ 395850 h 405375"/>
              <a:gd name="connsiteX4" fmla="*/ 0 w 2733811"/>
              <a:gd name="connsiteY4" fmla="*/ 0 h 405375"/>
              <a:gd name="connsiteX0" fmla="*/ 0 w 2733811"/>
              <a:gd name="connsiteY0" fmla="*/ 2381 h 407756"/>
              <a:gd name="connsiteX1" fmla="*/ 2221843 w 2733811"/>
              <a:gd name="connsiteY1" fmla="*/ 0 h 407756"/>
              <a:gd name="connsiteX2" fmla="*/ 2733811 w 2733811"/>
              <a:gd name="connsiteY2" fmla="*/ 407756 h 407756"/>
              <a:gd name="connsiteX3" fmla="*/ 319088 w 2733811"/>
              <a:gd name="connsiteY3" fmla="*/ 398231 h 407756"/>
              <a:gd name="connsiteX4" fmla="*/ 0 w 2733811"/>
              <a:gd name="connsiteY4" fmla="*/ 2381 h 407756"/>
              <a:gd name="connsiteX0" fmla="*/ 0 w 2669517"/>
              <a:gd name="connsiteY0" fmla="*/ 0 h 436331"/>
              <a:gd name="connsiteX1" fmla="*/ 2157549 w 2669517"/>
              <a:gd name="connsiteY1" fmla="*/ 28575 h 436331"/>
              <a:gd name="connsiteX2" fmla="*/ 2669517 w 2669517"/>
              <a:gd name="connsiteY2" fmla="*/ 436331 h 436331"/>
              <a:gd name="connsiteX3" fmla="*/ 254794 w 2669517"/>
              <a:gd name="connsiteY3" fmla="*/ 426806 h 436331"/>
              <a:gd name="connsiteX4" fmla="*/ 0 w 2669517"/>
              <a:gd name="connsiteY4" fmla="*/ 0 h 436331"/>
              <a:gd name="connsiteX0" fmla="*/ 0 w 2669517"/>
              <a:gd name="connsiteY0" fmla="*/ 0 h 436331"/>
              <a:gd name="connsiteX1" fmla="*/ 2126593 w 2669517"/>
              <a:gd name="connsiteY1" fmla="*/ 21431 h 436331"/>
              <a:gd name="connsiteX2" fmla="*/ 2669517 w 2669517"/>
              <a:gd name="connsiteY2" fmla="*/ 436331 h 436331"/>
              <a:gd name="connsiteX3" fmla="*/ 254794 w 2669517"/>
              <a:gd name="connsiteY3" fmla="*/ 426806 h 436331"/>
              <a:gd name="connsiteX4" fmla="*/ 0 w 2669517"/>
              <a:gd name="connsiteY4" fmla="*/ 0 h 436331"/>
              <a:gd name="connsiteX0" fmla="*/ 0 w 2669517"/>
              <a:gd name="connsiteY0" fmla="*/ 0 h 436331"/>
              <a:gd name="connsiteX1" fmla="*/ 2145643 w 2669517"/>
              <a:gd name="connsiteY1" fmla="*/ 26194 h 436331"/>
              <a:gd name="connsiteX2" fmla="*/ 2669517 w 2669517"/>
              <a:gd name="connsiteY2" fmla="*/ 436331 h 436331"/>
              <a:gd name="connsiteX3" fmla="*/ 254794 w 2669517"/>
              <a:gd name="connsiteY3" fmla="*/ 426806 h 436331"/>
              <a:gd name="connsiteX4" fmla="*/ 0 w 2669517"/>
              <a:gd name="connsiteY4" fmla="*/ 0 h 43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69517" h="436331">
                <a:moveTo>
                  <a:pt x="0" y="0"/>
                </a:moveTo>
                <a:lnTo>
                  <a:pt x="2145643" y="26194"/>
                </a:lnTo>
                <a:lnTo>
                  <a:pt x="2669517" y="436331"/>
                </a:lnTo>
                <a:lnTo>
                  <a:pt x="254794" y="426806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2" name="フリーフォーム: 図形 1">
            <a:extLst>
              <a:ext uri="{FF2B5EF4-FFF2-40B4-BE49-F238E27FC236}">
                <a16:creationId xmlns:a16="http://schemas.microsoft.com/office/drawing/2014/main" id="{091669FF-B200-5716-5F17-8EC1E8219C05}"/>
              </a:ext>
            </a:extLst>
          </p:cNvPr>
          <p:cNvSpPr/>
          <p:nvPr/>
        </p:nvSpPr>
        <p:spPr>
          <a:xfrm>
            <a:off x="6017849" y="3673219"/>
            <a:ext cx="1242001" cy="457134"/>
          </a:xfrm>
          <a:custGeom>
            <a:avLst/>
            <a:gdLst>
              <a:gd name="connsiteX0" fmla="*/ 240506 w 1528617"/>
              <a:gd name="connsiteY0" fmla="*/ 0 h 552308"/>
              <a:gd name="connsiteX1" fmla="*/ 1164466 w 1528617"/>
              <a:gd name="connsiteY1" fmla="*/ 1588 h 552308"/>
              <a:gd name="connsiteX2" fmla="*/ 1189075 w 1528617"/>
              <a:gd name="connsiteY2" fmla="*/ 151663 h 552308"/>
              <a:gd name="connsiteX3" fmla="*/ 381274 w 1528617"/>
              <a:gd name="connsiteY3" fmla="*/ 163528 h 552308"/>
              <a:gd name="connsiteX4" fmla="*/ 547173 w 1528617"/>
              <a:gd name="connsiteY4" fmla="*/ 362405 h 552308"/>
              <a:gd name="connsiteX5" fmla="*/ 1430192 w 1528617"/>
              <a:gd name="connsiteY5" fmla="*/ 352229 h 552308"/>
              <a:gd name="connsiteX6" fmla="*/ 1528617 w 1528617"/>
              <a:gd name="connsiteY6" fmla="*/ 549929 h 552308"/>
              <a:gd name="connsiteX7" fmla="*/ 418124 w 1528617"/>
              <a:gd name="connsiteY7" fmla="*/ 552308 h 552308"/>
              <a:gd name="connsiteX8" fmla="*/ 424130 w 1528617"/>
              <a:gd name="connsiteY8" fmla="*/ 542540 h 552308"/>
              <a:gd name="connsiteX9" fmla="*/ 0 w 1528617"/>
              <a:gd name="connsiteY9" fmla="*/ 1642 h 552308"/>
              <a:gd name="connsiteX10" fmla="*/ 250410 w 1528617"/>
              <a:gd name="connsiteY10" fmla="*/ 11730 h 552308"/>
              <a:gd name="connsiteX0" fmla="*/ 250410 w 1528617"/>
              <a:gd name="connsiteY0" fmla="*/ 10142 h 550720"/>
              <a:gd name="connsiteX1" fmla="*/ 1164466 w 1528617"/>
              <a:gd name="connsiteY1" fmla="*/ 0 h 550720"/>
              <a:gd name="connsiteX2" fmla="*/ 1189075 w 1528617"/>
              <a:gd name="connsiteY2" fmla="*/ 150075 h 550720"/>
              <a:gd name="connsiteX3" fmla="*/ 381274 w 1528617"/>
              <a:gd name="connsiteY3" fmla="*/ 161940 h 550720"/>
              <a:gd name="connsiteX4" fmla="*/ 547173 w 1528617"/>
              <a:gd name="connsiteY4" fmla="*/ 360817 h 550720"/>
              <a:gd name="connsiteX5" fmla="*/ 1430192 w 1528617"/>
              <a:gd name="connsiteY5" fmla="*/ 350641 h 550720"/>
              <a:gd name="connsiteX6" fmla="*/ 1528617 w 1528617"/>
              <a:gd name="connsiteY6" fmla="*/ 548341 h 550720"/>
              <a:gd name="connsiteX7" fmla="*/ 418124 w 1528617"/>
              <a:gd name="connsiteY7" fmla="*/ 550720 h 550720"/>
              <a:gd name="connsiteX8" fmla="*/ 424130 w 1528617"/>
              <a:gd name="connsiteY8" fmla="*/ 540952 h 550720"/>
              <a:gd name="connsiteX9" fmla="*/ 0 w 1528617"/>
              <a:gd name="connsiteY9" fmla="*/ 54 h 550720"/>
              <a:gd name="connsiteX10" fmla="*/ 250410 w 1528617"/>
              <a:gd name="connsiteY10" fmla="*/ 10142 h 550720"/>
              <a:gd name="connsiteX0" fmla="*/ 0 w 1528617"/>
              <a:gd name="connsiteY0" fmla="*/ 54 h 550720"/>
              <a:gd name="connsiteX1" fmla="*/ 1164466 w 1528617"/>
              <a:gd name="connsiteY1" fmla="*/ 0 h 550720"/>
              <a:gd name="connsiteX2" fmla="*/ 1189075 w 1528617"/>
              <a:gd name="connsiteY2" fmla="*/ 150075 h 550720"/>
              <a:gd name="connsiteX3" fmla="*/ 381274 w 1528617"/>
              <a:gd name="connsiteY3" fmla="*/ 161940 h 550720"/>
              <a:gd name="connsiteX4" fmla="*/ 547173 w 1528617"/>
              <a:gd name="connsiteY4" fmla="*/ 360817 h 550720"/>
              <a:gd name="connsiteX5" fmla="*/ 1430192 w 1528617"/>
              <a:gd name="connsiteY5" fmla="*/ 350641 h 550720"/>
              <a:gd name="connsiteX6" fmla="*/ 1528617 w 1528617"/>
              <a:gd name="connsiteY6" fmla="*/ 548341 h 550720"/>
              <a:gd name="connsiteX7" fmla="*/ 418124 w 1528617"/>
              <a:gd name="connsiteY7" fmla="*/ 550720 h 550720"/>
              <a:gd name="connsiteX8" fmla="*/ 424130 w 1528617"/>
              <a:gd name="connsiteY8" fmla="*/ 540952 h 550720"/>
              <a:gd name="connsiteX9" fmla="*/ 0 w 1528617"/>
              <a:gd name="connsiteY9" fmla="*/ 54 h 550720"/>
              <a:gd name="connsiteX0" fmla="*/ 0 w 1528617"/>
              <a:gd name="connsiteY0" fmla="*/ 11960 h 562626"/>
              <a:gd name="connsiteX1" fmla="*/ 1164466 w 1528617"/>
              <a:gd name="connsiteY1" fmla="*/ 0 h 562626"/>
              <a:gd name="connsiteX2" fmla="*/ 1189075 w 1528617"/>
              <a:gd name="connsiteY2" fmla="*/ 161981 h 562626"/>
              <a:gd name="connsiteX3" fmla="*/ 381274 w 1528617"/>
              <a:gd name="connsiteY3" fmla="*/ 173846 h 562626"/>
              <a:gd name="connsiteX4" fmla="*/ 547173 w 1528617"/>
              <a:gd name="connsiteY4" fmla="*/ 372723 h 562626"/>
              <a:gd name="connsiteX5" fmla="*/ 1430192 w 1528617"/>
              <a:gd name="connsiteY5" fmla="*/ 362547 h 562626"/>
              <a:gd name="connsiteX6" fmla="*/ 1528617 w 1528617"/>
              <a:gd name="connsiteY6" fmla="*/ 560247 h 562626"/>
              <a:gd name="connsiteX7" fmla="*/ 418124 w 1528617"/>
              <a:gd name="connsiteY7" fmla="*/ 562626 h 562626"/>
              <a:gd name="connsiteX8" fmla="*/ 424130 w 1528617"/>
              <a:gd name="connsiteY8" fmla="*/ 552858 h 562626"/>
              <a:gd name="connsiteX9" fmla="*/ 0 w 1528617"/>
              <a:gd name="connsiteY9" fmla="*/ 11960 h 562626"/>
              <a:gd name="connsiteX0" fmla="*/ 0 w 1528617"/>
              <a:gd name="connsiteY0" fmla="*/ 11960 h 562626"/>
              <a:gd name="connsiteX1" fmla="*/ 1164466 w 1528617"/>
              <a:gd name="connsiteY1" fmla="*/ 0 h 562626"/>
              <a:gd name="connsiteX2" fmla="*/ 1189075 w 1528617"/>
              <a:gd name="connsiteY2" fmla="*/ 161981 h 562626"/>
              <a:gd name="connsiteX3" fmla="*/ 400324 w 1528617"/>
              <a:gd name="connsiteY3" fmla="*/ 164321 h 562626"/>
              <a:gd name="connsiteX4" fmla="*/ 547173 w 1528617"/>
              <a:gd name="connsiteY4" fmla="*/ 372723 h 562626"/>
              <a:gd name="connsiteX5" fmla="*/ 1430192 w 1528617"/>
              <a:gd name="connsiteY5" fmla="*/ 362547 h 562626"/>
              <a:gd name="connsiteX6" fmla="*/ 1528617 w 1528617"/>
              <a:gd name="connsiteY6" fmla="*/ 560247 h 562626"/>
              <a:gd name="connsiteX7" fmla="*/ 418124 w 1528617"/>
              <a:gd name="connsiteY7" fmla="*/ 562626 h 562626"/>
              <a:gd name="connsiteX8" fmla="*/ 424130 w 1528617"/>
              <a:gd name="connsiteY8" fmla="*/ 552858 h 562626"/>
              <a:gd name="connsiteX9" fmla="*/ 0 w 1528617"/>
              <a:gd name="connsiteY9" fmla="*/ 11960 h 562626"/>
              <a:gd name="connsiteX0" fmla="*/ 0 w 1528617"/>
              <a:gd name="connsiteY0" fmla="*/ 11960 h 562626"/>
              <a:gd name="connsiteX1" fmla="*/ 1164466 w 1528617"/>
              <a:gd name="connsiteY1" fmla="*/ 0 h 562626"/>
              <a:gd name="connsiteX2" fmla="*/ 1189075 w 1528617"/>
              <a:gd name="connsiteY2" fmla="*/ 161981 h 562626"/>
              <a:gd name="connsiteX3" fmla="*/ 400324 w 1528617"/>
              <a:gd name="connsiteY3" fmla="*/ 164321 h 562626"/>
              <a:gd name="connsiteX4" fmla="*/ 547173 w 1528617"/>
              <a:gd name="connsiteY4" fmla="*/ 372723 h 562626"/>
              <a:gd name="connsiteX5" fmla="*/ 1430192 w 1528617"/>
              <a:gd name="connsiteY5" fmla="*/ 362547 h 562626"/>
              <a:gd name="connsiteX6" fmla="*/ 1528617 w 1528617"/>
              <a:gd name="connsiteY6" fmla="*/ 560247 h 562626"/>
              <a:gd name="connsiteX7" fmla="*/ 418124 w 1528617"/>
              <a:gd name="connsiteY7" fmla="*/ 562626 h 562626"/>
              <a:gd name="connsiteX8" fmla="*/ 0 w 1528617"/>
              <a:gd name="connsiteY8" fmla="*/ 11960 h 562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8617" h="562626">
                <a:moveTo>
                  <a:pt x="0" y="11960"/>
                </a:moveTo>
                <a:lnTo>
                  <a:pt x="1164466" y="0"/>
                </a:lnTo>
                <a:lnTo>
                  <a:pt x="1189075" y="161981"/>
                </a:lnTo>
                <a:lnTo>
                  <a:pt x="400324" y="164321"/>
                </a:lnTo>
                <a:lnTo>
                  <a:pt x="547173" y="372723"/>
                </a:lnTo>
                <a:lnTo>
                  <a:pt x="1430192" y="362547"/>
                </a:lnTo>
                <a:lnTo>
                  <a:pt x="1528617" y="560247"/>
                </a:lnTo>
                <a:lnTo>
                  <a:pt x="418124" y="562626"/>
                </a:lnTo>
                <a:lnTo>
                  <a:pt x="0" y="1196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975" dirty="0"/>
          </a:p>
        </p:txBody>
      </p:sp>
      <p:sp>
        <p:nvSpPr>
          <p:cNvPr id="98" name="正方形/長方形 96">
            <a:extLst>
              <a:ext uri="{FF2B5EF4-FFF2-40B4-BE49-F238E27FC236}">
                <a16:creationId xmlns:a16="http://schemas.microsoft.com/office/drawing/2014/main" id="{6B93772E-75C7-CFD9-C15A-0EB47CEBCB22}"/>
              </a:ext>
            </a:extLst>
          </p:cNvPr>
          <p:cNvSpPr/>
          <p:nvPr/>
        </p:nvSpPr>
        <p:spPr>
          <a:xfrm>
            <a:off x="7174858" y="3261968"/>
            <a:ext cx="579170" cy="868753"/>
          </a:xfrm>
          <a:custGeom>
            <a:avLst/>
            <a:gdLst>
              <a:gd name="connsiteX0" fmla="*/ 0 w 3451262"/>
              <a:gd name="connsiteY0" fmla="*/ 0 h 1911404"/>
              <a:gd name="connsiteX1" fmla="*/ 3451262 w 3451262"/>
              <a:gd name="connsiteY1" fmla="*/ 0 h 1911404"/>
              <a:gd name="connsiteX2" fmla="*/ 3451262 w 3451262"/>
              <a:gd name="connsiteY2" fmla="*/ 1911404 h 1911404"/>
              <a:gd name="connsiteX3" fmla="*/ 0 w 3451262"/>
              <a:gd name="connsiteY3" fmla="*/ 1911404 h 1911404"/>
              <a:gd name="connsiteX4" fmla="*/ 0 w 3451262"/>
              <a:gd name="connsiteY4" fmla="*/ 0 h 1911404"/>
              <a:gd name="connsiteX0" fmla="*/ 0 w 5724562"/>
              <a:gd name="connsiteY0" fmla="*/ 0 h 1911404"/>
              <a:gd name="connsiteX1" fmla="*/ 5724562 w 5724562"/>
              <a:gd name="connsiteY1" fmla="*/ 1797050 h 1911404"/>
              <a:gd name="connsiteX2" fmla="*/ 3451262 w 5724562"/>
              <a:gd name="connsiteY2" fmla="*/ 1911404 h 1911404"/>
              <a:gd name="connsiteX3" fmla="*/ 0 w 5724562"/>
              <a:gd name="connsiteY3" fmla="*/ 1911404 h 1911404"/>
              <a:gd name="connsiteX4" fmla="*/ 0 w 5724562"/>
              <a:gd name="connsiteY4" fmla="*/ 0 h 1911404"/>
              <a:gd name="connsiteX0" fmla="*/ 0 w 5846799"/>
              <a:gd name="connsiteY0" fmla="*/ 0 h 1954267"/>
              <a:gd name="connsiteX1" fmla="*/ 5724562 w 5846799"/>
              <a:gd name="connsiteY1" fmla="*/ 1797050 h 1954267"/>
              <a:gd name="connsiteX2" fmla="*/ 5846799 w 5846799"/>
              <a:gd name="connsiteY2" fmla="*/ 1954267 h 1954267"/>
              <a:gd name="connsiteX3" fmla="*/ 0 w 5846799"/>
              <a:gd name="connsiteY3" fmla="*/ 1911404 h 1954267"/>
              <a:gd name="connsiteX4" fmla="*/ 0 w 5846799"/>
              <a:gd name="connsiteY4" fmla="*/ 0 h 1954267"/>
              <a:gd name="connsiteX0" fmla="*/ 5172075 w 5846799"/>
              <a:gd name="connsiteY0" fmla="*/ 17462 h 157217"/>
              <a:gd name="connsiteX1" fmla="*/ 5724562 w 5846799"/>
              <a:gd name="connsiteY1" fmla="*/ 0 h 157217"/>
              <a:gd name="connsiteX2" fmla="*/ 5846799 w 5846799"/>
              <a:gd name="connsiteY2" fmla="*/ 157217 h 157217"/>
              <a:gd name="connsiteX3" fmla="*/ 0 w 5846799"/>
              <a:gd name="connsiteY3" fmla="*/ 114354 h 157217"/>
              <a:gd name="connsiteX4" fmla="*/ 5172075 w 5846799"/>
              <a:gd name="connsiteY4" fmla="*/ 17462 h 157217"/>
              <a:gd name="connsiteX0" fmla="*/ 0 w 674724"/>
              <a:gd name="connsiteY0" fmla="*/ 17462 h 157217"/>
              <a:gd name="connsiteX1" fmla="*/ 552487 w 674724"/>
              <a:gd name="connsiteY1" fmla="*/ 0 h 157217"/>
              <a:gd name="connsiteX2" fmla="*/ 674724 w 674724"/>
              <a:gd name="connsiteY2" fmla="*/ 157217 h 157217"/>
              <a:gd name="connsiteX3" fmla="*/ 195262 w 674724"/>
              <a:gd name="connsiteY3" fmla="*/ 142929 h 157217"/>
              <a:gd name="connsiteX4" fmla="*/ 0 w 674724"/>
              <a:gd name="connsiteY4" fmla="*/ 17462 h 157217"/>
              <a:gd name="connsiteX0" fmla="*/ 0 w 674724"/>
              <a:gd name="connsiteY0" fmla="*/ 24606 h 164361"/>
              <a:gd name="connsiteX1" fmla="*/ 516768 w 674724"/>
              <a:gd name="connsiteY1" fmla="*/ 0 h 164361"/>
              <a:gd name="connsiteX2" fmla="*/ 674724 w 674724"/>
              <a:gd name="connsiteY2" fmla="*/ 164361 h 164361"/>
              <a:gd name="connsiteX3" fmla="*/ 195262 w 674724"/>
              <a:gd name="connsiteY3" fmla="*/ 150073 h 164361"/>
              <a:gd name="connsiteX4" fmla="*/ 0 w 674724"/>
              <a:gd name="connsiteY4" fmla="*/ 24606 h 164361"/>
              <a:gd name="connsiteX0" fmla="*/ 0 w 586618"/>
              <a:gd name="connsiteY0" fmla="*/ 12700 h 164361"/>
              <a:gd name="connsiteX1" fmla="*/ 428662 w 586618"/>
              <a:gd name="connsiteY1" fmla="*/ 0 h 164361"/>
              <a:gd name="connsiteX2" fmla="*/ 586618 w 586618"/>
              <a:gd name="connsiteY2" fmla="*/ 164361 h 164361"/>
              <a:gd name="connsiteX3" fmla="*/ 107156 w 586618"/>
              <a:gd name="connsiteY3" fmla="*/ 150073 h 164361"/>
              <a:gd name="connsiteX4" fmla="*/ 0 w 586618"/>
              <a:gd name="connsiteY4" fmla="*/ 12700 h 164361"/>
              <a:gd name="connsiteX0" fmla="*/ 0 w 586618"/>
              <a:gd name="connsiteY0" fmla="*/ 3175 h 154836"/>
              <a:gd name="connsiteX1" fmla="*/ 440568 w 586618"/>
              <a:gd name="connsiteY1" fmla="*/ 0 h 154836"/>
              <a:gd name="connsiteX2" fmla="*/ 586618 w 586618"/>
              <a:gd name="connsiteY2" fmla="*/ 154836 h 154836"/>
              <a:gd name="connsiteX3" fmla="*/ 107156 w 586618"/>
              <a:gd name="connsiteY3" fmla="*/ 140548 h 154836"/>
              <a:gd name="connsiteX4" fmla="*/ 0 w 586618"/>
              <a:gd name="connsiteY4" fmla="*/ 3175 h 154836"/>
              <a:gd name="connsiteX0" fmla="*/ 0 w 588999"/>
              <a:gd name="connsiteY0" fmla="*/ 3175 h 147692"/>
              <a:gd name="connsiteX1" fmla="*/ 440568 w 588999"/>
              <a:gd name="connsiteY1" fmla="*/ 0 h 147692"/>
              <a:gd name="connsiteX2" fmla="*/ 588999 w 588999"/>
              <a:gd name="connsiteY2" fmla="*/ 147692 h 147692"/>
              <a:gd name="connsiteX3" fmla="*/ 107156 w 588999"/>
              <a:gd name="connsiteY3" fmla="*/ 140548 h 147692"/>
              <a:gd name="connsiteX4" fmla="*/ 0 w 588999"/>
              <a:gd name="connsiteY4" fmla="*/ 3175 h 147692"/>
              <a:gd name="connsiteX0" fmla="*/ 0 w 588999"/>
              <a:gd name="connsiteY0" fmla="*/ 3175 h 147692"/>
              <a:gd name="connsiteX1" fmla="*/ 440568 w 588999"/>
              <a:gd name="connsiteY1" fmla="*/ 0 h 147692"/>
              <a:gd name="connsiteX2" fmla="*/ 588999 w 588999"/>
              <a:gd name="connsiteY2" fmla="*/ 147692 h 147692"/>
              <a:gd name="connsiteX3" fmla="*/ 123825 w 588999"/>
              <a:gd name="connsiteY3" fmla="*/ 147692 h 147692"/>
              <a:gd name="connsiteX4" fmla="*/ 0 w 588999"/>
              <a:gd name="connsiteY4" fmla="*/ 3175 h 147692"/>
              <a:gd name="connsiteX0" fmla="*/ 0 w 588999"/>
              <a:gd name="connsiteY0" fmla="*/ 0 h 144517"/>
              <a:gd name="connsiteX1" fmla="*/ 442950 w 588999"/>
              <a:gd name="connsiteY1" fmla="*/ 3969 h 144517"/>
              <a:gd name="connsiteX2" fmla="*/ 588999 w 588999"/>
              <a:gd name="connsiteY2" fmla="*/ 144517 h 144517"/>
              <a:gd name="connsiteX3" fmla="*/ 123825 w 588999"/>
              <a:gd name="connsiteY3" fmla="*/ 144517 h 144517"/>
              <a:gd name="connsiteX4" fmla="*/ 0 w 588999"/>
              <a:gd name="connsiteY4" fmla="*/ 0 h 144517"/>
              <a:gd name="connsiteX0" fmla="*/ 0 w 669961"/>
              <a:gd name="connsiteY0" fmla="*/ 0 h 161186"/>
              <a:gd name="connsiteX1" fmla="*/ 442950 w 669961"/>
              <a:gd name="connsiteY1" fmla="*/ 3969 h 161186"/>
              <a:gd name="connsiteX2" fmla="*/ 669961 w 669961"/>
              <a:gd name="connsiteY2" fmla="*/ 161186 h 161186"/>
              <a:gd name="connsiteX3" fmla="*/ 123825 w 669961"/>
              <a:gd name="connsiteY3" fmla="*/ 144517 h 161186"/>
              <a:gd name="connsiteX4" fmla="*/ 0 w 669961"/>
              <a:gd name="connsiteY4" fmla="*/ 0 h 161186"/>
              <a:gd name="connsiteX0" fmla="*/ 0 w 669961"/>
              <a:gd name="connsiteY0" fmla="*/ 0 h 161186"/>
              <a:gd name="connsiteX1" fmla="*/ 545344 w 669961"/>
              <a:gd name="connsiteY1" fmla="*/ 20638 h 161186"/>
              <a:gd name="connsiteX2" fmla="*/ 669961 w 669961"/>
              <a:gd name="connsiteY2" fmla="*/ 161186 h 161186"/>
              <a:gd name="connsiteX3" fmla="*/ 123825 w 669961"/>
              <a:gd name="connsiteY3" fmla="*/ 144517 h 161186"/>
              <a:gd name="connsiteX4" fmla="*/ 0 w 669961"/>
              <a:gd name="connsiteY4" fmla="*/ 0 h 161186"/>
              <a:gd name="connsiteX0" fmla="*/ 0 w 669961"/>
              <a:gd name="connsiteY0" fmla="*/ 0 h 766023"/>
              <a:gd name="connsiteX1" fmla="*/ 545344 w 669961"/>
              <a:gd name="connsiteY1" fmla="*/ 20638 h 766023"/>
              <a:gd name="connsiteX2" fmla="*/ 669961 w 669961"/>
              <a:gd name="connsiteY2" fmla="*/ 161186 h 766023"/>
              <a:gd name="connsiteX3" fmla="*/ 271463 w 669961"/>
              <a:gd name="connsiteY3" fmla="*/ 766023 h 766023"/>
              <a:gd name="connsiteX4" fmla="*/ 0 w 669961"/>
              <a:gd name="connsiteY4" fmla="*/ 0 h 766023"/>
              <a:gd name="connsiteX0" fmla="*/ 0 w 669961"/>
              <a:gd name="connsiteY0" fmla="*/ 0 h 1075585"/>
              <a:gd name="connsiteX1" fmla="*/ 545344 w 669961"/>
              <a:gd name="connsiteY1" fmla="*/ 20638 h 1075585"/>
              <a:gd name="connsiteX2" fmla="*/ 669961 w 669961"/>
              <a:gd name="connsiteY2" fmla="*/ 161186 h 1075585"/>
              <a:gd name="connsiteX3" fmla="*/ 73819 w 669961"/>
              <a:gd name="connsiteY3" fmla="*/ 1075585 h 1075585"/>
              <a:gd name="connsiteX4" fmla="*/ 0 w 669961"/>
              <a:gd name="connsiteY4" fmla="*/ 0 h 1075585"/>
              <a:gd name="connsiteX0" fmla="*/ 0 w 655674"/>
              <a:gd name="connsiteY0" fmla="*/ 0 h 1075585"/>
              <a:gd name="connsiteX1" fmla="*/ 545344 w 655674"/>
              <a:gd name="connsiteY1" fmla="*/ 20638 h 1075585"/>
              <a:gd name="connsiteX2" fmla="*/ 655674 w 655674"/>
              <a:gd name="connsiteY2" fmla="*/ 163567 h 1075585"/>
              <a:gd name="connsiteX3" fmla="*/ 73819 w 655674"/>
              <a:gd name="connsiteY3" fmla="*/ 1075585 h 1075585"/>
              <a:gd name="connsiteX4" fmla="*/ 0 w 655674"/>
              <a:gd name="connsiteY4" fmla="*/ 0 h 1075585"/>
              <a:gd name="connsiteX0" fmla="*/ 0 w 669962"/>
              <a:gd name="connsiteY0" fmla="*/ 0 h 1075585"/>
              <a:gd name="connsiteX1" fmla="*/ 545344 w 669962"/>
              <a:gd name="connsiteY1" fmla="*/ 20638 h 1075585"/>
              <a:gd name="connsiteX2" fmla="*/ 669962 w 669962"/>
              <a:gd name="connsiteY2" fmla="*/ 158805 h 1075585"/>
              <a:gd name="connsiteX3" fmla="*/ 73819 w 669962"/>
              <a:gd name="connsiteY3" fmla="*/ 1075585 h 1075585"/>
              <a:gd name="connsiteX4" fmla="*/ 0 w 669962"/>
              <a:gd name="connsiteY4" fmla="*/ 0 h 1075585"/>
              <a:gd name="connsiteX0" fmla="*/ 0 w 698537"/>
              <a:gd name="connsiteY0" fmla="*/ 858043 h 1054947"/>
              <a:gd name="connsiteX1" fmla="*/ 573919 w 698537"/>
              <a:gd name="connsiteY1" fmla="*/ 0 h 1054947"/>
              <a:gd name="connsiteX2" fmla="*/ 698537 w 698537"/>
              <a:gd name="connsiteY2" fmla="*/ 138167 h 1054947"/>
              <a:gd name="connsiteX3" fmla="*/ 102394 w 698537"/>
              <a:gd name="connsiteY3" fmla="*/ 1054947 h 1054947"/>
              <a:gd name="connsiteX4" fmla="*/ 0 w 698537"/>
              <a:gd name="connsiteY4" fmla="*/ 858043 h 1054947"/>
              <a:gd name="connsiteX0" fmla="*/ 0 w 696156"/>
              <a:gd name="connsiteY0" fmla="*/ 858043 h 1054947"/>
              <a:gd name="connsiteX1" fmla="*/ 573919 w 696156"/>
              <a:gd name="connsiteY1" fmla="*/ 0 h 1054947"/>
              <a:gd name="connsiteX2" fmla="*/ 696156 w 696156"/>
              <a:gd name="connsiteY2" fmla="*/ 133405 h 1054947"/>
              <a:gd name="connsiteX3" fmla="*/ 102394 w 696156"/>
              <a:gd name="connsiteY3" fmla="*/ 1054947 h 1054947"/>
              <a:gd name="connsiteX4" fmla="*/ 0 w 696156"/>
              <a:gd name="connsiteY4" fmla="*/ 858043 h 1054947"/>
              <a:gd name="connsiteX0" fmla="*/ 0 w 696156"/>
              <a:gd name="connsiteY0" fmla="*/ 874711 h 1071615"/>
              <a:gd name="connsiteX1" fmla="*/ 573919 w 696156"/>
              <a:gd name="connsiteY1" fmla="*/ 0 h 1071615"/>
              <a:gd name="connsiteX2" fmla="*/ 696156 w 696156"/>
              <a:gd name="connsiteY2" fmla="*/ 150073 h 1071615"/>
              <a:gd name="connsiteX3" fmla="*/ 102394 w 696156"/>
              <a:gd name="connsiteY3" fmla="*/ 1071615 h 1071615"/>
              <a:gd name="connsiteX4" fmla="*/ 0 w 696156"/>
              <a:gd name="connsiteY4" fmla="*/ 874711 h 1071615"/>
              <a:gd name="connsiteX0" fmla="*/ 0 w 692584"/>
              <a:gd name="connsiteY0" fmla="*/ 874711 h 1071615"/>
              <a:gd name="connsiteX1" fmla="*/ 573919 w 692584"/>
              <a:gd name="connsiteY1" fmla="*/ 0 h 1071615"/>
              <a:gd name="connsiteX2" fmla="*/ 692584 w 692584"/>
              <a:gd name="connsiteY2" fmla="*/ 138166 h 1071615"/>
              <a:gd name="connsiteX3" fmla="*/ 102394 w 692584"/>
              <a:gd name="connsiteY3" fmla="*/ 1071615 h 1071615"/>
              <a:gd name="connsiteX4" fmla="*/ 0 w 692584"/>
              <a:gd name="connsiteY4" fmla="*/ 874711 h 1071615"/>
              <a:gd name="connsiteX0" fmla="*/ 0 w 692584"/>
              <a:gd name="connsiteY0" fmla="*/ 872330 h 1069234"/>
              <a:gd name="connsiteX1" fmla="*/ 579873 w 692584"/>
              <a:gd name="connsiteY1" fmla="*/ 0 h 1069234"/>
              <a:gd name="connsiteX2" fmla="*/ 692584 w 692584"/>
              <a:gd name="connsiteY2" fmla="*/ 135785 h 1069234"/>
              <a:gd name="connsiteX3" fmla="*/ 102394 w 692584"/>
              <a:gd name="connsiteY3" fmla="*/ 1069234 h 1069234"/>
              <a:gd name="connsiteX4" fmla="*/ 0 w 692584"/>
              <a:gd name="connsiteY4" fmla="*/ 872330 h 1069234"/>
              <a:gd name="connsiteX0" fmla="*/ 0 w 712824"/>
              <a:gd name="connsiteY0" fmla="*/ 872330 h 1069234"/>
              <a:gd name="connsiteX1" fmla="*/ 579873 w 712824"/>
              <a:gd name="connsiteY1" fmla="*/ 0 h 1069234"/>
              <a:gd name="connsiteX2" fmla="*/ 712824 w 712824"/>
              <a:gd name="connsiteY2" fmla="*/ 132213 h 1069234"/>
              <a:gd name="connsiteX3" fmla="*/ 102394 w 712824"/>
              <a:gd name="connsiteY3" fmla="*/ 1069234 h 1069234"/>
              <a:gd name="connsiteX4" fmla="*/ 0 w 712824"/>
              <a:gd name="connsiteY4" fmla="*/ 872330 h 10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2824" h="1069234">
                <a:moveTo>
                  <a:pt x="0" y="872330"/>
                </a:moveTo>
                <a:lnTo>
                  <a:pt x="579873" y="0"/>
                </a:lnTo>
                <a:lnTo>
                  <a:pt x="712824" y="132213"/>
                </a:lnTo>
                <a:lnTo>
                  <a:pt x="102394" y="1069234"/>
                </a:lnTo>
                <a:lnTo>
                  <a:pt x="0" y="87233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3E96DAC0-1BA7-DE45-BB3A-30BAB20E2B41}"/>
              </a:ext>
            </a:extLst>
          </p:cNvPr>
          <p:cNvSpPr/>
          <p:nvPr/>
        </p:nvSpPr>
        <p:spPr>
          <a:xfrm>
            <a:off x="7866984" y="3139006"/>
            <a:ext cx="37147" cy="66201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CC6CA571-35AF-527D-B693-A09CA514679A}"/>
              </a:ext>
            </a:extLst>
          </p:cNvPr>
          <p:cNvSpPr/>
          <p:nvPr/>
        </p:nvSpPr>
        <p:spPr>
          <a:xfrm>
            <a:off x="7031762" y="2875139"/>
            <a:ext cx="1324243" cy="512850"/>
          </a:xfrm>
          <a:custGeom>
            <a:avLst/>
            <a:gdLst>
              <a:gd name="connsiteX0" fmla="*/ 11907 w 1617932"/>
              <a:gd name="connsiteY0" fmla="*/ 0 h 618482"/>
              <a:gd name="connsiteX1" fmla="*/ 1025760 w 1617932"/>
              <a:gd name="connsiteY1" fmla="*/ 6332 h 618482"/>
              <a:gd name="connsiteX2" fmla="*/ 1029764 w 1617932"/>
              <a:gd name="connsiteY2" fmla="*/ 2478 h 618482"/>
              <a:gd name="connsiteX3" fmla="*/ 1617932 w 1617932"/>
              <a:gd name="connsiteY3" fmla="*/ 616101 h 618482"/>
              <a:gd name="connsiteX4" fmla="*/ 1321827 w 1617932"/>
              <a:gd name="connsiteY4" fmla="*/ 618482 h 618482"/>
              <a:gd name="connsiteX5" fmla="*/ 1315053 w 1617932"/>
              <a:gd name="connsiteY5" fmla="*/ 611207 h 618482"/>
              <a:gd name="connsiteX6" fmla="*/ 866613 w 1617932"/>
              <a:gd name="connsiteY6" fmla="*/ 611207 h 618482"/>
              <a:gd name="connsiteX7" fmla="*/ 742788 w 1617932"/>
              <a:gd name="connsiteY7" fmla="*/ 466690 h 618482"/>
              <a:gd name="connsiteX8" fmla="*/ 1184176 w 1617932"/>
              <a:gd name="connsiteY8" fmla="*/ 470645 h 618482"/>
              <a:gd name="connsiteX9" fmla="*/ 884951 w 1617932"/>
              <a:gd name="connsiteY9" fmla="*/ 149278 h 618482"/>
              <a:gd name="connsiteX10" fmla="*/ 0 w 1617932"/>
              <a:gd name="connsiteY10" fmla="*/ 146898 h 618482"/>
              <a:gd name="connsiteX0" fmla="*/ 11907 w 1617932"/>
              <a:gd name="connsiteY0" fmla="*/ 0 h 618482"/>
              <a:gd name="connsiteX1" fmla="*/ 1025760 w 1617932"/>
              <a:gd name="connsiteY1" fmla="*/ 6332 h 618482"/>
              <a:gd name="connsiteX2" fmla="*/ 1617932 w 1617932"/>
              <a:gd name="connsiteY2" fmla="*/ 616101 h 618482"/>
              <a:gd name="connsiteX3" fmla="*/ 1321827 w 1617932"/>
              <a:gd name="connsiteY3" fmla="*/ 618482 h 618482"/>
              <a:gd name="connsiteX4" fmla="*/ 1315053 w 1617932"/>
              <a:gd name="connsiteY4" fmla="*/ 611207 h 618482"/>
              <a:gd name="connsiteX5" fmla="*/ 866613 w 1617932"/>
              <a:gd name="connsiteY5" fmla="*/ 611207 h 618482"/>
              <a:gd name="connsiteX6" fmla="*/ 742788 w 1617932"/>
              <a:gd name="connsiteY6" fmla="*/ 466690 h 618482"/>
              <a:gd name="connsiteX7" fmla="*/ 1184176 w 1617932"/>
              <a:gd name="connsiteY7" fmla="*/ 470645 h 618482"/>
              <a:gd name="connsiteX8" fmla="*/ 884951 w 1617932"/>
              <a:gd name="connsiteY8" fmla="*/ 149278 h 618482"/>
              <a:gd name="connsiteX9" fmla="*/ 0 w 1617932"/>
              <a:gd name="connsiteY9" fmla="*/ 146898 h 618482"/>
              <a:gd name="connsiteX10" fmla="*/ 11907 w 1617932"/>
              <a:gd name="connsiteY10" fmla="*/ 0 h 618482"/>
              <a:gd name="connsiteX0" fmla="*/ 11907 w 1617932"/>
              <a:gd name="connsiteY0" fmla="*/ 12718 h 631200"/>
              <a:gd name="connsiteX1" fmla="*/ 1023379 w 1617932"/>
              <a:gd name="connsiteY1" fmla="*/ 0 h 631200"/>
              <a:gd name="connsiteX2" fmla="*/ 1617932 w 1617932"/>
              <a:gd name="connsiteY2" fmla="*/ 628819 h 631200"/>
              <a:gd name="connsiteX3" fmla="*/ 1321827 w 1617932"/>
              <a:gd name="connsiteY3" fmla="*/ 631200 h 631200"/>
              <a:gd name="connsiteX4" fmla="*/ 1315053 w 1617932"/>
              <a:gd name="connsiteY4" fmla="*/ 623925 h 631200"/>
              <a:gd name="connsiteX5" fmla="*/ 866613 w 1617932"/>
              <a:gd name="connsiteY5" fmla="*/ 623925 h 631200"/>
              <a:gd name="connsiteX6" fmla="*/ 742788 w 1617932"/>
              <a:gd name="connsiteY6" fmla="*/ 479408 h 631200"/>
              <a:gd name="connsiteX7" fmla="*/ 1184176 w 1617932"/>
              <a:gd name="connsiteY7" fmla="*/ 483363 h 631200"/>
              <a:gd name="connsiteX8" fmla="*/ 884951 w 1617932"/>
              <a:gd name="connsiteY8" fmla="*/ 161996 h 631200"/>
              <a:gd name="connsiteX9" fmla="*/ 0 w 1617932"/>
              <a:gd name="connsiteY9" fmla="*/ 159616 h 631200"/>
              <a:gd name="connsiteX10" fmla="*/ 11907 w 1617932"/>
              <a:gd name="connsiteY10" fmla="*/ 12718 h 631200"/>
              <a:gd name="connsiteX0" fmla="*/ 11907 w 1617932"/>
              <a:gd name="connsiteY0" fmla="*/ 12718 h 631200"/>
              <a:gd name="connsiteX1" fmla="*/ 1023379 w 1617932"/>
              <a:gd name="connsiteY1" fmla="*/ 0 h 631200"/>
              <a:gd name="connsiteX2" fmla="*/ 1617932 w 1617932"/>
              <a:gd name="connsiteY2" fmla="*/ 628819 h 631200"/>
              <a:gd name="connsiteX3" fmla="*/ 1321827 w 1617932"/>
              <a:gd name="connsiteY3" fmla="*/ 631200 h 631200"/>
              <a:gd name="connsiteX4" fmla="*/ 1315053 w 1617932"/>
              <a:gd name="connsiteY4" fmla="*/ 623925 h 631200"/>
              <a:gd name="connsiteX5" fmla="*/ 866613 w 1617932"/>
              <a:gd name="connsiteY5" fmla="*/ 623925 h 631200"/>
              <a:gd name="connsiteX6" fmla="*/ 742788 w 1617932"/>
              <a:gd name="connsiteY6" fmla="*/ 479408 h 631200"/>
              <a:gd name="connsiteX7" fmla="*/ 1184176 w 1617932"/>
              <a:gd name="connsiteY7" fmla="*/ 483363 h 631200"/>
              <a:gd name="connsiteX8" fmla="*/ 870664 w 1617932"/>
              <a:gd name="connsiteY8" fmla="*/ 159614 h 631200"/>
              <a:gd name="connsiteX9" fmla="*/ 0 w 1617932"/>
              <a:gd name="connsiteY9" fmla="*/ 159616 h 631200"/>
              <a:gd name="connsiteX10" fmla="*/ 11907 w 1617932"/>
              <a:gd name="connsiteY10" fmla="*/ 12718 h 631200"/>
              <a:gd name="connsiteX0" fmla="*/ 11907 w 1629838"/>
              <a:gd name="connsiteY0" fmla="*/ 12718 h 631200"/>
              <a:gd name="connsiteX1" fmla="*/ 1023379 w 1629838"/>
              <a:gd name="connsiteY1" fmla="*/ 0 h 631200"/>
              <a:gd name="connsiteX2" fmla="*/ 1629838 w 1629838"/>
              <a:gd name="connsiteY2" fmla="*/ 620485 h 631200"/>
              <a:gd name="connsiteX3" fmla="*/ 1321827 w 1629838"/>
              <a:gd name="connsiteY3" fmla="*/ 631200 h 631200"/>
              <a:gd name="connsiteX4" fmla="*/ 1315053 w 1629838"/>
              <a:gd name="connsiteY4" fmla="*/ 623925 h 631200"/>
              <a:gd name="connsiteX5" fmla="*/ 866613 w 1629838"/>
              <a:gd name="connsiteY5" fmla="*/ 623925 h 631200"/>
              <a:gd name="connsiteX6" fmla="*/ 742788 w 1629838"/>
              <a:gd name="connsiteY6" fmla="*/ 479408 h 631200"/>
              <a:gd name="connsiteX7" fmla="*/ 1184176 w 1629838"/>
              <a:gd name="connsiteY7" fmla="*/ 483363 h 631200"/>
              <a:gd name="connsiteX8" fmla="*/ 870664 w 1629838"/>
              <a:gd name="connsiteY8" fmla="*/ 159614 h 631200"/>
              <a:gd name="connsiteX9" fmla="*/ 0 w 1629838"/>
              <a:gd name="connsiteY9" fmla="*/ 159616 h 631200"/>
              <a:gd name="connsiteX10" fmla="*/ 11907 w 1629838"/>
              <a:gd name="connsiteY10" fmla="*/ 12718 h 631200"/>
              <a:gd name="connsiteX0" fmla="*/ 11907 w 1629838"/>
              <a:gd name="connsiteY0" fmla="*/ 12718 h 631200"/>
              <a:gd name="connsiteX1" fmla="*/ 1023379 w 1629838"/>
              <a:gd name="connsiteY1" fmla="*/ 0 h 631200"/>
              <a:gd name="connsiteX2" fmla="*/ 1629838 w 1629838"/>
              <a:gd name="connsiteY2" fmla="*/ 620485 h 631200"/>
              <a:gd name="connsiteX3" fmla="*/ 1321827 w 1629838"/>
              <a:gd name="connsiteY3" fmla="*/ 631200 h 631200"/>
              <a:gd name="connsiteX4" fmla="*/ 866613 w 1629838"/>
              <a:gd name="connsiteY4" fmla="*/ 623925 h 631200"/>
              <a:gd name="connsiteX5" fmla="*/ 742788 w 1629838"/>
              <a:gd name="connsiteY5" fmla="*/ 479408 h 631200"/>
              <a:gd name="connsiteX6" fmla="*/ 1184176 w 1629838"/>
              <a:gd name="connsiteY6" fmla="*/ 483363 h 631200"/>
              <a:gd name="connsiteX7" fmla="*/ 870664 w 1629838"/>
              <a:gd name="connsiteY7" fmla="*/ 159614 h 631200"/>
              <a:gd name="connsiteX8" fmla="*/ 0 w 1629838"/>
              <a:gd name="connsiteY8" fmla="*/ 159616 h 631200"/>
              <a:gd name="connsiteX9" fmla="*/ 11907 w 1629838"/>
              <a:gd name="connsiteY9" fmla="*/ 12718 h 6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29838" h="631200">
                <a:moveTo>
                  <a:pt x="11907" y="12718"/>
                </a:moveTo>
                <a:lnTo>
                  <a:pt x="1023379" y="0"/>
                </a:lnTo>
                <a:lnTo>
                  <a:pt x="1629838" y="620485"/>
                </a:lnTo>
                <a:lnTo>
                  <a:pt x="1321827" y="631200"/>
                </a:lnTo>
                <a:lnTo>
                  <a:pt x="866613" y="623925"/>
                </a:lnTo>
                <a:lnTo>
                  <a:pt x="742788" y="479408"/>
                </a:lnTo>
                <a:lnTo>
                  <a:pt x="1184176" y="483363"/>
                </a:lnTo>
                <a:lnTo>
                  <a:pt x="870664" y="159614"/>
                </a:lnTo>
                <a:lnTo>
                  <a:pt x="0" y="159616"/>
                </a:lnTo>
                <a:lnTo>
                  <a:pt x="11907" y="12718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975" dirty="0"/>
          </a:p>
        </p:txBody>
      </p:sp>
      <p:sp>
        <p:nvSpPr>
          <p:cNvPr id="8" name="フリーフォーム: 図形 7">
            <a:extLst>
              <a:ext uri="{FF2B5EF4-FFF2-40B4-BE49-F238E27FC236}">
                <a16:creationId xmlns:a16="http://schemas.microsoft.com/office/drawing/2014/main" id="{2B6828B9-9D3F-ABC5-8DA1-5BC4B7353A2C}"/>
              </a:ext>
            </a:extLst>
          </p:cNvPr>
          <p:cNvSpPr/>
          <p:nvPr/>
        </p:nvSpPr>
        <p:spPr>
          <a:xfrm>
            <a:off x="6009154" y="2875429"/>
            <a:ext cx="2352675" cy="1256460"/>
          </a:xfrm>
          <a:custGeom>
            <a:avLst/>
            <a:gdLst>
              <a:gd name="connsiteX0" fmla="*/ 1228165 w 2895600"/>
              <a:gd name="connsiteY0" fmla="*/ 0 h 1546412"/>
              <a:gd name="connsiteX1" fmla="*/ 2283759 w 2895600"/>
              <a:gd name="connsiteY1" fmla="*/ 0 h 1546412"/>
              <a:gd name="connsiteX2" fmla="*/ 2895600 w 2895600"/>
              <a:gd name="connsiteY2" fmla="*/ 627530 h 1546412"/>
              <a:gd name="connsiteX3" fmla="*/ 2120153 w 2895600"/>
              <a:gd name="connsiteY3" fmla="*/ 625289 h 1546412"/>
              <a:gd name="connsiteX4" fmla="*/ 1528483 w 2895600"/>
              <a:gd name="connsiteY4" fmla="*/ 1546412 h 1546412"/>
              <a:gd name="connsiteX5" fmla="*/ 421342 w 2895600"/>
              <a:gd name="connsiteY5" fmla="*/ 1537447 h 1546412"/>
              <a:gd name="connsiteX6" fmla="*/ 0 w 2895600"/>
              <a:gd name="connsiteY6" fmla="*/ 983877 h 1546412"/>
              <a:gd name="connsiteX7" fmla="*/ 1158689 w 2895600"/>
              <a:gd name="connsiteY7" fmla="*/ 979394 h 1546412"/>
              <a:gd name="connsiteX8" fmla="*/ 1225924 w 2895600"/>
              <a:gd name="connsiteY8" fmla="*/ 1145242 h 1546412"/>
              <a:gd name="connsiteX9" fmla="*/ 407894 w 2895600"/>
              <a:gd name="connsiteY9" fmla="*/ 1147483 h 1546412"/>
              <a:gd name="connsiteX10" fmla="*/ 558053 w 2895600"/>
              <a:gd name="connsiteY10" fmla="*/ 1346947 h 1546412"/>
              <a:gd name="connsiteX11" fmla="*/ 1434353 w 2895600"/>
              <a:gd name="connsiteY11" fmla="*/ 1351430 h 1546412"/>
              <a:gd name="connsiteX12" fmla="*/ 2001371 w 2895600"/>
              <a:gd name="connsiteY12" fmla="*/ 477371 h 1546412"/>
              <a:gd name="connsiteX13" fmla="*/ 2449606 w 2895600"/>
              <a:gd name="connsiteY13" fmla="*/ 484094 h 1546412"/>
              <a:gd name="connsiteX14" fmla="*/ 2122394 w 2895600"/>
              <a:gd name="connsiteY14" fmla="*/ 156883 h 1546412"/>
              <a:gd name="connsiteX15" fmla="*/ 1261783 w 2895600"/>
              <a:gd name="connsiteY15" fmla="*/ 154642 h 1546412"/>
              <a:gd name="connsiteX16" fmla="*/ 1257300 w 2895600"/>
              <a:gd name="connsiteY16" fmla="*/ 116542 h 1546412"/>
              <a:gd name="connsiteX17" fmla="*/ 1255059 w 2895600"/>
              <a:gd name="connsiteY17" fmla="*/ 24653 h 1546412"/>
              <a:gd name="connsiteX18" fmla="*/ 1248336 w 2895600"/>
              <a:gd name="connsiteY18" fmla="*/ 22412 h 1546412"/>
              <a:gd name="connsiteX19" fmla="*/ 1241612 w 2895600"/>
              <a:gd name="connsiteY19" fmla="*/ 17930 h 1546412"/>
              <a:gd name="connsiteX20" fmla="*/ 1228165 w 2895600"/>
              <a:gd name="connsiteY20" fmla="*/ 0 h 1546412"/>
              <a:gd name="connsiteX0" fmla="*/ 1228165 w 2895600"/>
              <a:gd name="connsiteY0" fmla="*/ 0 h 1546412"/>
              <a:gd name="connsiteX1" fmla="*/ 2283759 w 2895600"/>
              <a:gd name="connsiteY1" fmla="*/ 0 h 1546412"/>
              <a:gd name="connsiteX2" fmla="*/ 2895600 w 2895600"/>
              <a:gd name="connsiteY2" fmla="*/ 627530 h 1546412"/>
              <a:gd name="connsiteX3" fmla="*/ 2120153 w 2895600"/>
              <a:gd name="connsiteY3" fmla="*/ 625289 h 1546412"/>
              <a:gd name="connsiteX4" fmla="*/ 1528483 w 2895600"/>
              <a:gd name="connsiteY4" fmla="*/ 1546412 h 1546412"/>
              <a:gd name="connsiteX5" fmla="*/ 421342 w 2895600"/>
              <a:gd name="connsiteY5" fmla="*/ 1537447 h 1546412"/>
              <a:gd name="connsiteX6" fmla="*/ 0 w 2895600"/>
              <a:gd name="connsiteY6" fmla="*/ 983877 h 1546412"/>
              <a:gd name="connsiteX7" fmla="*/ 1158689 w 2895600"/>
              <a:gd name="connsiteY7" fmla="*/ 979394 h 1546412"/>
              <a:gd name="connsiteX8" fmla="*/ 1225924 w 2895600"/>
              <a:gd name="connsiteY8" fmla="*/ 1145242 h 1546412"/>
              <a:gd name="connsiteX9" fmla="*/ 407894 w 2895600"/>
              <a:gd name="connsiteY9" fmla="*/ 1147483 h 1546412"/>
              <a:gd name="connsiteX10" fmla="*/ 558053 w 2895600"/>
              <a:gd name="connsiteY10" fmla="*/ 1346947 h 1546412"/>
              <a:gd name="connsiteX11" fmla="*/ 1434353 w 2895600"/>
              <a:gd name="connsiteY11" fmla="*/ 1351430 h 1546412"/>
              <a:gd name="connsiteX12" fmla="*/ 2001371 w 2895600"/>
              <a:gd name="connsiteY12" fmla="*/ 477371 h 1546412"/>
              <a:gd name="connsiteX13" fmla="*/ 2449606 w 2895600"/>
              <a:gd name="connsiteY13" fmla="*/ 484094 h 1546412"/>
              <a:gd name="connsiteX14" fmla="*/ 2122394 w 2895600"/>
              <a:gd name="connsiteY14" fmla="*/ 156883 h 1546412"/>
              <a:gd name="connsiteX15" fmla="*/ 1261783 w 2895600"/>
              <a:gd name="connsiteY15" fmla="*/ 154642 h 1546412"/>
              <a:gd name="connsiteX16" fmla="*/ 1255059 w 2895600"/>
              <a:gd name="connsiteY16" fmla="*/ 24653 h 1546412"/>
              <a:gd name="connsiteX17" fmla="*/ 1248336 w 2895600"/>
              <a:gd name="connsiteY17" fmla="*/ 22412 h 1546412"/>
              <a:gd name="connsiteX18" fmla="*/ 1241612 w 2895600"/>
              <a:gd name="connsiteY18" fmla="*/ 17930 h 1546412"/>
              <a:gd name="connsiteX19" fmla="*/ 1228165 w 2895600"/>
              <a:gd name="connsiteY19" fmla="*/ 0 h 1546412"/>
              <a:gd name="connsiteX0" fmla="*/ 1228165 w 2895600"/>
              <a:gd name="connsiteY0" fmla="*/ 0 h 1546412"/>
              <a:gd name="connsiteX1" fmla="*/ 2283759 w 2895600"/>
              <a:gd name="connsiteY1" fmla="*/ 0 h 1546412"/>
              <a:gd name="connsiteX2" fmla="*/ 2895600 w 2895600"/>
              <a:gd name="connsiteY2" fmla="*/ 627530 h 1546412"/>
              <a:gd name="connsiteX3" fmla="*/ 2120153 w 2895600"/>
              <a:gd name="connsiteY3" fmla="*/ 625289 h 1546412"/>
              <a:gd name="connsiteX4" fmla="*/ 1528483 w 2895600"/>
              <a:gd name="connsiteY4" fmla="*/ 1546412 h 1546412"/>
              <a:gd name="connsiteX5" fmla="*/ 421342 w 2895600"/>
              <a:gd name="connsiteY5" fmla="*/ 1537447 h 1546412"/>
              <a:gd name="connsiteX6" fmla="*/ 0 w 2895600"/>
              <a:gd name="connsiteY6" fmla="*/ 983877 h 1546412"/>
              <a:gd name="connsiteX7" fmla="*/ 1158689 w 2895600"/>
              <a:gd name="connsiteY7" fmla="*/ 979394 h 1546412"/>
              <a:gd name="connsiteX8" fmla="*/ 1225924 w 2895600"/>
              <a:gd name="connsiteY8" fmla="*/ 1145242 h 1546412"/>
              <a:gd name="connsiteX9" fmla="*/ 407894 w 2895600"/>
              <a:gd name="connsiteY9" fmla="*/ 1147483 h 1546412"/>
              <a:gd name="connsiteX10" fmla="*/ 558053 w 2895600"/>
              <a:gd name="connsiteY10" fmla="*/ 1346947 h 1546412"/>
              <a:gd name="connsiteX11" fmla="*/ 1434353 w 2895600"/>
              <a:gd name="connsiteY11" fmla="*/ 1351430 h 1546412"/>
              <a:gd name="connsiteX12" fmla="*/ 2001371 w 2895600"/>
              <a:gd name="connsiteY12" fmla="*/ 477371 h 1546412"/>
              <a:gd name="connsiteX13" fmla="*/ 2449606 w 2895600"/>
              <a:gd name="connsiteY13" fmla="*/ 484094 h 1546412"/>
              <a:gd name="connsiteX14" fmla="*/ 2122394 w 2895600"/>
              <a:gd name="connsiteY14" fmla="*/ 156883 h 1546412"/>
              <a:gd name="connsiteX15" fmla="*/ 1261783 w 2895600"/>
              <a:gd name="connsiteY15" fmla="*/ 154642 h 1546412"/>
              <a:gd name="connsiteX16" fmla="*/ 1255059 w 2895600"/>
              <a:gd name="connsiteY16" fmla="*/ 24653 h 1546412"/>
              <a:gd name="connsiteX17" fmla="*/ 1248336 w 2895600"/>
              <a:gd name="connsiteY17" fmla="*/ 22412 h 1546412"/>
              <a:gd name="connsiteX18" fmla="*/ 1228165 w 2895600"/>
              <a:gd name="connsiteY18" fmla="*/ 0 h 1546412"/>
              <a:gd name="connsiteX0" fmla="*/ 1228165 w 2895600"/>
              <a:gd name="connsiteY0" fmla="*/ 0 h 1546412"/>
              <a:gd name="connsiteX1" fmla="*/ 2283759 w 2895600"/>
              <a:gd name="connsiteY1" fmla="*/ 0 h 1546412"/>
              <a:gd name="connsiteX2" fmla="*/ 2895600 w 2895600"/>
              <a:gd name="connsiteY2" fmla="*/ 627530 h 1546412"/>
              <a:gd name="connsiteX3" fmla="*/ 2120153 w 2895600"/>
              <a:gd name="connsiteY3" fmla="*/ 625289 h 1546412"/>
              <a:gd name="connsiteX4" fmla="*/ 1528483 w 2895600"/>
              <a:gd name="connsiteY4" fmla="*/ 1546412 h 1546412"/>
              <a:gd name="connsiteX5" fmla="*/ 421342 w 2895600"/>
              <a:gd name="connsiteY5" fmla="*/ 1537447 h 1546412"/>
              <a:gd name="connsiteX6" fmla="*/ 0 w 2895600"/>
              <a:gd name="connsiteY6" fmla="*/ 983877 h 1546412"/>
              <a:gd name="connsiteX7" fmla="*/ 1158689 w 2895600"/>
              <a:gd name="connsiteY7" fmla="*/ 979394 h 1546412"/>
              <a:gd name="connsiteX8" fmla="*/ 1225924 w 2895600"/>
              <a:gd name="connsiteY8" fmla="*/ 1145242 h 1546412"/>
              <a:gd name="connsiteX9" fmla="*/ 407894 w 2895600"/>
              <a:gd name="connsiteY9" fmla="*/ 1147483 h 1546412"/>
              <a:gd name="connsiteX10" fmla="*/ 558053 w 2895600"/>
              <a:gd name="connsiteY10" fmla="*/ 1346947 h 1546412"/>
              <a:gd name="connsiteX11" fmla="*/ 1434353 w 2895600"/>
              <a:gd name="connsiteY11" fmla="*/ 1351430 h 1546412"/>
              <a:gd name="connsiteX12" fmla="*/ 2001371 w 2895600"/>
              <a:gd name="connsiteY12" fmla="*/ 477371 h 1546412"/>
              <a:gd name="connsiteX13" fmla="*/ 2449606 w 2895600"/>
              <a:gd name="connsiteY13" fmla="*/ 484094 h 1546412"/>
              <a:gd name="connsiteX14" fmla="*/ 2122394 w 2895600"/>
              <a:gd name="connsiteY14" fmla="*/ 156883 h 1546412"/>
              <a:gd name="connsiteX15" fmla="*/ 1261783 w 2895600"/>
              <a:gd name="connsiteY15" fmla="*/ 154642 h 1546412"/>
              <a:gd name="connsiteX16" fmla="*/ 1255059 w 2895600"/>
              <a:gd name="connsiteY16" fmla="*/ 24653 h 1546412"/>
              <a:gd name="connsiteX17" fmla="*/ 1228165 w 2895600"/>
              <a:gd name="connsiteY17" fmla="*/ 0 h 1546412"/>
              <a:gd name="connsiteX0" fmla="*/ 1228165 w 2895600"/>
              <a:gd name="connsiteY0" fmla="*/ 0 h 1546412"/>
              <a:gd name="connsiteX1" fmla="*/ 2283759 w 2895600"/>
              <a:gd name="connsiteY1" fmla="*/ 0 h 1546412"/>
              <a:gd name="connsiteX2" fmla="*/ 2895600 w 2895600"/>
              <a:gd name="connsiteY2" fmla="*/ 627530 h 1546412"/>
              <a:gd name="connsiteX3" fmla="*/ 2120153 w 2895600"/>
              <a:gd name="connsiteY3" fmla="*/ 625289 h 1546412"/>
              <a:gd name="connsiteX4" fmla="*/ 1528483 w 2895600"/>
              <a:gd name="connsiteY4" fmla="*/ 1546412 h 1546412"/>
              <a:gd name="connsiteX5" fmla="*/ 421342 w 2895600"/>
              <a:gd name="connsiteY5" fmla="*/ 1537447 h 1546412"/>
              <a:gd name="connsiteX6" fmla="*/ 0 w 2895600"/>
              <a:gd name="connsiteY6" fmla="*/ 983877 h 1546412"/>
              <a:gd name="connsiteX7" fmla="*/ 1158689 w 2895600"/>
              <a:gd name="connsiteY7" fmla="*/ 979394 h 1546412"/>
              <a:gd name="connsiteX8" fmla="*/ 1225924 w 2895600"/>
              <a:gd name="connsiteY8" fmla="*/ 1145242 h 1546412"/>
              <a:gd name="connsiteX9" fmla="*/ 407894 w 2895600"/>
              <a:gd name="connsiteY9" fmla="*/ 1147483 h 1546412"/>
              <a:gd name="connsiteX10" fmla="*/ 558053 w 2895600"/>
              <a:gd name="connsiteY10" fmla="*/ 1346947 h 1546412"/>
              <a:gd name="connsiteX11" fmla="*/ 1434353 w 2895600"/>
              <a:gd name="connsiteY11" fmla="*/ 1351430 h 1546412"/>
              <a:gd name="connsiteX12" fmla="*/ 2001371 w 2895600"/>
              <a:gd name="connsiteY12" fmla="*/ 477371 h 1546412"/>
              <a:gd name="connsiteX13" fmla="*/ 2449606 w 2895600"/>
              <a:gd name="connsiteY13" fmla="*/ 484094 h 1546412"/>
              <a:gd name="connsiteX14" fmla="*/ 2122394 w 2895600"/>
              <a:gd name="connsiteY14" fmla="*/ 156883 h 1546412"/>
              <a:gd name="connsiteX15" fmla="*/ 1261783 w 2895600"/>
              <a:gd name="connsiteY15" fmla="*/ 154642 h 1546412"/>
              <a:gd name="connsiteX16" fmla="*/ 1228165 w 2895600"/>
              <a:gd name="connsiteY16" fmla="*/ 0 h 1546412"/>
              <a:gd name="connsiteX0" fmla="*/ 1228165 w 2895600"/>
              <a:gd name="connsiteY0" fmla="*/ 0 h 1546412"/>
              <a:gd name="connsiteX1" fmla="*/ 2283759 w 2895600"/>
              <a:gd name="connsiteY1" fmla="*/ 0 h 1546412"/>
              <a:gd name="connsiteX2" fmla="*/ 2895600 w 2895600"/>
              <a:gd name="connsiteY2" fmla="*/ 627530 h 1546412"/>
              <a:gd name="connsiteX3" fmla="*/ 2120153 w 2895600"/>
              <a:gd name="connsiteY3" fmla="*/ 625289 h 1546412"/>
              <a:gd name="connsiteX4" fmla="*/ 1528483 w 2895600"/>
              <a:gd name="connsiteY4" fmla="*/ 1546412 h 1546412"/>
              <a:gd name="connsiteX5" fmla="*/ 421342 w 2895600"/>
              <a:gd name="connsiteY5" fmla="*/ 1537447 h 1546412"/>
              <a:gd name="connsiteX6" fmla="*/ 0 w 2895600"/>
              <a:gd name="connsiteY6" fmla="*/ 983877 h 1546412"/>
              <a:gd name="connsiteX7" fmla="*/ 1158689 w 2895600"/>
              <a:gd name="connsiteY7" fmla="*/ 979394 h 1546412"/>
              <a:gd name="connsiteX8" fmla="*/ 1225924 w 2895600"/>
              <a:gd name="connsiteY8" fmla="*/ 1145242 h 1546412"/>
              <a:gd name="connsiteX9" fmla="*/ 407894 w 2895600"/>
              <a:gd name="connsiteY9" fmla="*/ 1147483 h 1546412"/>
              <a:gd name="connsiteX10" fmla="*/ 558053 w 2895600"/>
              <a:gd name="connsiteY10" fmla="*/ 1346947 h 1546412"/>
              <a:gd name="connsiteX11" fmla="*/ 1434353 w 2895600"/>
              <a:gd name="connsiteY11" fmla="*/ 1351430 h 1546412"/>
              <a:gd name="connsiteX12" fmla="*/ 2001371 w 2895600"/>
              <a:gd name="connsiteY12" fmla="*/ 477371 h 1546412"/>
              <a:gd name="connsiteX13" fmla="*/ 2449606 w 2895600"/>
              <a:gd name="connsiteY13" fmla="*/ 484094 h 1546412"/>
              <a:gd name="connsiteX14" fmla="*/ 2122394 w 2895600"/>
              <a:gd name="connsiteY14" fmla="*/ 156883 h 1546412"/>
              <a:gd name="connsiteX15" fmla="*/ 1261783 w 2895600"/>
              <a:gd name="connsiteY15" fmla="*/ 154642 h 1546412"/>
              <a:gd name="connsiteX16" fmla="*/ 1228165 w 2895600"/>
              <a:gd name="connsiteY16" fmla="*/ 0 h 1546412"/>
              <a:gd name="connsiteX0" fmla="*/ 1228165 w 2895600"/>
              <a:gd name="connsiteY0" fmla="*/ 0 h 1546412"/>
              <a:gd name="connsiteX1" fmla="*/ 2283759 w 2895600"/>
              <a:gd name="connsiteY1" fmla="*/ 0 h 1546412"/>
              <a:gd name="connsiteX2" fmla="*/ 2895600 w 2895600"/>
              <a:gd name="connsiteY2" fmla="*/ 627530 h 1546412"/>
              <a:gd name="connsiteX3" fmla="*/ 2120153 w 2895600"/>
              <a:gd name="connsiteY3" fmla="*/ 625289 h 1546412"/>
              <a:gd name="connsiteX4" fmla="*/ 1528483 w 2895600"/>
              <a:gd name="connsiteY4" fmla="*/ 1546412 h 1546412"/>
              <a:gd name="connsiteX5" fmla="*/ 421342 w 2895600"/>
              <a:gd name="connsiteY5" fmla="*/ 1537447 h 1546412"/>
              <a:gd name="connsiteX6" fmla="*/ 0 w 2895600"/>
              <a:gd name="connsiteY6" fmla="*/ 983877 h 1546412"/>
              <a:gd name="connsiteX7" fmla="*/ 1158689 w 2895600"/>
              <a:gd name="connsiteY7" fmla="*/ 979394 h 1546412"/>
              <a:gd name="connsiteX8" fmla="*/ 1225924 w 2895600"/>
              <a:gd name="connsiteY8" fmla="*/ 1145242 h 1546412"/>
              <a:gd name="connsiteX9" fmla="*/ 407894 w 2895600"/>
              <a:gd name="connsiteY9" fmla="*/ 1147483 h 1546412"/>
              <a:gd name="connsiteX10" fmla="*/ 558053 w 2895600"/>
              <a:gd name="connsiteY10" fmla="*/ 1346947 h 1546412"/>
              <a:gd name="connsiteX11" fmla="*/ 1434353 w 2895600"/>
              <a:gd name="connsiteY11" fmla="*/ 1351430 h 1546412"/>
              <a:gd name="connsiteX12" fmla="*/ 2001371 w 2895600"/>
              <a:gd name="connsiteY12" fmla="*/ 477371 h 1546412"/>
              <a:gd name="connsiteX13" fmla="*/ 2449606 w 2895600"/>
              <a:gd name="connsiteY13" fmla="*/ 484094 h 1546412"/>
              <a:gd name="connsiteX14" fmla="*/ 2122394 w 2895600"/>
              <a:gd name="connsiteY14" fmla="*/ 156883 h 1546412"/>
              <a:gd name="connsiteX15" fmla="*/ 1261783 w 2895600"/>
              <a:gd name="connsiteY15" fmla="*/ 154642 h 1546412"/>
              <a:gd name="connsiteX16" fmla="*/ 1228165 w 2895600"/>
              <a:gd name="connsiteY16" fmla="*/ 0 h 154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895600" h="1546412">
                <a:moveTo>
                  <a:pt x="1228165" y="0"/>
                </a:moveTo>
                <a:lnTo>
                  <a:pt x="2283759" y="0"/>
                </a:lnTo>
                <a:lnTo>
                  <a:pt x="2895600" y="627530"/>
                </a:lnTo>
                <a:lnTo>
                  <a:pt x="2120153" y="625289"/>
                </a:lnTo>
                <a:lnTo>
                  <a:pt x="1528483" y="1546412"/>
                </a:lnTo>
                <a:lnTo>
                  <a:pt x="421342" y="1537447"/>
                </a:lnTo>
                <a:lnTo>
                  <a:pt x="0" y="983877"/>
                </a:lnTo>
                <a:lnTo>
                  <a:pt x="1158689" y="979394"/>
                </a:lnTo>
                <a:lnTo>
                  <a:pt x="1225924" y="1145242"/>
                </a:lnTo>
                <a:lnTo>
                  <a:pt x="407894" y="1147483"/>
                </a:lnTo>
                <a:lnTo>
                  <a:pt x="558053" y="1346947"/>
                </a:lnTo>
                <a:lnTo>
                  <a:pt x="1434353" y="1351430"/>
                </a:lnTo>
                <a:lnTo>
                  <a:pt x="2001371" y="477371"/>
                </a:lnTo>
                <a:lnTo>
                  <a:pt x="2449606" y="484094"/>
                </a:lnTo>
                <a:lnTo>
                  <a:pt x="2122394" y="156883"/>
                </a:lnTo>
                <a:lnTo>
                  <a:pt x="1261783" y="154642"/>
                </a:lnTo>
                <a:cubicBezTo>
                  <a:pt x="1203233" y="107064"/>
                  <a:pt x="1276911" y="97211"/>
                  <a:pt x="1228165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123EDD52-E657-7D67-46BC-6B7DEC25865A}"/>
              </a:ext>
            </a:extLst>
          </p:cNvPr>
          <p:cNvSpPr/>
          <p:nvPr/>
        </p:nvSpPr>
        <p:spPr>
          <a:xfrm>
            <a:off x="8309185" y="3397556"/>
            <a:ext cx="37147" cy="7435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599BA36-819C-9EEB-7966-309929C6581B}"/>
              </a:ext>
            </a:extLst>
          </p:cNvPr>
          <p:cNvSpPr/>
          <p:nvPr/>
        </p:nvSpPr>
        <p:spPr>
          <a:xfrm>
            <a:off x="5818172" y="2237735"/>
            <a:ext cx="3656480" cy="2285437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CE54279-A85C-C7CA-5E01-7DA07576F79C}"/>
              </a:ext>
            </a:extLst>
          </p:cNvPr>
          <p:cNvSpPr txBox="1"/>
          <p:nvPr/>
        </p:nvSpPr>
        <p:spPr>
          <a:xfrm>
            <a:off x="5818171" y="2324499"/>
            <a:ext cx="1740781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50" dirty="0"/>
              <a:t>［イメージ］</a:t>
            </a: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A0943F6F-BEBB-1047-B80B-BF1143C950D2}"/>
              </a:ext>
            </a:extLst>
          </p:cNvPr>
          <p:cNvGrpSpPr/>
          <p:nvPr/>
        </p:nvGrpSpPr>
        <p:grpSpPr>
          <a:xfrm>
            <a:off x="7531208" y="5269137"/>
            <a:ext cx="2197063" cy="753946"/>
            <a:chOff x="9269179" y="5693784"/>
            <a:chExt cx="2704077" cy="927933"/>
          </a:xfrm>
        </p:grpSpPr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F56503FE-CACB-15FA-B1CF-39D3CA9E11C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V="1">
              <a:off x="9269179" y="5989691"/>
              <a:ext cx="242546" cy="238314"/>
            </a:xfrm>
            <a:custGeom>
              <a:avLst/>
              <a:gdLst>
                <a:gd name="connsiteX0" fmla="*/ 193596 w 242546"/>
                <a:gd name="connsiteY0" fmla="*/ 195589 h 238314"/>
                <a:gd name="connsiteX1" fmla="*/ 237141 w 242546"/>
                <a:gd name="connsiteY1" fmla="*/ 223647 h 238314"/>
                <a:gd name="connsiteX2" fmla="*/ 241563 w 242546"/>
                <a:gd name="connsiteY2" fmla="*/ 230070 h 238314"/>
                <a:gd name="connsiteX3" fmla="*/ 237141 w 242546"/>
                <a:gd name="connsiteY3" fmla="*/ 234125 h 238314"/>
                <a:gd name="connsiteX4" fmla="*/ 209246 w 242546"/>
                <a:gd name="connsiteY4" fmla="*/ 233112 h 238314"/>
                <a:gd name="connsiteX5" fmla="*/ 175568 w 242546"/>
                <a:gd name="connsiteY5" fmla="*/ 234125 h 238314"/>
                <a:gd name="connsiteX6" fmla="*/ 169104 w 242546"/>
                <a:gd name="connsiteY6" fmla="*/ 227704 h 238314"/>
                <a:gd name="connsiteX7" fmla="*/ 174548 w 242546"/>
                <a:gd name="connsiteY7" fmla="*/ 223647 h 238314"/>
                <a:gd name="connsiteX8" fmla="*/ 190195 w 242546"/>
                <a:gd name="connsiteY8" fmla="*/ 212492 h 238314"/>
                <a:gd name="connsiteX9" fmla="*/ 185092 w 242546"/>
                <a:gd name="connsiteY9" fmla="*/ 199646 h 238314"/>
                <a:gd name="connsiteX10" fmla="*/ 80658 w 242546"/>
                <a:gd name="connsiteY10" fmla="*/ 34685 h 238314"/>
                <a:gd name="connsiteX11" fmla="*/ 57528 w 242546"/>
                <a:gd name="connsiteY11" fmla="*/ 213506 h 238314"/>
                <a:gd name="connsiteX12" fmla="*/ 80999 w 242546"/>
                <a:gd name="connsiteY12" fmla="*/ 223647 h 238314"/>
                <a:gd name="connsiteX13" fmla="*/ 89503 w 242546"/>
                <a:gd name="connsiteY13" fmla="*/ 230407 h 238314"/>
                <a:gd name="connsiteX14" fmla="*/ 84741 w 242546"/>
                <a:gd name="connsiteY14" fmla="*/ 234125 h 238314"/>
                <a:gd name="connsiteX15" fmla="*/ 42560 w 242546"/>
                <a:gd name="connsiteY15" fmla="*/ 233112 h 238314"/>
                <a:gd name="connsiteX16" fmla="*/ 23850 w 242546"/>
                <a:gd name="connsiteY16" fmla="*/ 233450 h 238314"/>
                <a:gd name="connsiteX17" fmla="*/ 5480 w 242546"/>
                <a:gd name="connsiteY17" fmla="*/ 234125 h 238314"/>
                <a:gd name="connsiteX18" fmla="*/ -984 w 242546"/>
                <a:gd name="connsiteY18" fmla="*/ 227704 h 238314"/>
                <a:gd name="connsiteX19" fmla="*/ 7522 w 242546"/>
                <a:gd name="connsiteY19" fmla="*/ 223647 h 238314"/>
                <a:gd name="connsiteX20" fmla="*/ 27931 w 242546"/>
                <a:gd name="connsiteY20" fmla="*/ 212153 h 238314"/>
                <a:gd name="connsiteX21" fmla="*/ 54805 w 242546"/>
                <a:gd name="connsiteY21" fmla="*/ 3585 h 238314"/>
                <a:gd name="connsiteX22" fmla="*/ 61609 w 242546"/>
                <a:gd name="connsiteY22" fmla="*/ -4189 h 238314"/>
                <a:gd name="connsiteX23" fmla="*/ 71133 w 242546"/>
                <a:gd name="connsiteY23" fmla="*/ 1895 h 238314"/>
                <a:gd name="connsiteX24" fmla="*/ 193596 w 242546"/>
                <a:gd name="connsiteY24" fmla="*/ 195589 h 23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2546" h="238314">
                  <a:moveTo>
                    <a:pt x="193596" y="195589"/>
                  </a:moveTo>
                  <a:cubicBezTo>
                    <a:pt x="210266" y="221956"/>
                    <a:pt x="224554" y="222972"/>
                    <a:pt x="237141" y="223647"/>
                  </a:cubicBezTo>
                  <a:cubicBezTo>
                    <a:pt x="241221" y="223986"/>
                    <a:pt x="241563" y="229732"/>
                    <a:pt x="241563" y="230070"/>
                  </a:cubicBezTo>
                  <a:cubicBezTo>
                    <a:pt x="241563" y="232773"/>
                    <a:pt x="239861" y="234125"/>
                    <a:pt x="237141" y="234125"/>
                  </a:cubicBezTo>
                  <a:cubicBezTo>
                    <a:pt x="228294" y="234125"/>
                    <a:pt x="218431" y="233112"/>
                    <a:pt x="209246" y="233112"/>
                  </a:cubicBezTo>
                  <a:cubicBezTo>
                    <a:pt x="198019" y="233112"/>
                    <a:pt x="186453" y="234125"/>
                    <a:pt x="175568" y="234125"/>
                  </a:cubicBezTo>
                  <a:cubicBezTo>
                    <a:pt x="173526" y="234125"/>
                    <a:pt x="169104" y="234125"/>
                    <a:pt x="169104" y="227704"/>
                  </a:cubicBezTo>
                  <a:cubicBezTo>
                    <a:pt x="169104" y="223986"/>
                    <a:pt x="172167" y="223647"/>
                    <a:pt x="174548" y="223647"/>
                  </a:cubicBezTo>
                  <a:cubicBezTo>
                    <a:pt x="183732" y="222972"/>
                    <a:pt x="190195" y="219590"/>
                    <a:pt x="190195" y="212492"/>
                  </a:cubicBezTo>
                  <a:cubicBezTo>
                    <a:pt x="190195" y="207421"/>
                    <a:pt x="185092" y="199984"/>
                    <a:pt x="185092" y="199646"/>
                  </a:cubicBezTo>
                  <a:lnTo>
                    <a:pt x="80658" y="34685"/>
                  </a:lnTo>
                  <a:lnTo>
                    <a:pt x="57528" y="213506"/>
                  </a:lnTo>
                  <a:cubicBezTo>
                    <a:pt x="57528" y="219254"/>
                    <a:pt x="65350" y="223647"/>
                    <a:pt x="80999" y="223647"/>
                  </a:cubicBezTo>
                  <a:cubicBezTo>
                    <a:pt x="85762" y="223647"/>
                    <a:pt x="89503" y="223647"/>
                    <a:pt x="89503" y="230407"/>
                  </a:cubicBezTo>
                  <a:cubicBezTo>
                    <a:pt x="89503" y="233450"/>
                    <a:pt x="86783" y="234125"/>
                    <a:pt x="84741" y="234125"/>
                  </a:cubicBezTo>
                  <a:cubicBezTo>
                    <a:pt x="71133" y="234125"/>
                    <a:pt x="56507" y="233112"/>
                    <a:pt x="42560" y="233112"/>
                  </a:cubicBezTo>
                  <a:cubicBezTo>
                    <a:pt x="36435" y="233112"/>
                    <a:pt x="29973" y="233450"/>
                    <a:pt x="23850" y="233450"/>
                  </a:cubicBezTo>
                  <a:cubicBezTo>
                    <a:pt x="17725" y="233450"/>
                    <a:pt x="11263" y="234125"/>
                    <a:pt x="5480" y="234125"/>
                  </a:cubicBezTo>
                  <a:cubicBezTo>
                    <a:pt x="3099" y="234125"/>
                    <a:pt x="-984" y="234125"/>
                    <a:pt x="-984" y="227704"/>
                  </a:cubicBezTo>
                  <a:cubicBezTo>
                    <a:pt x="-984" y="223647"/>
                    <a:pt x="2078" y="223647"/>
                    <a:pt x="7522" y="223647"/>
                  </a:cubicBezTo>
                  <a:cubicBezTo>
                    <a:pt x="26571" y="223647"/>
                    <a:pt x="26910" y="220604"/>
                    <a:pt x="27931" y="212153"/>
                  </a:cubicBezTo>
                  <a:lnTo>
                    <a:pt x="54805" y="3585"/>
                  </a:lnTo>
                  <a:cubicBezTo>
                    <a:pt x="55826" y="-3176"/>
                    <a:pt x="57186" y="-4189"/>
                    <a:pt x="61609" y="-4189"/>
                  </a:cubicBezTo>
                  <a:cubicBezTo>
                    <a:pt x="67052" y="-4189"/>
                    <a:pt x="68413" y="-2499"/>
                    <a:pt x="71133" y="1895"/>
                  </a:cubicBezTo>
                  <a:lnTo>
                    <a:pt x="193596" y="195589"/>
                  </a:ln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209C6A18-A615-C87C-F985-29CD8CF3223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flipV="1">
              <a:off x="9637576" y="6096509"/>
              <a:ext cx="226217" cy="79100"/>
            </a:xfrm>
            <a:custGeom>
              <a:avLst/>
              <a:gdLst>
                <a:gd name="connsiteX0" fmla="*/ 210745 w 226217"/>
                <a:gd name="connsiteY0" fmla="*/ 61612 h 79100"/>
                <a:gd name="connsiteX1" fmla="*/ 222311 w 226217"/>
                <a:gd name="connsiteY1" fmla="*/ 68373 h 79100"/>
                <a:gd name="connsiteX2" fmla="*/ 211084 w 226217"/>
                <a:gd name="connsiteY2" fmla="*/ 75135 h 79100"/>
                <a:gd name="connsiteX3" fmla="*/ 7319 w 226217"/>
                <a:gd name="connsiteY3" fmla="*/ 75135 h 79100"/>
                <a:gd name="connsiteX4" fmla="*/ -3907 w 226217"/>
                <a:gd name="connsiteY4" fmla="*/ 68373 h 79100"/>
                <a:gd name="connsiteX5" fmla="*/ 7658 w 226217"/>
                <a:gd name="connsiteY5" fmla="*/ 61612 h 79100"/>
                <a:gd name="connsiteX6" fmla="*/ 210745 w 226217"/>
                <a:gd name="connsiteY6" fmla="*/ 61612 h 79100"/>
                <a:gd name="connsiteX7" fmla="*/ 211084 w 226217"/>
                <a:gd name="connsiteY7" fmla="*/ -3966 h 79100"/>
                <a:gd name="connsiteX8" fmla="*/ 222311 w 226217"/>
                <a:gd name="connsiteY8" fmla="*/ 2795 h 79100"/>
                <a:gd name="connsiteX9" fmla="*/ 210745 w 226217"/>
                <a:gd name="connsiteY9" fmla="*/ 9556 h 79100"/>
                <a:gd name="connsiteX10" fmla="*/ 7658 w 226217"/>
                <a:gd name="connsiteY10" fmla="*/ 9556 h 79100"/>
                <a:gd name="connsiteX11" fmla="*/ -3907 w 226217"/>
                <a:gd name="connsiteY11" fmla="*/ 2795 h 79100"/>
                <a:gd name="connsiteX12" fmla="*/ 7319 w 226217"/>
                <a:gd name="connsiteY12" fmla="*/ -3966 h 79100"/>
                <a:gd name="connsiteX13" fmla="*/ 211084 w 226217"/>
                <a:gd name="connsiteY13" fmla="*/ -3966 h 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6217" h="79100">
                  <a:moveTo>
                    <a:pt x="210745" y="61612"/>
                  </a:moveTo>
                  <a:cubicBezTo>
                    <a:pt x="215846" y="61612"/>
                    <a:pt x="222311" y="61612"/>
                    <a:pt x="222311" y="68373"/>
                  </a:cubicBezTo>
                  <a:cubicBezTo>
                    <a:pt x="222311" y="75135"/>
                    <a:pt x="215846" y="75135"/>
                    <a:pt x="211084" y="75135"/>
                  </a:cubicBezTo>
                  <a:lnTo>
                    <a:pt x="7319" y="75135"/>
                  </a:lnTo>
                  <a:cubicBezTo>
                    <a:pt x="2557" y="75135"/>
                    <a:pt x="-3907" y="75135"/>
                    <a:pt x="-3907" y="68373"/>
                  </a:cubicBezTo>
                  <a:cubicBezTo>
                    <a:pt x="-3907" y="61612"/>
                    <a:pt x="2557" y="61612"/>
                    <a:pt x="7658" y="61612"/>
                  </a:cubicBezTo>
                  <a:lnTo>
                    <a:pt x="210745" y="61612"/>
                  </a:lnTo>
                  <a:close/>
                  <a:moveTo>
                    <a:pt x="211084" y="-3966"/>
                  </a:moveTo>
                  <a:cubicBezTo>
                    <a:pt x="215846" y="-3966"/>
                    <a:pt x="222311" y="-3966"/>
                    <a:pt x="222311" y="2795"/>
                  </a:cubicBezTo>
                  <a:cubicBezTo>
                    <a:pt x="222311" y="9556"/>
                    <a:pt x="215846" y="9556"/>
                    <a:pt x="210745" y="9556"/>
                  </a:cubicBezTo>
                  <a:lnTo>
                    <a:pt x="7658" y="9556"/>
                  </a:lnTo>
                  <a:cubicBezTo>
                    <a:pt x="2557" y="9556"/>
                    <a:pt x="-3907" y="9556"/>
                    <a:pt x="-3907" y="2795"/>
                  </a:cubicBezTo>
                  <a:cubicBezTo>
                    <a:pt x="-3907" y="-3966"/>
                    <a:pt x="2557" y="-3966"/>
                    <a:pt x="7319" y="-3966"/>
                  </a:cubicBezTo>
                  <a:lnTo>
                    <a:pt x="211084" y="-3966"/>
                  </a:ln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BE758888-B943-871B-7FF7-0929AB8B508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flipV="1">
              <a:off x="10150262" y="5693784"/>
              <a:ext cx="145460" cy="106695"/>
            </a:xfrm>
            <a:custGeom>
              <a:avLst/>
              <a:gdLst>
                <a:gd name="connsiteX0" fmla="*/ 10114 w 145460"/>
                <a:gd name="connsiteY0" fmla="*/ 10106 h 106695"/>
                <a:gd name="connsiteX1" fmla="*/ 7734 w 145460"/>
                <a:gd name="connsiteY1" fmla="*/ 408 h 106695"/>
                <a:gd name="connsiteX2" fmla="*/ 15828 w 145460"/>
                <a:gd name="connsiteY2" fmla="*/ -7164 h 106695"/>
                <a:gd name="connsiteX3" fmla="*/ 25113 w 145460"/>
                <a:gd name="connsiteY3" fmla="*/ -1959 h 106695"/>
                <a:gd name="connsiteX4" fmla="*/ 29399 w 145460"/>
                <a:gd name="connsiteY4" fmla="*/ 12709 h 106695"/>
                <a:gd name="connsiteX5" fmla="*/ 34635 w 145460"/>
                <a:gd name="connsiteY5" fmla="*/ 34000 h 106695"/>
                <a:gd name="connsiteX6" fmla="*/ 38683 w 145460"/>
                <a:gd name="connsiteY6" fmla="*/ 49850 h 106695"/>
                <a:gd name="connsiteX7" fmla="*/ 48682 w 145460"/>
                <a:gd name="connsiteY7" fmla="*/ 71143 h 106695"/>
                <a:gd name="connsiteX8" fmla="*/ 84392 w 145460"/>
                <a:gd name="connsiteY8" fmla="*/ 92907 h 106695"/>
                <a:gd name="connsiteX9" fmla="*/ 98439 w 145460"/>
                <a:gd name="connsiteY9" fmla="*/ 76346 h 106695"/>
                <a:gd name="connsiteX10" fmla="*/ 84392 w 145460"/>
                <a:gd name="connsiteY10" fmla="*/ 25956 h 106695"/>
                <a:gd name="connsiteX11" fmla="*/ 80821 w 145460"/>
                <a:gd name="connsiteY11" fmla="*/ 13181 h 106695"/>
                <a:gd name="connsiteX12" fmla="*/ 103437 w 145460"/>
                <a:gd name="connsiteY12" fmla="*/ -7164 h 106695"/>
                <a:gd name="connsiteX13" fmla="*/ 137721 w 145460"/>
                <a:gd name="connsiteY13" fmla="*/ 29031 h 106695"/>
                <a:gd name="connsiteX14" fmla="*/ 133910 w 145460"/>
                <a:gd name="connsiteY14" fmla="*/ 32108 h 106695"/>
                <a:gd name="connsiteX15" fmla="*/ 129388 w 145460"/>
                <a:gd name="connsiteY15" fmla="*/ 28086 h 106695"/>
                <a:gd name="connsiteX16" fmla="*/ 104152 w 145460"/>
                <a:gd name="connsiteY16" fmla="*/ -541 h 106695"/>
                <a:gd name="connsiteX17" fmla="*/ 98200 w 145460"/>
                <a:gd name="connsiteY17" fmla="*/ 7740 h 106695"/>
                <a:gd name="connsiteX18" fmla="*/ 103677 w 145460"/>
                <a:gd name="connsiteY18" fmla="*/ 26902 h 106695"/>
                <a:gd name="connsiteX19" fmla="*/ 116295 w 145460"/>
                <a:gd name="connsiteY19" fmla="*/ 72561 h 106695"/>
                <a:gd name="connsiteX20" fmla="*/ 85346 w 145460"/>
                <a:gd name="connsiteY20" fmla="*/ 99531 h 106695"/>
                <a:gd name="connsiteX21" fmla="*/ 45112 w 145460"/>
                <a:gd name="connsiteY21" fmla="*/ 78003 h 106695"/>
                <a:gd name="connsiteX22" fmla="*/ 19636 w 145460"/>
                <a:gd name="connsiteY22" fmla="*/ 99531 h 106695"/>
                <a:gd name="connsiteX23" fmla="*/ 829 w 145460"/>
                <a:gd name="connsiteY23" fmla="*/ 86756 h 106695"/>
                <a:gd name="connsiteX24" fmla="*/ -7739 w 145460"/>
                <a:gd name="connsiteY24" fmla="*/ 63334 h 106695"/>
                <a:gd name="connsiteX25" fmla="*/ -3693 w 145460"/>
                <a:gd name="connsiteY25" fmla="*/ 60259 h 106695"/>
                <a:gd name="connsiteX26" fmla="*/ 1544 w 145460"/>
                <a:gd name="connsiteY26" fmla="*/ 67356 h 106695"/>
                <a:gd name="connsiteX27" fmla="*/ 18923 w 145460"/>
                <a:gd name="connsiteY27" fmla="*/ 92907 h 106695"/>
                <a:gd name="connsiteX28" fmla="*/ 26779 w 145460"/>
                <a:gd name="connsiteY28" fmla="*/ 81315 h 106695"/>
                <a:gd name="connsiteX29" fmla="*/ 22971 w 145460"/>
                <a:gd name="connsiteY29" fmla="*/ 61680 h 106695"/>
                <a:gd name="connsiteX30" fmla="*/ 17733 w 145460"/>
                <a:gd name="connsiteY30" fmla="*/ 40388 h 106695"/>
                <a:gd name="connsiteX31" fmla="*/ 10114 w 145460"/>
                <a:gd name="connsiteY31" fmla="*/ 10106 h 10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5460" h="106695">
                  <a:moveTo>
                    <a:pt x="10114" y="10106"/>
                  </a:moveTo>
                  <a:cubicBezTo>
                    <a:pt x="9163" y="7031"/>
                    <a:pt x="7734" y="1117"/>
                    <a:pt x="7734" y="408"/>
                  </a:cubicBezTo>
                  <a:cubicBezTo>
                    <a:pt x="7734" y="-4798"/>
                    <a:pt x="12019" y="-7164"/>
                    <a:pt x="15828" y="-7164"/>
                  </a:cubicBezTo>
                  <a:cubicBezTo>
                    <a:pt x="20114" y="-7164"/>
                    <a:pt x="23923" y="-4089"/>
                    <a:pt x="25113" y="-1959"/>
                  </a:cubicBezTo>
                  <a:cubicBezTo>
                    <a:pt x="26304" y="171"/>
                    <a:pt x="28207" y="7740"/>
                    <a:pt x="29399" y="12709"/>
                  </a:cubicBezTo>
                  <a:cubicBezTo>
                    <a:pt x="30589" y="17203"/>
                    <a:pt x="33208" y="28086"/>
                    <a:pt x="34635" y="34000"/>
                  </a:cubicBezTo>
                  <a:cubicBezTo>
                    <a:pt x="36064" y="39203"/>
                    <a:pt x="37492" y="44409"/>
                    <a:pt x="38683" y="49850"/>
                  </a:cubicBezTo>
                  <a:cubicBezTo>
                    <a:pt x="41300" y="59550"/>
                    <a:pt x="41779" y="61443"/>
                    <a:pt x="48682" y="71143"/>
                  </a:cubicBezTo>
                  <a:cubicBezTo>
                    <a:pt x="55348" y="80606"/>
                    <a:pt x="66538" y="92907"/>
                    <a:pt x="84392" y="92907"/>
                  </a:cubicBezTo>
                  <a:cubicBezTo>
                    <a:pt x="98200" y="92907"/>
                    <a:pt x="98439" y="80841"/>
                    <a:pt x="98439" y="76346"/>
                  </a:cubicBezTo>
                  <a:cubicBezTo>
                    <a:pt x="98439" y="62153"/>
                    <a:pt x="88202" y="35892"/>
                    <a:pt x="84392" y="25956"/>
                  </a:cubicBezTo>
                  <a:cubicBezTo>
                    <a:pt x="81775" y="19333"/>
                    <a:pt x="80821" y="17203"/>
                    <a:pt x="80821" y="13181"/>
                  </a:cubicBezTo>
                  <a:cubicBezTo>
                    <a:pt x="80821" y="643"/>
                    <a:pt x="91298" y="-7164"/>
                    <a:pt x="103437" y="-7164"/>
                  </a:cubicBezTo>
                  <a:cubicBezTo>
                    <a:pt x="127245" y="-7164"/>
                    <a:pt x="137721" y="25484"/>
                    <a:pt x="137721" y="29031"/>
                  </a:cubicBezTo>
                  <a:cubicBezTo>
                    <a:pt x="137721" y="32108"/>
                    <a:pt x="134626" y="32108"/>
                    <a:pt x="133910" y="32108"/>
                  </a:cubicBezTo>
                  <a:cubicBezTo>
                    <a:pt x="130578" y="32108"/>
                    <a:pt x="130339" y="30688"/>
                    <a:pt x="129388" y="28086"/>
                  </a:cubicBezTo>
                  <a:cubicBezTo>
                    <a:pt x="123912" y="9161"/>
                    <a:pt x="113675" y="-541"/>
                    <a:pt x="104152" y="-541"/>
                  </a:cubicBezTo>
                  <a:cubicBezTo>
                    <a:pt x="99152" y="-541"/>
                    <a:pt x="98200" y="2771"/>
                    <a:pt x="98200" y="7740"/>
                  </a:cubicBezTo>
                  <a:cubicBezTo>
                    <a:pt x="98200" y="13181"/>
                    <a:pt x="99390" y="16258"/>
                    <a:pt x="103677" y="26902"/>
                  </a:cubicBezTo>
                  <a:cubicBezTo>
                    <a:pt x="106532" y="34237"/>
                    <a:pt x="116295" y="59313"/>
                    <a:pt x="116295" y="72561"/>
                  </a:cubicBezTo>
                  <a:cubicBezTo>
                    <a:pt x="116295" y="95510"/>
                    <a:pt x="97963" y="99531"/>
                    <a:pt x="85346" y="99531"/>
                  </a:cubicBezTo>
                  <a:cubicBezTo>
                    <a:pt x="65584" y="99531"/>
                    <a:pt x="52253" y="87465"/>
                    <a:pt x="45112" y="78003"/>
                  </a:cubicBezTo>
                  <a:cubicBezTo>
                    <a:pt x="43444" y="94325"/>
                    <a:pt x="29399" y="99531"/>
                    <a:pt x="19636" y="99531"/>
                  </a:cubicBezTo>
                  <a:cubicBezTo>
                    <a:pt x="9400" y="99531"/>
                    <a:pt x="3924" y="92198"/>
                    <a:pt x="829" y="86756"/>
                  </a:cubicBezTo>
                  <a:cubicBezTo>
                    <a:pt x="-4407" y="78003"/>
                    <a:pt x="-7739" y="64519"/>
                    <a:pt x="-7739" y="63334"/>
                  </a:cubicBezTo>
                  <a:cubicBezTo>
                    <a:pt x="-7739" y="60259"/>
                    <a:pt x="-4407" y="60259"/>
                    <a:pt x="-3693" y="60259"/>
                  </a:cubicBezTo>
                  <a:cubicBezTo>
                    <a:pt x="-360" y="60259"/>
                    <a:pt x="-122" y="60968"/>
                    <a:pt x="1544" y="67356"/>
                  </a:cubicBezTo>
                  <a:cubicBezTo>
                    <a:pt x="5115" y="81315"/>
                    <a:pt x="9638" y="92907"/>
                    <a:pt x="18923" y="92907"/>
                  </a:cubicBezTo>
                  <a:cubicBezTo>
                    <a:pt x="25113" y="92907"/>
                    <a:pt x="26779" y="87702"/>
                    <a:pt x="26779" y="81315"/>
                  </a:cubicBezTo>
                  <a:cubicBezTo>
                    <a:pt x="26779" y="76821"/>
                    <a:pt x="24636" y="68068"/>
                    <a:pt x="22971" y="61680"/>
                  </a:cubicBezTo>
                  <a:cubicBezTo>
                    <a:pt x="21304" y="55293"/>
                    <a:pt x="18923" y="45592"/>
                    <a:pt x="17733" y="40388"/>
                  </a:cubicBezTo>
                  <a:lnTo>
                    <a:pt x="10114" y="10106"/>
                  </a:ln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DDBF7660-8FFB-B230-7C97-973B586524A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flipV="1">
              <a:off x="9996640" y="5899517"/>
              <a:ext cx="452774" cy="473251"/>
            </a:xfrm>
            <a:custGeom>
              <a:avLst/>
              <a:gdLst>
                <a:gd name="connsiteX0" fmla="*/ 403874 w 452774"/>
                <a:gd name="connsiteY0" fmla="*/ -3965 h 473251"/>
                <a:gd name="connsiteX1" fmla="*/ 445035 w 452774"/>
                <a:gd name="connsiteY1" fmla="*/ 104208 h 473251"/>
                <a:gd name="connsiteX2" fmla="*/ 436531 w 452774"/>
                <a:gd name="connsiteY2" fmla="*/ 104208 h 473251"/>
                <a:gd name="connsiteX3" fmla="*/ 348085 w 452774"/>
                <a:gd name="connsiteY3" fmla="*/ 35926 h 473251"/>
                <a:gd name="connsiteX4" fmla="*/ 242290 w 452774"/>
                <a:gd name="connsiteY4" fmla="*/ 25446 h 473251"/>
                <a:gd name="connsiteX5" fmla="*/ 37164 w 452774"/>
                <a:gd name="connsiteY5" fmla="*/ 25446 h 473251"/>
                <a:gd name="connsiteX6" fmla="*/ 210314 w 452774"/>
                <a:gd name="connsiteY6" fmla="*/ 227254 h 473251"/>
                <a:gd name="connsiteX7" fmla="*/ 213374 w 452774"/>
                <a:gd name="connsiteY7" fmla="*/ 232663 h 473251"/>
                <a:gd name="connsiteX8" fmla="*/ 210993 w 452774"/>
                <a:gd name="connsiteY8" fmla="*/ 237732 h 473251"/>
                <a:gd name="connsiteX9" fmla="*/ 52471 w 452774"/>
                <a:gd name="connsiteY9" fmla="*/ 453061 h 473251"/>
                <a:gd name="connsiteX10" fmla="*/ 238888 w 452774"/>
                <a:gd name="connsiteY10" fmla="*/ 453061 h 473251"/>
                <a:gd name="connsiteX11" fmla="*/ 318488 w 452774"/>
                <a:gd name="connsiteY11" fmla="*/ 447652 h 473251"/>
                <a:gd name="connsiteX12" fmla="*/ 393329 w 452774"/>
                <a:gd name="connsiteY12" fmla="*/ 422300 h 473251"/>
                <a:gd name="connsiteX13" fmla="*/ 436531 w 452774"/>
                <a:gd name="connsiteY13" fmla="*/ 374299 h 473251"/>
                <a:gd name="connsiteX14" fmla="*/ 445035 w 452774"/>
                <a:gd name="connsiteY14" fmla="*/ 374299 h 473251"/>
                <a:gd name="connsiteX15" fmla="*/ 403874 w 452774"/>
                <a:gd name="connsiteY15" fmla="*/ 469287 h 473251"/>
                <a:gd name="connsiteX16" fmla="*/ 1786 w 452774"/>
                <a:gd name="connsiteY16" fmla="*/ 469287 h 473251"/>
                <a:gd name="connsiteX17" fmla="*/ -7398 w 452774"/>
                <a:gd name="connsiteY17" fmla="*/ 466921 h 473251"/>
                <a:gd name="connsiteX18" fmla="*/ -7740 w 452774"/>
                <a:gd name="connsiteY18" fmla="*/ 455765 h 473251"/>
                <a:gd name="connsiteX19" fmla="*/ 172213 w 452774"/>
                <a:gd name="connsiteY19" fmla="*/ 211028 h 473251"/>
                <a:gd name="connsiteX20" fmla="*/ -3997 w 452774"/>
                <a:gd name="connsiteY20" fmla="*/ 5840 h 473251"/>
                <a:gd name="connsiteX21" fmla="*/ -7398 w 452774"/>
                <a:gd name="connsiteY21" fmla="*/ -247 h 473251"/>
                <a:gd name="connsiteX22" fmla="*/ 1786 w 452774"/>
                <a:gd name="connsiteY22" fmla="*/ -3965 h 473251"/>
                <a:gd name="connsiteX23" fmla="*/ 403874 w 452774"/>
                <a:gd name="connsiteY23" fmla="*/ -3965 h 473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52774" h="473251">
                  <a:moveTo>
                    <a:pt x="403874" y="-3965"/>
                  </a:moveTo>
                  <a:lnTo>
                    <a:pt x="445035" y="104208"/>
                  </a:lnTo>
                  <a:lnTo>
                    <a:pt x="436531" y="104208"/>
                  </a:lnTo>
                  <a:cubicBezTo>
                    <a:pt x="423262" y="69051"/>
                    <a:pt x="387204" y="46065"/>
                    <a:pt x="348085" y="35926"/>
                  </a:cubicBezTo>
                  <a:cubicBezTo>
                    <a:pt x="340942" y="34234"/>
                    <a:pt x="307603" y="25446"/>
                    <a:pt x="242290" y="25446"/>
                  </a:cubicBezTo>
                  <a:lnTo>
                    <a:pt x="37164" y="25446"/>
                  </a:lnTo>
                  <a:lnTo>
                    <a:pt x="210314" y="227254"/>
                  </a:lnTo>
                  <a:cubicBezTo>
                    <a:pt x="212695" y="229956"/>
                    <a:pt x="213374" y="230972"/>
                    <a:pt x="213374" y="232663"/>
                  </a:cubicBezTo>
                  <a:cubicBezTo>
                    <a:pt x="213374" y="233338"/>
                    <a:pt x="213374" y="234352"/>
                    <a:pt x="210993" y="237732"/>
                  </a:cubicBezTo>
                  <a:lnTo>
                    <a:pt x="52471" y="453061"/>
                  </a:lnTo>
                  <a:lnTo>
                    <a:pt x="238888" y="453061"/>
                  </a:lnTo>
                  <a:cubicBezTo>
                    <a:pt x="284471" y="453061"/>
                    <a:pt x="315428" y="448329"/>
                    <a:pt x="318488" y="447652"/>
                  </a:cubicBezTo>
                  <a:cubicBezTo>
                    <a:pt x="336859" y="444949"/>
                    <a:pt x="366454" y="439202"/>
                    <a:pt x="393329" y="422300"/>
                  </a:cubicBezTo>
                  <a:cubicBezTo>
                    <a:pt x="401833" y="416893"/>
                    <a:pt x="424964" y="401681"/>
                    <a:pt x="436531" y="374299"/>
                  </a:cubicBezTo>
                  <a:lnTo>
                    <a:pt x="445035" y="374299"/>
                  </a:lnTo>
                  <a:lnTo>
                    <a:pt x="403874" y="469287"/>
                  </a:lnTo>
                  <a:lnTo>
                    <a:pt x="1786" y="469287"/>
                  </a:lnTo>
                  <a:cubicBezTo>
                    <a:pt x="-6039" y="469287"/>
                    <a:pt x="-6378" y="468949"/>
                    <a:pt x="-7398" y="466921"/>
                  </a:cubicBezTo>
                  <a:cubicBezTo>
                    <a:pt x="-7740" y="465907"/>
                    <a:pt x="-7740" y="459485"/>
                    <a:pt x="-7740" y="455765"/>
                  </a:cubicBezTo>
                  <a:lnTo>
                    <a:pt x="172213" y="211028"/>
                  </a:lnTo>
                  <a:lnTo>
                    <a:pt x="-3997" y="5840"/>
                  </a:lnTo>
                  <a:cubicBezTo>
                    <a:pt x="-7398" y="1783"/>
                    <a:pt x="-7398" y="93"/>
                    <a:pt x="-7398" y="-247"/>
                  </a:cubicBezTo>
                  <a:cubicBezTo>
                    <a:pt x="-7398" y="-3965"/>
                    <a:pt x="-4338" y="-3965"/>
                    <a:pt x="1786" y="-3965"/>
                  </a:cubicBezTo>
                  <a:lnTo>
                    <a:pt x="403874" y="-3965"/>
                  </a:ln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5975E555-DB2F-04C1-E452-B7546B3F010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flipV="1">
              <a:off x="10014078" y="6462503"/>
              <a:ext cx="72134" cy="159214"/>
            </a:xfrm>
            <a:custGeom>
              <a:avLst/>
              <a:gdLst>
                <a:gd name="connsiteX0" fmla="*/ 59607 w 72134"/>
                <a:gd name="connsiteY0" fmla="*/ 149599 h 159214"/>
                <a:gd name="connsiteX1" fmla="*/ 50084 w 72134"/>
                <a:gd name="connsiteY1" fmla="*/ 158588 h 159214"/>
                <a:gd name="connsiteX2" fmla="*/ 36753 w 72134"/>
                <a:gd name="connsiteY2" fmla="*/ 145577 h 159214"/>
                <a:gd name="connsiteX3" fmla="*/ 46276 w 72134"/>
                <a:gd name="connsiteY3" fmla="*/ 136587 h 159214"/>
                <a:gd name="connsiteX4" fmla="*/ 59607 w 72134"/>
                <a:gd name="connsiteY4" fmla="*/ 149599 h 159214"/>
                <a:gd name="connsiteX5" fmla="*/ 11040 w 72134"/>
                <a:gd name="connsiteY5" fmla="*/ 29419 h 159214"/>
                <a:gd name="connsiteX6" fmla="*/ 8899 w 72134"/>
                <a:gd name="connsiteY6" fmla="*/ 19484 h 159214"/>
                <a:gd name="connsiteX7" fmla="*/ 31516 w 72134"/>
                <a:gd name="connsiteY7" fmla="*/ -626 h 159214"/>
                <a:gd name="connsiteX8" fmla="*/ 65798 w 72134"/>
                <a:gd name="connsiteY8" fmla="*/ 35570 h 159214"/>
                <a:gd name="connsiteX9" fmla="*/ 61988 w 72134"/>
                <a:gd name="connsiteY9" fmla="*/ 38646 h 159214"/>
                <a:gd name="connsiteX10" fmla="*/ 57464 w 72134"/>
                <a:gd name="connsiteY10" fmla="*/ 34624 h 159214"/>
                <a:gd name="connsiteX11" fmla="*/ 32229 w 72134"/>
                <a:gd name="connsiteY11" fmla="*/ 5998 h 159214"/>
                <a:gd name="connsiteX12" fmla="*/ 26277 w 72134"/>
                <a:gd name="connsiteY12" fmla="*/ 14278 h 159214"/>
                <a:gd name="connsiteX13" fmla="*/ 30085 w 72134"/>
                <a:gd name="connsiteY13" fmla="*/ 29419 h 159214"/>
                <a:gd name="connsiteX14" fmla="*/ 37705 w 72134"/>
                <a:gd name="connsiteY14" fmla="*/ 48345 h 159214"/>
                <a:gd name="connsiteX15" fmla="*/ 49371 w 72134"/>
                <a:gd name="connsiteY15" fmla="*/ 78390 h 159214"/>
                <a:gd name="connsiteX16" fmla="*/ 50799 w 72134"/>
                <a:gd name="connsiteY16" fmla="*/ 85960 h 159214"/>
                <a:gd name="connsiteX17" fmla="*/ 28182 w 72134"/>
                <a:gd name="connsiteY17" fmla="*/ 106069 h 159214"/>
                <a:gd name="connsiteX18" fmla="*/ -6337 w 72134"/>
                <a:gd name="connsiteY18" fmla="*/ 69873 h 159214"/>
                <a:gd name="connsiteX19" fmla="*/ -2291 w 72134"/>
                <a:gd name="connsiteY19" fmla="*/ 66798 h 159214"/>
                <a:gd name="connsiteX20" fmla="*/ 1994 w 72134"/>
                <a:gd name="connsiteY20" fmla="*/ 70582 h 159214"/>
                <a:gd name="connsiteX21" fmla="*/ 27468 w 72134"/>
                <a:gd name="connsiteY21" fmla="*/ 99445 h 159214"/>
                <a:gd name="connsiteX22" fmla="*/ 33419 w 72134"/>
                <a:gd name="connsiteY22" fmla="*/ 91165 h 159214"/>
                <a:gd name="connsiteX23" fmla="*/ 26039 w 72134"/>
                <a:gd name="connsiteY23" fmla="*/ 67507 h 159214"/>
                <a:gd name="connsiteX24" fmla="*/ 11040 w 72134"/>
                <a:gd name="connsiteY24" fmla="*/ 29419 h 159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134" h="159214">
                  <a:moveTo>
                    <a:pt x="59607" y="149599"/>
                  </a:moveTo>
                  <a:cubicBezTo>
                    <a:pt x="59607" y="153383"/>
                    <a:pt x="56751" y="158588"/>
                    <a:pt x="50084" y="158588"/>
                  </a:cubicBezTo>
                  <a:cubicBezTo>
                    <a:pt x="43657" y="158588"/>
                    <a:pt x="36753" y="152437"/>
                    <a:pt x="36753" y="145577"/>
                  </a:cubicBezTo>
                  <a:cubicBezTo>
                    <a:pt x="36753" y="141555"/>
                    <a:pt x="39848" y="136587"/>
                    <a:pt x="46276" y="136587"/>
                  </a:cubicBezTo>
                  <a:cubicBezTo>
                    <a:pt x="53180" y="136587"/>
                    <a:pt x="59607" y="143210"/>
                    <a:pt x="59607" y="149599"/>
                  </a:cubicBezTo>
                  <a:close/>
                  <a:moveTo>
                    <a:pt x="11040" y="29419"/>
                  </a:moveTo>
                  <a:cubicBezTo>
                    <a:pt x="10089" y="26344"/>
                    <a:pt x="8899" y="23505"/>
                    <a:pt x="8899" y="19484"/>
                  </a:cubicBezTo>
                  <a:cubicBezTo>
                    <a:pt x="8899" y="8364"/>
                    <a:pt x="18422" y="-626"/>
                    <a:pt x="31516" y="-626"/>
                  </a:cubicBezTo>
                  <a:cubicBezTo>
                    <a:pt x="55323" y="-626"/>
                    <a:pt x="65798" y="32022"/>
                    <a:pt x="65798" y="35570"/>
                  </a:cubicBezTo>
                  <a:cubicBezTo>
                    <a:pt x="65798" y="38646"/>
                    <a:pt x="62702" y="38646"/>
                    <a:pt x="61988" y="38646"/>
                  </a:cubicBezTo>
                  <a:cubicBezTo>
                    <a:pt x="58656" y="38646"/>
                    <a:pt x="58417" y="37227"/>
                    <a:pt x="57464" y="34624"/>
                  </a:cubicBezTo>
                  <a:cubicBezTo>
                    <a:pt x="51988" y="15699"/>
                    <a:pt x="41514" y="5998"/>
                    <a:pt x="32229" y="5998"/>
                  </a:cubicBezTo>
                  <a:cubicBezTo>
                    <a:pt x="27468" y="5998"/>
                    <a:pt x="26277" y="9073"/>
                    <a:pt x="26277" y="14278"/>
                  </a:cubicBezTo>
                  <a:cubicBezTo>
                    <a:pt x="26277" y="19720"/>
                    <a:pt x="27945" y="24214"/>
                    <a:pt x="30085" y="29419"/>
                  </a:cubicBezTo>
                  <a:cubicBezTo>
                    <a:pt x="32467" y="35807"/>
                    <a:pt x="35086" y="42194"/>
                    <a:pt x="37705" y="48345"/>
                  </a:cubicBezTo>
                  <a:cubicBezTo>
                    <a:pt x="39848" y="54023"/>
                    <a:pt x="48418" y="75551"/>
                    <a:pt x="49371" y="78390"/>
                  </a:cubicBezTo>
                  <a:cubicBezTo>
                    <a:pt x="50084" y="80756"/>
                    <a:pt x="50799" y="83595"/>
                    <a:pt x="50799" y="85960"/>
                  </a:cubicBezTo>
                  <a:cubicBezTo>
                    <a:pt x="50799" y="97079"/>
                    <a:pt x="41276" y="106069"/>
                    <a:pt x="28182" y="106069"/>
                  </a:cubicBezTo>
                  <a:cubicBezTo>
                    <a:pt x="4613" y="106069"/>
                    <a:pt x="-6337" y="73894"/>
                    <a:pt x="-6337" y="69873"/>
                  </a:cubicBezTo>
                  <a:cubicBezTo>
                    <a:pt x="-6337" y="66798"/>
                    <a:pt x="-3004" y="66798"/>
                    <a:pt x="-2291" y="66798"/>
                  </a:cubicBezTo>
                  <a:cubicBezTo>
                    <a:pt x="1042" y="66798"/>
                    <a:pt x="1280" y="67982"/>
                    <a:pt x="1994" y="70582"/>
                  </a:cubicBezTo>
                  <a:cubicBezTo>
                    <a:pt x="8184" y="90928"/>
                    <a:pt x="18660" y="99445"/>
                    <a:pt x="27468" y="99445"/>
                  </a:cubicBezTo>
                  <a:cubicBezTo>
                    <a:pt x="31278" y="99445"/>
                    <a:pt x="33419" y="97552"/>
                    <a:pt x="33419" y="91165"/>
                  </a:cubicBezTo>
                  <a:cubicBezTo>
                    <a:pt x="33419" y="85723"/>
                    <a:pt x="31991" y="82175"/>
                    <a:pt x="26039" y="67507"/>
                  </a:cubicBezTo>
                  <a:lnTo>
                    <a:pt x="11040" y="29419"/>
                  </a:ln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0BF1CC60-6926-616F-F8FA-8F7902BBEEF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flipV="1">
              <a:off x="10115702" y="6528270"/>
              <a:ext cx="175220" cy="63638"/>
            </a:xfrm>
            <a:custGeom>
              <a:avLst/>
              <a:gdLst>
                <a:gd name="connsiteX0" fmla="*/ 158594 w 175220"/>
                <a:gd name="connsiteY0" fmla="*/ 51568 h 63638"/>
                <a:gd name="connsiteX1" fmla="*/ 167641 w 175220"/>
                <a:gd name="connsiteY1" fmla="*/ 57483 h 63638"/>
                <a:gd name="connsiteX2" fmla="*/ 158832 w 175220"/>
                <a:gd name="connsiteY2" fmla="*/ 63161 h 63638"/>
                <a:gd name="connsiteX3" fmla="*/ 1230 w 175220"/>
                <a:gd name="connsiteY3" fmla="*/ 63161 h 63638"/>
                <a:gd name="connsiteX4" fmla="*/ -7580 w 175220"/>
                <a:gd name="connsiteY4" fmla="*/ 57483 h 63638"/>
                <a:gd name="connsiteX5" fmla="*/ 1468 w 175220"/>
                <a:gd name="connsiteY5" fmla="*/ 51568 h 63638"/>
                <a:gd name="connsiteX6" fmla="*/ 158594 w 175220"/>
                <a:gd name="connsiteY6" fmla="*/ 51568 h 63638"/>
                <a:gd name="connsiteX7" fmla="*/ 158832 w 175220"/>
                <a:gd name="connsiteY7" fmla="*/ -478 h 63638"/>
                <a:gd name="connsiteX8" fmla="*/ 167641 w 175220"/>
                <a:gd name="connsiteY8" fmla="*/ 5200 h 63638"/>
                <a:gd name="connsiteX9" fmla="*/ 158594 w 175220"/>
                <a:gd name="connsiteY9" fmla="*/ 11114 h 63638"/>
                <a:gd name="connsiteX10" fmla="*/ 1468 w 175220"/>
                <a:gd name="connsiteY10" fmla="*/ 11114 h 63638"/>
                <a:gd name="connsiteX11" fmla="*/ -7580 w 175220"/>
                <a:gd name="connsiteY11" fmla="*/ 5200 h 63638"/>
                <a:gd name="connsiteX12" fmla="*/ 1230 w 175220"/>
                <a:gd name="connsiteY12" fmla="*/ -478 h 63638"/>
                <a:gd name="connsiteX13" fmla="*/ 158832 w 175220"/>
                <a:gd name="connsiteY13" fmla="*/ -478 h 63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220" h="63638">
                  <a:moveTo>
                    <a:pt x="158594" y="51568"/>
                  </a:moveTo>
                  <a:cubicBezTo>
                    <a:pt x="162165" y="51568"/>
                    <a:pt x="167641" y="51568"/>
                    <a:pt x="167641" y="57483"/>
                  </a:cubicBezTo>
                  <a:cubicBezTo>
                    <a:pt x="167641" y="63161"/>
                    <a:pt x="161927" y="63161"/>
                    <a:pt x="158832" y="63161"/>
                  </a:cubicBezTo>
                  <a:lnTo>
                    <a:pt x="1230" y="63161"/>
                  </a:lnTo>
                  <a:cubicBezTo>
                    <a:pt x="-1866" y="63161"/>
                    <a:pt x="-7580" y="63161"/>
                    <a:pt x="-7580" y="57483"/>
                  </a:cubicBezTo>
                  <a:cubicBezTo>
                    <a:pt x="-7580" y="51568"/>
                    <a:pt x="-2103" y="51568"/>
                    <a:pt x="1468" y="51568"/>
                  </a:cubicBezTo>
                  <a:lnTo>
                    <a:pt x="158594" y="51568"/>
                  </a:lnTo>
                  <a:close/>
                  <a:moveTo>
                    <a:pt x="158832" y="-478"/>
                  </a:moveTo>
                  <a:cubicBezTo>
                    <a:pt x="161927" y="-478"/>
                    <a:pt x="167641" y="-478"/>
                    <a:pt x="167641" y="5200"/>
                  </a:cubicBezTo>
                  <a:cubicBezTo>
                    <a:pt x="167641" y="11114"/>
                    <a:pt x="162165" y="11114"/>
                    <a:pt x="158594" y="11114"/>
                  </a:cubicBezTo>
                  <a:lnTo>
                    <a:pt x="1468" y="11114"/>
                  </a:lnTo>
                  <a:cubicBezTo>
                    <a:pt x="-2103" y="11114"/>
                    <a:pt x="-7580" y="11114"/>
                    <a:pt x="-7580" y="5200"/>
                  </a:cubicBezTo>
                  <a:cubicBezTo>
                    <a:pt x="-7580" y="-478"/>
                    <a:pt x="-1866" y="-478"/>
                    <a:pt x="1230" y="-478"/>
                  </a:cubicBezTo>
                  <a:lnTo>
                    <a:pt x="158832" y="-478"/>
                  </a:ln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1B42C9D6-DFB7-E705-C044-4E238EE9D1A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V="1">
              <a:off x="10333868" y="6462267"/>
              <a:ext cx="86658" cy="157084"/>
            </a:xfrm>
            <a:custGeom>
              <a:avLst/>
              <a:gdLst>
                <a:gd name="connsiteX0" fmla="*/ 44815 w 86658"/>
                <a:gd name="connsiteY0" fmla="*/ 149825 h 157084"/>
                <a:gd name="connsiteX1" fmla="*/ 37672 w 86658"/>
                <a:gd name="connsiteY1" fmla="*/ 156448 h 157084"/>
                <a:gd name="connsiteX2" fmla="*/ -8991 w 86658"/>
                <a:gd name="connsiteY2" fmla="*/ 141307 h 157084"/>
                <a:gd name="connsiteX3" fmla="*/ -8991 w 86658"/>
                <a:gd name="connsiteY3" fmla="*/ 132790 h 157084"/>
                <a:gd name="connsiteX4" fmla="*/ 25532 w 86658"/>
                <a:gd name="connsiteY4" fmla="*/ 139413 h 157084"/>
                <a:gd name="connsiteX5" fmla="*/ 25532 w 86658"/>
                <a:gd name="connsiteY5" fmla="*/ 18762 h 157084"/>
                <a:gd name="connsiteX6" fmla="*/ 1724 w 86658"/>
                <a:gd name="connsiteY6" fmla="*/ 7880 h 157084"/>
                <a:gd name="connsiteX7" fmla="*/ -7323 w 86658"/>
                <a:gd name="connsiteY7" fmla="*/ 7880 h 157084"/>
                <a:gd name="connsiteX8" fmla="*/ -7323 w 86658"/>
                <a:gd name="connsiteY8" fmla="*/ -637 h 157084"/>
                <a:gd name="connsiteX9" fmla="*/ 35054 w 86658"/>
                <a:gd name="connsiteY9" fmla="*/ 309 h 157084"/>
                <a:gd name="connsiteX10" fmla="*/ 77667 w 86658"/>
                <a:gd name="connsiteY10" fmla="*/ -637 h 157084"/>
                <a:gd name="connsiteX11" fmla="*/ 77667 w 86658"/>
                <a:gd name="connsiteY11" fmla="*/ 7880 h 157084"/>
                <a:gd name="connsiteX12" fmla="*/ 68621 w 86658"/>
                <a:gd name="connsiteY12" fmla="*/ 7880 h 157084"/>
                <a:gd name="connsiteX13" fmla="*/ 44815 w 86658"/>
                <a:gd name="connsiteY13" fmla="*/ 18762 h 157084"/>
                <a:gd name="connsiteX14" fmla="*/ 44815 w 86658"/>
                <a:gd name="connsiteY14" fmla="*/ 149825 h 15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658" h="157084">
                  <a:moveTo>
                    <a:pt x="44815" y="149825"/>
                  </a:moveTo>
                  <a:cubicBezTo>
                    <a:pt x="44815" y="156211"/>
                    <a:pt x="44338" y="156448"/>
                    <a:pt x="37672" y="156448"/>
                  </a:cubicBezTo>
                  <a:cubicBezTo>
                    <a:pt x="22436" y="141544"/>
                    <a:pt x="772" y="141307"/>
                    <a:pt x="-8991" y="141307"/>
                  </a:cubicBezTo>
                  <a:lnTo>
                    <a:pt x="-8991" y="132790"/>
                  </a:lnTo>
                  <a:cubicBezTo>
                    <a:pt x="-3277" y="132790"/>
                    <a:pt x="12437" y="132790"/>
                    <a:pt x="25532" y="139413"/>
                  </a:cubicBezTo>
                  <a:lnTo>
                    <a:pt x="25532" y="18762"/>
                  </a:lnTo>
                  <a:cubicBezTo>
                    <a:pt x="25532" y="10956"/>
                    <a:pt x="25532" y="7880"/>
                    <a:pt x="1724" y="7880"/>
                  </a:cubicBezTo>
                  <a:lnTo>
                    <a:pt x="-7323" y="7880"/>
                  </a:lnTo>
                  <a:lnTo>
                    <a:pt x="-7323" y="-637"/>
                  </a:lnTo>
                  <a:cubicBezTo>
                    <a:pt x="-3039" y="-400"/>
                    <a:pt x="26245" y="309"/>
                    <a:pt x="35054" y="309"/>
                  </a:cubicBezTo>
                  <a:cubicBezTo>
                    <a:pt x="42434" y="309"/>
                    <a:pt x="72431" y="-400"/>
                    <a:pt x="77667" y="-637"/>
                  </a:cubicBezTo>
                  <a:lnTo>
                    <a:pt x="77667" y="7880"/>
                  </a:lnTo>
                  <a:lnTo>
                    <a:pt x="68621" y="7880"/>
                  </a:lnTo>
                  <a:cubicBezTo>
                    <a:pt x="44815" y="7880"/>
                    <a:pt x="44815" y="10956"/>
                    <a:pt x="44815" y="18762"/>
                  </a:cubicBezTo>
                  <a:lnTo>
                    <a:pt x="44815" y="149825"/>
                  </a:ln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849ADA13-119E-19AA-ABE2-59AD8B30DA0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flipV="1">
              <a:off x="10502470" y="5967041"/>
              <a:ext cx="78910" cy="338036"/>
            </a:xfrm>
            <a:custGeom>
              <a:avLst/>
              <a:gdLst>
                <a:gd name="connsiteX0" fmla="*/ 68583 w 78910"/>
                <a:gd name="connsiteY0" fmla="*/ -584 h 338036"/>
                <a:gd name="connsiteX1" fmla="*/ 62799 w 78910"/>
                <a:gd name="connsiteY1" fmla="*/ 6851 h 338036"/>
                <a:gd name="connsiteX2" fmla="*/ 9394 w 78910"/>
                <a:gd name="connsiteY2" fmla="*/ 165054 h 338036"/>
                <a:gd name="connsiteX3" fmla="*/ 64163 w 78910"/>
                <a:gd name="connsiteY3" fmla="*/ 324944 h 338036"/>
                <a:gd name="connsiteX4" fmla="*/ 68583 w 78910"/>
                <a:gd name="connsiteY4" fmla="*/ 330691 h 338036"/>
                <a:gd name="connsiteX5" fmla="*/ 65182 w 78910"/>
                <a:gd name="connsiteY5" fmla="*/ 334071 h 338036"/>
                <a:gd name="connsiteX6" fmla="*/ 11101 w 78910"/>
                <a:gd name="connsiteY6" fmla="*/ 268154 h 338036"/>
                <a:gd name="connsiteX7" fmla="*/ -10327 w 78910"/>
                <a:gd name="connsiteY7" fmla="*/ 165054 h 338036"/>
                <a:gd name="connsiteX8" fmla="*/ 12120 w 78910"/>
                <a:gd name="connsiteY8" fmla="*/ 59586 h 338036"/>
                <a:gd name="connsiteX9" fmla="*/ 65182 w 78910"/>
                <a:gd name="connsiteY9" fmla="*/ -3965 h 338036"/>
                <a:gd name="connsiteX10" fmla="*/ 68583 w 78910"/>
                <a:gd name="connsiteY10" fmla="*/ -584 h 33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910" h="338036">
                  <a:moveTo>
                    <a:pt x="68583" y="-584"/>
                  </a:moveTo>
                  <a:cubicBezTo>
                    <a:pt x="68583" y="430"/>
                    <a:pt x="68583" y="1105"/>
                    <a:pt x="62799" y="6851"/>
                  </a:cubicBezTo>
                  <a:cubicBezTo>
                    <a:pt x="20286" y="49444"/>
                    <a:pt x="9394" y="113333"/>
                    <a:pt x="9394" y="165054"/>
                  </a:cubicBezTo>
                  <a:cubicBezTo>
                    <a:pt x="9394" y="223872"/>
                    <a:pt x="22325" y="282691"/>
                    <a:pt x="64163" y="324944"/>
                  </a:cubicBezTo>
                  <a:cubicBezTo>
                    <a:pt x="68583" y="329001"/>
                    <a:pt x="68583" y="329677"/>
                    <a:pt x="68583" y="330691"/>
                  </a:cubicBezTo>
                  <a:cubicBezTo>
                    <a:pt x="68583" y="333057"/>
                    <a:pt x="67220" y="334071"/>
                    <a:pt x="65182" y="334071"/>
                  </a:cubicBezTo>
                  <a:cubicBezTo>
                    <a:pt x="61780" y="334071"/>
                    <a:pt x="31166" y="311085"/>
                    <a:pt x="11101" y="268154"/>
                  </a:cubicBezTo>
                  <a:cubicBezTo>
                    <a:pt x="-6250" y="230970"/>
                    <a:pt x="-10327" y="193449"/>
                    <a:pt x="-10327" y="165054"/>
                  </a:cubicBezTo>
                  <a:cubicBezTo>
                    <a:pt x="-10327" y="138686"/>
                    <a:pt x="-6594" y="97784"/>
                    <a:pt x="12120" y="59586"/>
                  </a:cubicBezTo>
                  <a:cubicBezTo>
                    <a:pt x="32529" y="18008"/>
                    <a:pt x="61780" y="-3965"/>
                    <a:pt x="65182" y="-3965"/>
                  </a:cubicBezTo>
                  <a:cubicBezTo>
                    <a:pt x="67220" y="-3965"/>
                    <a:pt x="68583" y="-2950"/>
                    <a:pt x="68583" y="-584"/>
                  </a:cubicBez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4F46DF30-C9B0-56D8-B56C-279F781B55E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flipV="1">
              <a:off x="10618048" y="6071157"/>
              <a:ext cx="193567" cy="223104"/>
            </a:xfrm>
            <a:custGeom>
              <a:avLst/>
              <a:gdLst>
                <a:gd name="connsiteX0" fmla="*/ 29088 w 193567"/>
                <a:gd name="connsiteY0" fmla="*/ 12644 h 223104"/>
                <a:gd name="connsiteX1" fmla="*/ 27393 w 193567"/>
                <a:gd name="connsiteY1" fmla="*/ 5885 h 223104"/>
                <a:gd name="connsiteX2" fmla="*/ 37254 w 193567"/>
                <a:gd name="connsiteY2" fmla="*/ -3582 h 223104"/>
                <a:gd name="connsiteX3" fmla="*/ 49841 w 193567"/>
                <a:gd name="connsiteY3" fmla="*/ 5209 h 223104"/>
                <a:gd name="connsiteX4" fmla="*/ 61753 w 193567"/>
                <a:gd name="connsiteY4" fmla="*/ 67068 h 223104"/>
                <a:gd name="connsiteX5" fmla="*/ 72976 w 193567"/>
                <a:gd name="connsiteY5" fmla="*/ 66393 h 223104"/>
                <a:gd name="connsiteX6" fmla="*/ 181838 w 193567"/>
                <a:gd name="connsiteY6" fmla="*/ 172875 h 223104"/>
                <a:gd name="connsiteX7" fmla="*/ 143045 w 193567"/>
                <a:gd name="connsiteY7" fmla="*/ 219523 h 223104"/>
                <a:gd name="connsiteX8" fmla="*/ 52899 w 193567"/>
                <a:gd name="connsiteY8" fmla="*/ 88026 h 223104"/>
                <a:gd name="connsiteX9" fmla="*/ -2889 w 193567"/>
                <a:gd name="connsiteY9" fmla="*/ 138057 h 223104"/>
                <a:gd name="connsiteX10" fmla="*/ 25355 w 193567"/>
                <a:gd name="connsiteY10" fmla="*/ 208029 h 223104"/>
                <a:gd name="connsiteX11" fmla="*/ 28069 w 193567"/>
                <a:gd name="connsiteY11" fmla="*/ 212425 h 223104"/>
                <a:gd name="connsiteX12" fmla="*/ 23992 w 193567"/>
                <a:gd name="connsiteY12" fmla="*/ 215805 h 223104"/>
                <a:gd name="connsiteX13" fmla="*/ -11730 w 193567"/>
                <a:gd name="connsiteY13" fmla="*/ 134337 h 223104"/>
                <a:gd name="connsiteX14" fmla="*/ 47127 w 193567"/>
                <a:gd name="connsiteY14" fmla="*/ 69434 h 223104"/>
                <a:gd name="connsiteX15" fmla="*/ 29088 w 193567"/>
                <a:gd name="connsiteY15" fmla="*/ 12644 h 223104"/>
                <a:gd name="connsiteX16" fmla="*/ 76034 w 193567"/>
                <a:gd name="connsiteY16" fmla="*/ 85999 h 223104"/>
                <a:gd name="connsiteX17" fmla="*/ 69919 w 193567"/>
                <a:gd name="connsiteY17" fmla="*/ 86337 h 223104"/>
                <a:gd name="connsiteX18" fmla="*/ 65486 w 193567"/>
                <a:gd name="connsiteY18" fmla="*/ 87689 h 223104"/>
                <a:gd name="connsiteX19" fmla="*/ 72301 w 193567"/>
                <a:gd name="connsiteY19" fmla="*/ 124197 h 223104"/>
                <a:gd name="connsiteX20" fmla="*/ 139656 w 193567"/>
                <a:gd name="connsiteY20" fmla="*/ 199917 h 223104"/>
                <a:gd name="connsiteX21" fmla="*/ 172308 w 193567"/>
                <a:gd name="connsiteY21" fmla="*/ 165437 h 223104"/>
                <a:gd name="connsiteX22" fmla="*/ 76034 w 193567"/>
                <a:gd name="connsiteY22" fmla="*/ 85999 h 223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567" h="223104">
                  <a:moveTo>
                    <a:pt x="29088" y="12644"/>
                  </a:moveTo>
                  <a:cubicBezTo>
                    <a:pt x="27725" y="8251"/>
                    <a:pt x="27393" y="7575"/>
                    <a:pt x="27393" y="5885"/>
                  </a:cubicBezTo>
                  <a:cubicBezTo>
                    <a:pt x="27393" y="-1553"/>
                    <a:pt x="33853" y="-3582"/>
                    <a:pt x="37254" y="-3582"/>
                  </a:cubicBezTo>
                  <a:cubicBezTo>
                    <a:pt x="38961" y="-3582"/>
                    <a:pt x="46440" y="-2567"/>
                    <a:pt x="49841" y="5209"/>
                  </a:cubicBezTo>
                  <a:cubicBezTo>
                    <a:pt x="50860" y="7912"/>
                    <a:pt x="52567" y="19068"/>
                    <a:pt x="61753" y="67068"/>
                  </a:cubicBezTo>
                  <a:cubicBezTo>
                    <a:pt x="64810" y="66731"/>
                    <a:pt x="67193" y="66393"/>
                    <a:pt x="72976" y="66393"/>
                  </a:cubicBezTo>
                  <a:cubicBezTo>
                    <a:pt x="129439" y="66393"/>
                    <a:pt x="181838" y="119465"/>
                    <a:pt x="181838" y="172875"/>
                  </a:cubicBezTo>
                  <a:cubicBezTo>
                    <a:pt x="181838" y="199242"/>
                    <a:pt x="168563" y="219523"/>
                    <a:pt x="143045" y="219523"/>
                  </a:cubicBezTo>
                  <a:cubicBezTo>
                    <a:pt x="93729" y="219523"/>
                    <a:pt x="73320" y="153943"/>
                    <a:pt x="52899" y="88026"/>
                  </a:cubicBezTo>
                  <a:cubicBezTo>
                    <a:pt x="16170" y="94787"/>
                    <a:pt x="-2889" y="113719"/>
                    <a:pt x="-2889" y="138057"/>
                  </a:cubicBezTo>
                  <a:cubicBezTo>
                    <a:pt x="-2889" y="147522"/>
                    <a:pt x="4946" y="184705"/>
                    <a:pt x="25355" y="208029"/>
                  </a:cubicBezTo>
                  <a:cubicBezTo>
                    <a:pt x="28069" y="211073"/>
                    <a:pt x="28069" y="211747"/>
                    <a:pt x="28069" y="212425"/>
                  </a:cubicBezTo>
                  <a:cubicBezTo>
                    <a:pt x="28069" y="213777"/>
                    <a:pt x="27393" y="215805"/>
                    <a:pt x="23992" y="215805"/>
                  </a:cubicBezTo>
                  <a:cubicBezTo>
                    <a:pt x="14463" y="215805"/>
                    <a:pt x="-11730" y="166790"/>
                    <a:pt x="-11730" y="134337"/>
                  </a:cubicBezTo>
                  <a:cubicBezTo>
                    <a:pt x="-11730" y="102563"/>
                    <a:pt x="10717" y="77887"/>
                    <a:pt x="47127" y="69434"/>
                  </a:cubicBezTo>
                  <a:lnTo>
                    <a:pt x="29088" y="12644"/>
                  </a:lnTo>
                  <a:close/>
                  <a:moveTo>
                    <a:pt x="76034" y="85999"/>
                  </a:moveTo>
                  <a:cubicBezTo>
                    <a:pt x="73320" y="85999"/>
                    <a:pt x="72633" y="85999"/>
                    <a:pt x="69919" y="86337"/>
                  </a:cubicBezTo>
                  <a:cubicBezTo>
                    <a:pt x="65829" y="86337"/>
                    <a:pt x="65486" y="86674"/>
                    <a:pt x="65486" y="87689"/>
                  </a:cubicBezTo>
                  <a:cubicBezTo>
                    <a:pt x="65486" y="88365"/>
                    <a:pt x="71270" y="119126"/>
                    <a:pt x="72301" y="124197"/>
                  </a:cubicBezTo>
                  <a:cubicBezTo>
                    <a:pt x="82837" y="167465"/>
                    <a:pt x="109374" y="199917"/>
                    <a:pt x="139656" y="199917"/>
                  </a:cubicBezTo>
                  <a:cubicBezTo>
                    <a:pt x="163123" y="199917"/>
                    <a:pt x="172308" y="181663"/>
                    <a:pt x="172308" y="165437"/>
                  </a:cubicBezTo>
                  <a:cubicBezTo>
                    <a:pt x="172308" y="127239"/>
                    <a:pt x="128420" y="85999"/>
                    <a:pt x="76034" y="85999"/>
                  </a:cubicBez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128ABF84-03B1-4C90-B3A4-263467AE48FB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flipV="1">
              <a:off x="10840449" y="6166881"/>
              <a:ext cx="94997" cy="106695"/>
            </a:xfrm>
            <a:custGeom>
              <a:avLst/>
              <a:gdLst>
                <a:gd name="connsiteX0" fmla="*/ 72579 w 94997"/>
                <a:gd name="connsiteY0" fmla="*/ 88044 h 106695"/>
                <a:gd name="connsiteX1" fmla="*/ 62583 w 94997"/>
                <a:gd name="connsiteY1" fmla="*/ 76925 h 106695"/>
                <a:gd name="connsiteX2" fmla="*/ 70430 w 94997"/>
                <a:gd name="connsiteY2" fmla="*/ 69356 h 106695"/>
                <a:gd name="connsiteX3" fmla="*/ 81862 w 94997"/>
                <a:gd name="connsiteY3" fmla="*/ 82840 h 106695"/>
                <a:gd name="connsiteX4" fmla="*/ 50192 w 94997"/>
                <a:gd name="connsiteY4" fmla="*/ 103422 h 106695"/>
                <a:gd name="connsiteX5" fmla="*/ 6390 w 94997"/>
                <a:gd name="connsiteY5" fmla="*/ 68882 h 106695"/>
                <a:gd name="connsiteX6" fmla="*/ 14728 w 94997"/>
                <a:gd name="connsiteY6" fmla="*/ 51612 h 106695"/>
                <a:gd name="connsiteX7" fmla="*/ 41621 w 94997"/>
                <a:gd name="connsiteY7" fmla="*/ 43094 h 106695"/>
                <a:gd name="connsiteX8" fmla="*/ 61858 w 94997"/>
                <a:gd name="connsiteY8" fmla="*/ 27481 h 106695"/>
                <a:gd name="connsiteX9" fmla="*/ 49247 w 94997"/>
                <a:gd name="connsiteY9" fmla="*/ 8556 h 106695"/>
                <a:gd name="connsiteX10" fmla="*/ 25436 w 94997"/>
                <a:gd name="connsiteY10" fmla="*/ 3350 h 106695"/>
                <a:gd name="connsiteX11" fmla="*/ -3127 w 94997"/>
                <a:gd name="connsiteY11" fmla="*/ 13288 h 106695"/>
                <a:gd name="connsiteX12" fmla="*/ 9964 w 94997"/>
                <a:gd name="connsiteY12" fmla="*/ 26772 h 106695"/>
                <a:gd name="connsiteX13" fmla="*/ 680 w 94997"/>
                <a:gd name="connsiteY13" fmla="*/ 35525 h 106695"/>
                <a:gd name="connsiteX14" fmla="*/ -13135 w 94997"/>
                <a:gd name="connsiteY14" fmla="*/ 19675 h 106695"/>
                <a:gd name="connsiteX15" fmla="*/ 25203 w 94997"/>
                <a:gd name="connsiteY15" fmla="*/ -3273 h 106695"/>
                <a:gd name="connsiteX16" fmla="*/ 77098 w 94997"/>
                <a:gd name="connsiteY16" fmla="*/ 35762 h 106695"/>
                <a:gd name="connsiteX17" fmla="*/ 44249 w 94997"/>
                <a:gd name="connsiteY17" fmla="*/ 63441 h 106695"/>
                <a:gd name="connsiteX18" fmla="*/ 34720 w 94997"/>
                <a:gd name="connsiteY18" fmla="*/ 65334 h 106695"/>
                <a:gd name="connsiteX19" fmla="*/ 21629 w 94997"/>
                <a:gd name="connsiteY19" fmla="*/ 77162 h 106695"/>
                <a:gd name="connsiteX20" fmla="*/ 31159 w 94997"/>
                <a:gd name="connsiteY20" fmla="*/ 92302 h 106695"/>
                <a:gd name="connsiteX21" fmla="*/ 49959 w 94997"/>
                <a:gd name="connsiteY21" fmla="*/ 96798 h 106695"/>
                <a:gd name="connsiteX22" fmla="*/ 72579 w 94997"/>
                <a:gd name="connsiteY22" fmla="*/ 88044 h 10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997" h="106695">
                  <a:moveTo>
                    <a:pt x="72579" y="88044"/>
                  </a:moveTo>
                  <a:cubicBezTo>
                    <a:pt x="66390" y="86624"/>
                    <a:pt x="62583" y="81657"/>
                    <a:pt x="62583" y="76925"/>
                  </a:cubicBezTo>
                  <a:cubicBezTo>
                    <a:pt x="62583" y="71485"/>
                    <a:pt x="67335" y="69356"/>
                    <a:pt x="70430" y="69356"/>
                  </a:cubicBezTo>
                  <a:cubicBezTo>
                    <a:pt x="72812" y="69356"/>
                    <a:pt x="81862" y="70774"/>
                    <a:pt x="81862" y="82840"/>
                  </a:cubicBezTo>
                  <a:cubicBezTo>
                    <a:pt x="81862" y="98216"/>
                    <a:pt x="64720" y="103422"/>
                    <a:pt x="50192" y="103422"/>
                  </a:cubicBezTo>
                  <a:cubicBezTo>
                    <a:pt x="13058" y="103422"/>
                    <a:pt x="6390" y="76216"/>
                    <a:pt x="6390" y="68882"/>
                  </a:cubicBezTo>
                  <a:cubicBezTo>
                    <a:pt x="6390" y="60129"/>
                    <a:pt x="11388" y="54451"/>
                    <a:pt x="14728" y="51612"/>
                  </a:cubicBezTo>
                  <a:cubicBezTo>
                    <a:pt x="20917" y="46882"/>
                    <a:pt x="25203" y="45934"/>
                    <a:pt x="41621" y="43094"/>
                  </a:cubicBezTo>
                  <a:cubicBezTo>
                    <a:pt x="46631" y="42149"/>
                    <a:pt x="61858" y="39310"/>
                    <a:pt x="61858" y="27481"/>
                  </a:cubicBezTo>
                  <a:cubicBezTo>
                    <a:pt x="61858" y="23460"/>
                    <a:pt x="59243" y="14471"/>
                    <a:pt x="49247" y="8556"/>
                  </a:cubicBezTo>
                  <a:cubicBezTo>
                    <a:pt x="39963" y="3350"/>
                    <a:pt x="28297" y="3350"/>
                    <a:pt x="25436" y="3350"/>
                  </a:cubicBezTo>
                  <a:cubicBezTo>
                    <a:pt x="15919" y="3350"/>
                    <a:pt x="2350" y="5480"/>
                    <a:pt x="-3127" y="13288"/>
                  </a:cubicBezTo>
                  <a:cubicBezTo>
                    <a:pt x="4720" y="14234"/>
                    <a:pt x="9964" y="20149"/>
                    <a:pt x="9964" y="26772"/>
                  </a:cubicBezTo>
                  <a:cubicBezTo>
                    <a:pt x="9964" y="32687"/>
                    <a:pt x="5678" y="35525"/>
                    <a:pt x="680" y="35525"/>
                  </a:cubicBezTo>
                  <a:cubicBezTo>
                    <a:pt x="-6221" y="35525"/>
                    <a:pt x="-13135" y="30084"/>
                    <a:pt x="-13135" y="19675"/>
                  </a:cubicBezTo>
                  <a:cubicBezTo>
                    <a:pt x="-13135" y="5480"/>
                    <a:pt x="2104" y="-3273"/>
                    <a:pt x="25203" y="-3273"/>
                  </a:cubicBezTo>
                  <a:cubicBezTo>
                    <a:pt x="69005" y="-3273"/>
                    <a:pt x="77098" y="26535"/>
                    <a:pt x="77098" y="35762"/>
                  </a:cubicBezTo>
                  <a:cubicBezTo>
                    <a:pt x="77098" y="57526"/>
                    <a:pt x="53054" y="61784"/>
                    <a:pt x="44249" y="63441"/>
                  </a:cubicBezTo>
                  <a:cubicBezTo>
                    <a:pt x="42100" y="63913"/>
                    <a:pt x="36157" y="64859"/>
                    <a:pt x="34720" y="65334"/>
                  </a:cubicBezTo>
                  <a:cubicBezTo>
                    <a:pt x="25915" y="66990"/>
                    <a:pt x="21629" y="71959"/>
                    <a:pt x="21629" y="77162"/>
                  </a:cubicBezTo>
                  <a:cubicBezTo>
                    <a:pt x="21629" y="82603"/>
                    <a:pt x="25915" y="88990"/>
                    <a:pt x="31159" y="92302"/>
                  </a:cubicBezTo>
                  <a:cubicBezTo>
                    <a:pt x="37581" y="96325"/>
                    <a:pt x="45919" y="96798"/>
                    <a:pt x="49959" y="96798"/>
                  </a:cubicBezTo>
                  <a:cubicBezTo>
                    <a:pt x="54957" y="96798"/>
                    <a:pt x="67335" y="96089"/>
                    <a:pt x="72579" y="88044"/>
                  </a:cubicBez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D7C09DE4-F0A1-AFAD-BCF3-CA9D08507652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 flipV="1">
              <a:off x="11072699" y="6129299"/>
              <a:ext cx="207849" cy="13521"/>
            </a:xfrm>
            <a:custGeom>
              <a:avLst/>
              <a:gdLst>
                <a:gd name="connsiteX0" fmla="*/ 180461 w 207849"/>
                <a:gd name="connsiteY0" fmla="*/ -3965 h 13521"/>
                <a:gd name="connsiteX1" fmla="*/ 192372 w 207849"/>
                <a:gd name="connsiteY1" fmla="*/ 2796 h 13521"/>
                <a:gd name="connsiteX2" fmla="*/ 180461 w 207849"/>
                <a:gd name="connsiteY2" fmla="*/ 9556 h 13521"/>
                <a:gd name="connsiteX3" fmla="*/ -3566 w 207849"/>
                <a:gd name="connsiteY3" fmla="*/ 9556 h 13521"/>
                <a:gd name="connsiteX4" fmla="*/ -15477 w 207849"/>
                <a:gd name="connsiteY4" fmla="*/ 2796 h 13521"/>
                <a:gd name="connsiteX5" fmla="*/ -3566 w 207849"/>
                <a:gd name="connsiteY5" fmla="*/ -3965 h 13521"/>
                <a:gd name="connsiteX6" fmla="*/ 180461 w 207849"/>
                <a:gd name="connsiteY6" fmla="*/ -3965 h 13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849" h="13521">
                  <a:moveTo>
                    <a:pt x="180461" y="-3965"/>
                  </a:moveTo>
                  <a:cubicBezTo>
                    <a:pt x="186244" y="-3965"/>
                    <a:pt x="192372" y="-3965"/>
                    <a:pt x="192372" y="2796"/>
                  </a:cubicBezTo>
                  <a:cubicBezTo>
                    <a:pt x="192372" y="9556"/>
                    <a:pt x="186244" y="9556"/>
                    <a:pt x="180461" y="9556"/>
                  </a:cubicBezTo>
                  <a:lnTo>
                    <a:pt x="-3566" y="9556"/>
                  </a:lnTo>
                  <a:cubicBezTo>
                    <a:pt x="-9350" y="9556"/>
                    <a:pt x="-15477" y="9556"/>
                    <a:pt x="-15477" y="2796"/>
                  </a:cubicBezTo>
                  <a:cubicBezTo>
                    <a:pt x="-15477" y="-3965"/>
                    <a:pt x="-9350" y="-3965"/>
                    <a:pt x="-3566" y="-3965"/>
                  </a:cubicBezTo>
                  <a:lnTo>
                    <a:pt x="180461" y="-3965"/>
                  </a:ln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777FE972-50A8-7688-E087-D97EF738BE2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flipV="1">
              <a:off x="11401628" y="6071157"/>
              <a:ext cx="193567" cy="223104"/>
            </a:xfrm>
            <a:custGeom>
              <a:avLst/>
              <a:gdLst>
                <a:gd name="connsiteX0" fmla="*/ 22730 w 193567"/>
                <a:gd name="connsiteY0" fmla="*/ 12644 h 223104"/>
                <a:gd name="connsiteX1" fmla="*/ 21035 w 193567"/>
                <a:gd name="connsiteY1" fmla="*/ 5885 h 223104"/>
                <a:gd name="connsiteX2" fmla="*/ 30896 w 193567"/>
                <a:gd name="connsiteY2" fmla="*/ -3582 h 223104"/>
                <a:gd name="connsiteX3" fmla="*/ 43483 w 193567"/>
                <a:gd name="connsiteY3" fmla="*/ 5209 h 223104"/>
                <a:gd name="connsiteX4" fmla="*/ 55395 w 193567"/>
                <a:gd name="connsiteY4" fmla="*/ 67068 h 223104"/>
                <a:gd name="connsiteX5" fmla="*/ 66618 w 193567"/>
                <a:gd name="connsiteY5" fmla="*/ 66393 h 223104"/>
                <a:gd name="connsiteX6" fmla="*/ 175480 w 193567"/>
                <a:gd name="connsiteY6" fmla="*/ 172875 h 223104"/>
                <a:gd name="connsiteX7" fmla="*/ 136687 w 193567"/>
                <a:gd name="connsiteY7" fmla="*/ 219523 h 223104"/>
                <a:gd name="connsiteX8" fmla="*/ 46541 w 193567"/>
                <a:gd name="connsiteY8" fmla="*/ 88026 h 223104"/>
                <a:gd name="connsiteX9" fmla="*/ -9247 w 193567"/>
                <a:gd name="connsiteY9" fmla="*/ 138057 h 223104"/>
                <a:gd name="connsiteX10" fmla="*/ 18997 w 193567"/>
                <a:gd name="connsiteY10" fmla="*/ 208029 h 223104"/>
                <a:gd name="connsiteX11" fmla="*/ 21711 w 193567"/>
                <a:gd name="connsiteY11" fmla="*/ 212425 h 223104"/>
                <a:gd name="connsiteX12" fmla="*/ 17634 w 193567"/>
                <a:gd name="connsiteY12" fmla="*/ 215805 h 223104"/>
                <a:gd name="connsiteX13" fmla="*/ -18088 w 193567"/>
                <a:gd name="connsiteY13" fmla="*/ 134337 h 223104"/>
                <a:gd name="connsiteX14" fmla="*/ 40769 w 193567"/>
                <a:gd name="connsiteY14" fmla="*/ 69434 h 223104"/>
                <a:gd name="connsiteX15" fmla="*/ 22730 w 193567"/>
                <a:gd name="connsiteY15" fmla="*/ 12644 h 223104"/>
                <a:gd name="connsiteX16" fmla="*/ 69676 w 193567"/>
                <a:gd name="connsiteY16" fmla="*/ 85999 h 223104"/>
                <a:gd name="connsiteX17" fmla="*/ 63561 w 193567"/>
                <a:gd name="connsiteY17" fmla="*/ 86337 h 223104"/>
                <a:gd name="connsiteX18" fmla="*/ 59128 w 193567"/>
                <a:gd name="connsiteY18" fmla="*/ 87689 h 223104"/>
                <a:gd name="connsiteX19" fmla="*/ 65943 w 193567"/>
                <a:gd name="connsiteY19" fmla="*/ 124197 h 223104"/>
                <a:gd name="connsiteX20" fmla="*/ 133298 w 193567"/>
                <a:gd name="connsiteY20" fmla="*/ 199917 h 223104"/>
                <a:gd name="connsiteX21" fmla="*/ 165950 w 193567"/>
                <a:gd name="connsiteY21" fmla="*/ 165437 h 223104"/>
                <a:gd name="connsiteX22" fmla="*/ 69676 w 193567"/>
                <a:gd name="connsiteY22" fmla="*/ 85999 h 223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93567" h="223104">
                  <a:moveTo>
                    <a:pt x="22730" y="12644"/>
                  </a:moveTo>
                  <a:cubicBezTo>
                    <a:pt x="21367" y="8251"/>
                    <a:pt x="21035" y="7575"/>
                    <a:pt x="21035" y="5885"/>
                  </a:cubicBezTo>
                  <a:cubicBezTo>
                    <a:pt x="21035" y="-1553"/>
                    <a:pt x="27495" y="-3582"/>
                    <a:pt x="30896" y="-3582"/>
                  </a:cubicBezTo>
                  <a:cubicBezTo>
                    <a:pt x="32603" y="-3582"/>
                    <a:pt x="40081" y="-2567"/>
                    <a:pt x="43483" y="5209"/>
                  </a:cubicBezTo>
                  <a:cubicBezTo>
                    <a:pt x="44502" y="7912"/>
                    <a:pt x="46209" y="19068"/>
                    <a:pt x="55395" y="67068"/>
                  </a:cubicBezTo>
                  <a:cubicBezTo>
                    <a:pt x="58452" y="66731"/>
                    <a:pt x="60834" y="66393"/>
                    <a:pt x="66618" y="66393"/>
                  </a:cubicBezTo>
                  <a:cubicBezTo>
                    <a:pt x="123081" y="66393"/>
                    <a:pt x="175480" y="119465"/>
                    <a:pt x="175480" y="172875"/>
                  </a:cubicBezTo>
                  <a:cubicBezTo>
                    <a:pt x="175480" y="199242"/>
                    <a:pt x="162205" y="219523"/>
                    <a:pt x="136687" y="219523"/>
                  </a:cubicBezTo>
                  <a:cubicBezTo>
                    <a:pt x="87371" y="219523"/>
                    <a:pt x="66962" y="153943"/>
                    <a:pt x="46541" y="88026"/>
                  </a:cubicBezTo>
                  <a:cubicBezTo>
                    <a:pt x="9811" y="94787"/>
                    <a:pt x="-9247" y="113719"/>
                    <a:pt x="-9247" y="138057"/>
                  </a:cubicBezTo>
                  <a:cubicBezTo>
                    <a:pt x="-9247" y="147522"/>
                    <a:pt x="-1412" y="184705"/>
                    <a:pt x="18997" y="208029"/>
                  </a:cubicBezTo>
                  <a:cubicBezTo>
                    <a:pt x="21711" y="211073"/>
                    <a:pt x="21711" y="211747"/>
                    <a:pt x="21711" y="212425"/>
                  </a:cubicBezTo>
                  <a:cubicBezTo>
                    <a:pt x="21711" y="213777"/>
                    <a:pt x="21035" y="215805"/>
                    <a:pt x="17634" y="215805"/>
                  </a:cubicBezTo>
                  <a:cubicBezTo>
                    <a:pt x="8105" y="215805"/>
                    <a:pt x="-18088" y="166790"/>
                    <a:pt x="-18088" y="134337"/>
                  </a:cubicBezTo>
                  <a:cubicBezTo>
                    <a:pt x="-18088" y="102563"/>
                    <a:pt x="4359" y="77887"/>
                    <a:pt x="40769" y="69434"/>
                  </a:cubicBezTo>
                  <a:lnTo>
                    <a:pt x="22730" y="12644"/>
                  </a:lnTo>
                  <a:close/>
                  <a:moveTo>
                    <a:pt x="69676" y="85999"/>
                  </a:moveTo>
                  <a:cubicBezTo>
                    <a:pt x="66962" y="85999"/>
                    <a:pt x="66274" y="85999"/>
                    <a:pt x="63561" y="86337"/>
                  </a:cubicBezTo>
                  <a:cubicBezTo>
                    <a:pt x="59471" y="86337"/>
                    <a:pt x="59128" y="86674"/>
                    <a:pt x="59128" y="87689"/>
                  </a:cubicBezTo>
                  <a:cubicBezTo>
                    <a:pt x="59128" y="88365"/>
                    <a:pt x="64911" y="119126"/>
                    <a:pt x="65943" y="124197"/>
                  </a:cubicBezTo>
                  <a:cubicBezTo>
                    <a:pt x="76479" y="167465"/>
                    <a:pt x="103016" y="199917"/>
                    <a:pt x="133298" y="199917"/>
                  </a:cubicBezTo>
                  <a:cubicBezTo>
                    <a:pt x="156765" y="199917"/>
                    <a:pt x="165950" y="181663"/>
                    <a:pt x="165950" y="165437"/>
                  </a:cubicBezTo>
                  <a:cubicBezTo>
                    <a:pt x="165950" y="127239"/>
                    <a:pt x="122062" y="85999"/>
                    <a:pt x="69676" y="85999"/>
                  </a:cubicBez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8B5296D2-0F06-EE6D-F608-C02F445BCEBE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flipV="1">
              <a:off x="11618319" y="6166881"/>
              <a:ext cx="110703" cy="106695"/>
            </a:xfrm>
            <a:custGeom>
              <a:avLst/>
              <a:gdLst>
                <a:gd name="connsiteX0" fmla="*/ 25250 w 110703"/>
                <a:gd name="connsiteY0" fmla="*/ 46882 h 106695"/>
                <a:gd name="connsiteX1" fmla="*/ 31439 w 110703"/>
                <a:gd name="connsiteY1" fmla="*/ 70774 h 106695"/>
                <a:gd name="connsiteX2" fmla="*/ 46433 w 110703"/>
                <a:gd name="connsiteY2" fmla="*/ 90175 h 106695"/>
                <a:gd name="connsiteX3" fmla="*/ 65724 w 110703"/>
                <a:gd name="connsiteY3" fmla="*/ 96798 h 106695"/>
                <a:gd name="connsiteX4" fmla="*/ 78815 w 110703"/>
                <a:gd name="connsiteY4" fmla="*/ 93486 h 106695"/>
                <a:gd name="connsiteX5" fmla="*/ 68340 w 110703"/>
                <a:gd name="connsiteY5" fmla="*/ 80474 h 106695"/>
                <a:gd name="connsiteX6" fmla="*/ 77857 w 110703"/>
                <a:gd name="connsiteY6" fmla="*/ 71722 h 106695"/>
                <a:gd name="connsiteX7" fmla="*/ 91193 w 110703"/>
                <a:gd name="connsiteY7" fmla="*/ 86151 h 106695"/>
                <a:gd name="connsiteX8" fmla="*/ 65958 w 110703"/>
                <a:gd name="connsiteY8" fmla="*/ 103422 h 106695"/>
                <a:gd name="connsiteX9" fmla="*/ 32397 w 110703"/>
                <a:gd name="connsiteY9" fmla="*/ 86624 h 106695"/>
                <a:gd name="connsiteX10" fmla="*/ 7874 w 110703"/>
                <a:gd name="connsiteY10" fmla="*/ 103422 h 106695"/>
                <a:gd name="connsiteX11" fmla="*/ -10706 w 110703"/>
                <a:gd name="connsiteY11" fmla="*/ 91356 h 106695"/>
                <a:gd name="connsiteX12" fmla="*/ -19510 w 110703"/>
                <a:gd name="connsiteY12" fmla="*/ 67225 h 106695"/>
                <a:gd name="connsiteX13" fmla="*/ -15458 w 110703"/>
                <a:gd name="connsiteY13" fmla="*/ 64150 h 106695"/>
                <a:gd name="connsiteX14" fmla="*/ -10227 w 110703"/>
                <a:gd name="connsiteY14" fmla="*/ 71247 h 106695"/>
                <a:gd name="connsiteX15" fmla="*/ 7162 w 110703"/>
                <a:gd name="connsiteY15" fmla="*/ 96798 h 106695"/>
                <a:gd name="connsiteX16" fmla="*/ 15008 w 110703"/>
                <a:gd name="connsiteY16" fmla="*/ 85206 h 106695"/>
                <a:gd name="connsiteX17" fmla="*/ 11202 w 110703"/>
                <a:gd name="connsiteY17" fmla="*/ 65570 h 106695"/>
                <a:gd name="connsiteX18" fmla="*/ 5970 w 110703"/>
                <a:gd name="connsiteY18" fmla="*/ 44279 h 106695"/>
                <a:gd name="connsiteX19" fmla="*/ -1655 w 110703"/>
                <a:gd name="connsiteY19" fmla="*/ 13997 h 106695"/>
                <a:gd name="connsiteX20" fmla="*/ -4038 w 110703"/>
                <a:gd name="connsiteY20" fmla="*/ 4298 h 106695"/>
                <a:gd name="connsiteX21" fmla="*/ 4055 w 110703"/>
                <a:gd name="connsiteY21" fmla="*/ -3273 h 106695"/>
                <a:gd name="connsiteX22" fmla="*/ 14296 w 110703"/>
                <a:gd name="connsiteY22" fmla="*/ 3587 h 106695"/>
                <a:gd name="connsiteX23" fmla="*/ 18828 w 110703"/>
                <a:gd name="connsiteY23" fmla="*/ 21330 h 106695"/>
                <a:gd name="connsiteX24" fmla="*/ 25250 w 110703"/>
                <a:gd name="connsiteY24" fmla="*/ 46882 h 10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0703" h="106695">
                  <a:moveTo>
                    <a:pt x="25250" y="46882"/>
                  </a:moveTo>
                  <a:cubicBezTo>
                    <a:pt x="25483" y="48300"/>
                    <a:pt x="30960" y="69591"/>
                    <a:pt x="31439" y="70774"/>
                  </a:cubicBezTo>
                  <a:cubicBezTo>
                    <a:pt x="31918" y="72668"/>
                    <a:pt x="38819" y="84497"/>
                    <a:pt x="46433" y="90175"/>
                  </a:cubicBezTo>
                  <a:cubicBezTo>
                    <a:pt x="49061" y="92066"/>
                    <a:pt x="55483" y="96798"/>
                    <a:pt x="65724" y="96798"/>
                  </a:cubicBezTo>
                  <a:cubicBezTo>
                    <a:pt x="68107" y="96798"/>
                    <a:pt x="74050" y="96562"/>
                    <a:pt x="78815" y="93486"/>
                  </a:cubicBezTo>
                  <a:cubicBezTo>
                    <a:pt x="71201" y="91356"/>
                    <a:pt x="68340" y="84732"/>
                    <a:pt x="68340" y="80474"/>
                  </a:cubicBezTo>
                  <a:cubicBezTo>
                    <a:pt x="68340" y="75270"/>
                    <a:pt x="72392" y="71722"/>
                    <a:pt x="77857" y="71722"/>
                  </a:cubicBezTo>
                  <a:cubicBezTo>
                    <a:pt x="83334" y="71722"/>
                    <a:pt x="91193" y="76216"/>
                    <a:pt x="91193" y="86151"/>
                  </a:cubicBezTo>
                  <a:cubicBezTo>
                    <a:pt x="91193" y="98453"/>
                    <a:pt x="78102" y="103422"/>
                    <a:pt x="65958" y="103422"/>
                  </a:cubicBezTo>
                  <a:cubicBezTo>
                    <a:pt x="53580" y="103422"/>
                    <a:pt x="42871" y="98453"/>
                    <a:pt x="32397" y="86624"/>
                  </a:cubicBezTo>
                  <a:cubicBezTo>
                    <a:pt x="28111" y="101056"/>
                    <a:pt x="13584" y="103422"/>
                    <a:pt x="7874" y="103422"/>
                  </a:cubicBezTo>
                  <a:cubicBezTo>
                    <a:pt x="-943" y="103422"/>
                    <a:pt x="-6887" y="97981"/>
                    <a:pt x="-10706" y="91356"/>
                  </a:cubicBezTo>
                  <a:cubicBezTo>
                    <a:pt x="-16170" y="82129"/>
                    <a:pt x="-19510" y="68410"/>
                    <a:pt x="-19510" y="67225"/>
                  </a:cubicBezTo>
                  <a:cubicBezTo>
                    <a:pt x="-19510" y="64150"/>
                    <a:pt x="-16170" y="64150"/>
                    <a:pt x="-15458" y="64150"/>
                  </a:cubicBezTo>
                  <a:cubicBezTo>
                    <a:pt x="-12130" y="64150"/>
                    <a:pt x="-11885" y="64859"/>
                    <a:pt x="-10227" y="71247"/>
                  </a:cubicBezTo>
                  <a:cubicBezTo>
                    <a:pt x="-6653" y="85678"/>
                    <a:pt x="-2134" y="96798"/>
                    <a:pt x="7162" y="96798"/>
                  </a:cubicBezTo>
                  <a:cubicBezTo>
                    <a:pt x="13351" y="96798"/>
                    <a:pt x="15008" y="91593"/>
                    <a:pt x="15008" y="85206"/>
                  </a:cubicBezTo>
                  <a:cubicBezTo>
                    <a:pt x="15008" y="80712"/>
                    <a:pt x="12872" y="71959"/>
                    <a:pt x="11202" y="65570"/>
                  </a:cubicBezTo>
                  <a:cubicBezTo>
                    <a:pt x="9532" y="59184"/>
                    <a:pt x="7162" y="49482"/>
                    <a:pt x="5970" y="44279"/>
                  </a:cubicBezTo>
                  <a:lnTo>
                    <a:pt x="-1655" y="13997"/>
                  </a:lnTo>
                  <a:cubicBezTo>
                    <a:pt x="-2601" y="10922"/>
                    <a:pt x="-4038" y="5007"/>
                    <a:pt x="-4038" y="4298"/>
                  </a:cubicBezTo>
                  <a:cubicBezTo>
                    <a:pt x="-4038" y="-907"/>
                    <a:pt x="248" y="-3273"/>
                    <a:pt x="4055" y="-3273"/>
                  </a:cubicBezTo>
                  <a:cubicBezTo>
                    <a:pt x="7628" y="-3273"/>
                    <a:pt x="12393" y="-1144"/>
                    <a:pt x="14296" y="3587"/>
                  </a:cubicBezTo>
                  <a:cubicBezTo>
                    <a:pt x="14775" y="5007"/>
                    <a:pt x="17391" y="15416"/>
                    <a:pt x="18828" y="21330"/>
                  </a:cubicBezTo>
                  <a:lnTo>
                    <a:pt x="25250" y="46882"/>
                  </a:ln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BC5622BC-5870-151E-D971-508C40A2F89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 flipV="1">
              <a:off x="11777073" y="5967041"/>
              <a:ext cx="78922" cy="338036"/>
            </a:xfrm>
            <a:custGeom>
              <a:avLst/>
              <a:gdLst>
                <a:gd name="connsiteX0" fmla="*/ 58253 w 78922"/>
                <a:gd name="connsiteY0" fmla="*/ 165054 h 338036"/>
                <a:gd name="connsiteX1" fmla="*/ 35806 w 78922"/>
                <a:gd name="connsiteY1" fmla="*/ 270520 h 338036"/>
                <a:gd name="connsiteX2" fmla="*/ -17268 w 78922"/>
                <a:gd name="connsiteY2" fmla="*/ 334071 h 338036"/>
                <a:gd name="connsiteX3" fmla="*/ -20670 w 78922"/>
                <a:gd name="connsiteY3" fmla="*/ 330691 h 338036"/>
                <a:gd name="connsiteX4" fmla="*/ -14210 w 78922"/>
                <a:gd name="connsiteY4" fmla="*/ 322916 h 338036"/>
                <a:gd name="connsiteX5" fmla="*/ 38519 w 78922"/>
                <a:gd name="connsiteY5" fmla="*/ 165054 h 338036"/>
                <a:gd name="connsiteX6" fmla="*/ -16249 w 78922"/>
                <a:gd name="connsiteY6" fmla="*/ 5162 h 338036"/>
                <a:gd name="connsiteX7" fmla="*/ -20670 w 78922"/>
                <a:gd name="connsiteY7" fmla="*/ -584 h 338036"/>
                <a:gd name="connsiteX8" fmla="*/ -17268 w 78922"/>
                <a:gd name="connsiteY8" fmla="*/ -3965 h 338036"/>
                <a:gd name="connsiteX9" fmla="*/ 36825 w 78922"/>
                <a:gd name="connsiteY9" fmla="*/ 61952 h 338036"/>
                <a:gd name="connsiteX10" fmla="*/ 58253 w 78922"/>
                <a:gd name="connsiteY10" fmla="*/ 165054 h 33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922" h="338036">
                  <a:moveTo>
                    <a:pt x="58253" y="165054"/>
                  </a:moveTo>
                  <a:cubicBezTo>
                    <a:pt x="58253" y="191421"/>
                    <a:pt x="54508" y="232322"/>
                    <a:pt x="35806" y="270520"/>
                  </a:cubicBezTo>
                  <a:cubicBezTo>
                    <a:pt x="15384" y="312099"/>
                    <a:pt x="-13867" y="334071"/>
                    <a:pt x="-17268" y="334071"/>
                  </a:cubicBezTo>
                  <a:cubicBezTo>
                    <a:pt x="-19307" y="334071"/>
                    <a:pt x="-20670" y="332719"/>
                    <a:pt x="-20670" y="330691"/>
                  </a:cubicBezTo>
                  <a:cubicBezTo>
                    <a:pt x="-20670" y="329677"/>
                    <a:pt x="-20670" y="329001"/>
                    <a:pt x="-14210" y="322916"/>
                  </a:cubicBezTo>
                  <a:cubicBezTo>
                    <a:pt x="19129" y="289450"/>
                    <a:pt x="38519" y="235703"/>
                    <a:pt x="38519" y="165054"/>
                  </a:cubicBezTo>
                  <a:cubicBezTo>
                    <a:pt x="38519" y="107248"/>
                    <a:pt x="25933" y="47755"/>
                    <a:pt x="-16249" y="5162"/>
                  </a:cubicBezTo>
                  <a:cubicBezTo>
                    <a:pt x="-20670" y="1105"/>
                    <a:pt x="-20670" y="430"/>
                    <a:pt x="-20670" y="-584"/>
                  </a:cubicBezTo>
                  <a:cubicBezTo>
                    <a:pt x="-20670" y="-2613"/>
                    <a:pt x="-19307" y="-3965"/>
                    <a:pt x="-17268" y="-3965"/>
                  </a:cubicBezTo>
                  <a:cubicBezTo>
                    <a:pt x="-13867" y="-3965"/>
                    <a:pt x="16747" y="19022"/>
                    <a:pt x="36825" y="61952"/>
                  </a:cubicBezTo>
                  <a:cubicBezTo>
                    <a:pt x="54164" y="99136"/>
                    <a:pt x="58253" y="136657"/>
                    <a:pt x="58253" y="165054"/>
                  </a:cubicBez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7DB97190-A125-2A99-FCFC-D3EDB477354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flipV="1">
              <a:off x="11901124" y="6114362"/>
              <a:ext cx="72132" cy="159214"/>
            </a:xfrm>
            <a:custGeom>
              <a:avLst/>
              <a:gdLst>
                <a:gd name="connsiteX0" fmla="*/ 44294 w 72132"/>
                <a:gd name="connsiteY0" fmla="*/ 146735 h 159214"/>
                <a:gd name="connsiteX1" fmla="*/ 34777 w 72132"/>
                <a:gd name="connsiteY1" fmla="*/ 155725 h 159214"/>
                <a:gd name="connsiteX2" fmla="*/ 21442 w 72132"/>
                <a:gd name="connsiteY2" fmla="*/ 142713 h 159214"/>
                <a:gd name="connsiteX3" fmla="*/ 30971 w 72132"/>
                <a:gd name="connsiteY3" fmla="*/ 133724 h 159214"/>
                <a:gd name="connsiteX4" fmla="*/ 44294 w 72132"/>
                <a:gd name="connsiteY4" fmla="*/ 146735 h 159214"/>
                <a:gd name="connsiteX5" fmla="*/ -4273 w 72132"/>
                <a:gd name="connsiteY5" fmla="*/ 26556 h 159214"/>
                <a:gd name="connsiteX6" fmla="*/ -6409 w 72132"/>
                <a:gd name="connsiteY6" fmla="*/ 16621 h 159214"/>
                <a:gd name="connsiteX7" fmla="*/ 16210 w 72132"/>
                <a:gd name="connsiteY7" fmla="*/ -3489 h 159214"/>
                <a:gd name="connsiteX8" fmla="*/ 50483 w 72132"/>
                <a:gd name="connsiteY8" fmla="*/ 32706 h 159214"/>
                <a:gd name="connsiteX9" fmla="*/ 46677 w 72132"/>
                <a:gd name="connsiteY9" fmla="*/ 35783 h 159214"/>
                <a:gd name="connsiteX10" fmla="*/ 42158 w 72132"/>
                <a:gd name="connsiteY10" fmla="*/ 31761 h 159214"/>
                <a:gd name="connsiteX11" fmla="*/ 16922 w 72132"/>
                <a:gd name="connsiteY11" fmla="*/ 3134 h 159214"/>
                <a:gd name="connsiteX12" fmla="*/ 10967 w 72132"/>
                <a:gd name="connsiteY12" fmla="*/ 11415 h 159214"/>
                <a:gd name="connsiteX13" fmla="*/ 14773 w 72132"/>
                <a:gd name="connsiteY13" fmla="*/ 26556 h 159214"/>
                <a:gd name="connsiteX14" fmla="*/ 22399 w 72132"/>
                <a:gd name="connsiteY14" fmla="*/ 45481 h 159214"/>
                <a:gd name="connsiteX15" fmla="*/ 34065 w 72132"/>
                <a:gd name="connsiteY15" fmla="*/ 75527 h 159214"/>
                <a:gd name="connsiteX16" fmla="*/ 35490 w 72132"/>
                <a:gd name="connsiteY16" fmla="*/ 83096 h 159214"/>
                <a:gd name="connsiteX17" fmla="*/ 12870 w 72132"/>
                <a:gd name="connsiteY17" fmla="*/ 103206 h 159214"/>
                <a:gd name="connsiteX18" fmla="*/ -21649 w 72132"/>
                <a:gd name="connsiteY18" fmla="*/ 67009 h 159214"/>
                <a:gd name="connsiteX19" fmla="*/ -17596 w 72132"/>
                <a:gd name="connsiteY19" fmla="*/ 63934 h 159214"/>
                <a:gd name="connsiteX20" fmla="*/ -13311 w 72132"/>
                <a:gd name="connsiteY20" fmla="*/ 67719 h 159214"/>
                <a:gd name="connsiteX21" fmla="*/ 12158 w 72132"/>
                <a:gd name="connsiteY21" fmla="*/ 96582 h 159214"/>
                <a:gd name="connsiteX22" fmla="*/ 18114 w 72132"/>
                <a:gd name="connsiteY22" fmla="*/ 88302 h 159214"/>
                <a:gd name="connsiteX23" fmla="*/ 10734 w 72132"/>
                <a:gd name="connsiteY23" fmla="*/ 64643 h 159214"/>
                <a:gd name="connsiteX24" fmla="*/ -4273 w 72132"/>
                <a:gd name="connsiteY24" fmla="*/ 26556 h 159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132" h="159214">
                  <a:moveTo>
                    <a:pt x="44294" y="146735"/>
                  </a:moveTo>
                  <a:cubicBezTo>
                    <a:pt x="44294" y="150519"/>
                    <a:pt x="41446" y="155725"/>
                    <a:pt x="34777" y="155725"/>
                  </a:cubicBezTo>
                  <a:cubicBezTo>
                    <a:pt x="28355" y="155725"/>
                    <a:pt x="21442" y="149574"/>
                    <a:pt x="21442" y="142713"/>
                  </a:cubicBezTo>
                  <a:cubicBezTo>
                    <a:pt x="21442" y="138691"/>
                    <a:pt x="24536" y="133724"/>
                    <a:pt x="30971" y="133724"/>
                  </a:cubicBezTo>
                  <a:cubicBezTo>
                    <a:pt x="37872" y="133724"/>
                    <a:pt x="44294" y="140347"/>
                    <a:pt x="44294" y="146735"/>
                  </a:cubicBezTo>
                  <a:close/>
                  <a:moveTo>
                    <a:pt x="-4273" y="26556"/>
                  </a:moveTo>
                  <a:cubicBezTo>
                    <a:pt x="-5218" y="23481"/>
                    <a:pt x="-6409" y="20642"/>
                    <a:pt x="-6409" y="16621"/>
                  </a:cubicBezTo>
                  <a:cubicBezTo>
                    <a:pt x="-6409" y="5500"/>
                    <a:pt x="3120" y="-3489"/>
                    <a:pt x="16210" y="-3489"/>
                  </a:cubicBezTo>
                  <a:cubicBezTo>
                    <a:pt x="40021" y="-3489"/>
                    <a:pt x="50483" y="29159"/>
                    <a:pt x="50483" y="32706"/>
                  </a:cubicBezTo>
                  <a:cubicBezTo>
                    <a:pt x="50483" y="35783"/>
                    <a:pt x="47389" y="35783"/>
                    <a:pt x="46677" y="35783"/>
                  </a:cubicBezTo>
                  <a:cubicBezTo>
                    <a:pt x="43349" y="35783"/>
                    <a:pt x="43116" y="34363"/>
                    <a:pt x="42158" y="31761"/>
                  </a:cubicBezTo>
                  <a:cubicBezTo>
                    <a:pt x="36681" y="12835"/>
                    <a:pt x="26206" y="3134"/>
                    <a:pt x="16922" y="3134"/>
                  </a:cubicBezTo>
                  <a:cubicBezTo>
                    <a:pt x="12158" y="3134"/>
                    <a:pt x="10967" y="6209"/>
                    <a:pt x="10967" y="11415"/>
                  </a:cubicBezTo>
                  <a:cubicBezTo>
                    <a:pt x="10967" y="16856"/>
                    <a:pt x="12637" y="21350"/>
                    <a:pt x="14773" y="26556"/>
                  </a:cubicBezTo>
                  <a:cubicBezTo>
                    <a:pt x="17156" y="32943"/>
                    <a:pt x="19784" y="39331"/>
                    <a:pt x="22399" y="45481"/>
                  </a:cubicBezTo>
                  <a:cubicBezTo>
                    <a:pt x="24536" y="51159"/>
                    <a:pt x="33107" y="72688"/>
                    <a:pt x="34065" y="75527"/>
                  </a:cubicBezTo>
                  <a:cubicBezTo>
                    <a:pt x="34777" y="77893"/>
                    <a:pt x="35490" y="80732"/>
                    <a:pt x="35490" y="83096"/>
                  </a:cubicBezTo>
                  <a:cubicBezTo>
                    <a:pt x="35490" y="94216"/>
                    <a:pt x="25973" y="103206"/>
                    <a:pt x="12870" y="103206"/>
                  </a:cubicBezTo>
                  <a:cubicBezTo>
                    <a:pt x="-10695" y="103206"/>
                    <a:pt x="-21649" y="71031"/>
                    <a:pt x="-21649" y="67009"/>
                  </a:cubicBezTo>
                  <a:cubicBezTo>
                    <a:pt x="-21649" y="63934"/>
                    <a:pt x="-18308" y="63934"/>
                    <a:pt x="-17596" y="63934"/>
                  </a:cubicBezTo>
                  <a:cubicBezTo>
                    <a:pt x="-14268" y="63934"/>
                    <a:pt x="-14023" y="65118"/>
                    <a:pt x="-13311" y="67719"/>
                  </a:cubicBezTo>
                  <a:cubicBezTo>
                    <a:pt x="-7121" y="88065"/>
                    <a:pt x="3353" y="96582"/>
                    <a:pt x="12158" y="96582"/>
                  </a:cubicBezTo>
                  <a:cubicBezTo>
                    <a:pt x="15965" y="96582"/>
                    <a:pt x="18114" y="94688"/>
                    <a:pt x="18114" y="88302"/>
                  </a:cubicBezTo>
                  <a:cubicBezTo>
                    <a:pt x="18114" y="82859"/>
                    <a:pt x="16689" y="79312"/>
                    <a:pt x="10734" y="64643"/>
                  </a:cubicBezTo>
                  <a:lnTo>
                    <a:pt x="-4273" y="26556"/>
                  </a:lnTo>
                </a:path>
              </a:pathLst>
            </a:custGeom>
            <a:solidFill>
              <a:srgbClr val="000000"/>
            </a:solidFill>
            <a:ln w="1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sp>
        <p:nvSpPr>
          <p:cNvPr id="38" name="グラフィックス 45 1">
            <a:extLst>
              <a:ext uri="{FF2B5EF4-FFF2-40B4-BE49-F238E27FC236}">
                <a16:creationId xmlns:a16="http://schemas.microsoft.com/office/drawing/2014/main" id="{C707EDC4-EFBC-3D06-1881-69A32DB77A24}"/>
              </a:ext>
            </a:extLst>
          </p:cNvPr>
          <p:cNvSpPr/>
          <p:nvPr/>
        </p:nvSpPr>
        <p:spPr>
          <a:xfrm flipV="1">
            <a:off x="6619185" y="3281247"/>
            <a:ext cx="156890" cy="155126"/>
          </a:xfrm>
          <a:custGeom>
            <a:avLst/>
            <a:gdLst>
              <a:gd name="connsiteX0" fmla="*/ 68817 w 87009"/>
              <a:gd name="connsiteY0" fmla="*/ 71148 h 86031"/>
              <a:gd name="connsiteX1" fmla="*/ 84438 w 87009"/>
              <a:gd name="connsiteY1" fmla="*/ 81277 h 86031"/>
              <a:gd name="connsiteX2" fmla="*/ 86024 w 87009"/>
              <a:gd name="connsiteY2" fmla="*/ 83596 h 86031"/>
              <a:gd name="connsiteX3" fmla="*/ 84438 w 87009"/>
              <a:gd name="connsiteY3" fmla="*/ 85060 h 86031"/>
              <a:gd name="connsiteX4" fmla="*/ 74431 w 87009"/>
              <a:gd name="connsiteY4" fmla="*/ 84694 h 86031"/>
              <a:gd name="connsiteX5" fmla="*/ 62350 w 87009"/>
              <a:gd name="connsiteY5" fmla="*/ 85060 h 86031"/>
              <a:gd name="connsiteX6" fmla="*/ 60031 w 87009"/>
              <a:gd name="connsiteY6" fmla="*/ 82742 h 86031"/>
              <a:gd name="connsiteX7" fmla="*/ 61984 w 87009"/>
              <a:gd name="connsiteY7" fmla="*/ 81277 h 86031"/>
              <a:gd name="connsiteX8" fmla="*/ 67597 w 87009"/>
              <a:gd name="connsiteY8" fmla="*/ 77250 h 86031"/>
              <a:gd name="connsiteX9" fmla="*/ 65766 w 87009"/>
              <a:gd name="connsiteY9" fmla="*/ 72613 h 86031"/>
              <a:gd name="connsiteX10" fmla="*/ 28302 w 87009"/>
              <a:gd name="connsiteY10" fmla="*/ 13061 h 86031"/>
              <a:gd name="connsiteX11" fmla="*/ 20005 w 87009"/>
              <a:gd name="connsiteY11" fmla="*/ 77616 h 86031"/>
              <a:gd name="connsiteX12" fmla="*/ 28425 w 87009"/>
              <a:gd name="connsiteY12" fmla="*/ 81277 h 86031"/>
              <a:gd name="connsiteX13" fmla="*/ 31476 w 87009"/>
              <a:gd name="connsiteY13" fmla="*/ 83718 h 86031"/>
              <a:gd name="connsiteX14" fmla="*/ 29767 w 87009"/>
              <a:gd name="connsiteY14" fmla="*/ 85060 h 86031"/>
              <a:gd name="connsiteX15" fmla="*/ 14635 w 87009"/>
              <a:gd name="connsiteY15" fmla="*/ 84694 h 86031"/>
              <a:gd name="connsiteX16" fmla="*/ 7924 w 87009"/>
              <a:gd name="connsiteY16" fmla="*/ 84816 h 86031"/>
              <a:gd name="connsiteX17" fmla="*/ 1334 w 87009"/>
              <a:gd name="connsiteY17" fmla="*/ 85060 h 86031"/>
              <a:gd name="connsiteX18" fmla="*/ -985 w 87009"/>
              <a:gd name="connsiteY18" fmla="*/ 82742 h 86031"/>
              <a:gd name="connsiteX19" fmla="*/ 2066 w 87009"/>
              <a:gd name="connsiteY19" fmla="*/ 81277 h 86031"/>
              <a:gd name="connsiteX20" fmla="*/ 9388 w 87009"/>
              <a:gd name="connsiteY20" fmla="*/ 77128 h 86031"/>
              <a:gd name="connsiteX21" fmla="*/ 19028 w 87009"/>
              <a:gd name="connsiteY21" fmla="*/ 1834 h 86031"/>
              <a:gd name="connsiteX22" fmla="*/ 21469 w 87009"/>
              <a:gd name="connsiteY22" fmla="*/ -972 h 86031"/>
              <a:gd name="connsiteX23" fmla="*/ 24886 w 87009"/>
              <a:gd name="connsiteY23" fmla="*/ 1224 h 86031"/>
              <a:gd name="connsiteX24" fmla="*/ 68817 w 87009"/>
              <a:gd name="connsiteY24" fmla="*/ 71148 h 86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009" h="86031">
                <a:moveTo>
                  <a:pt x="68817" y="71148"/>
                </a:moveTo>
                <a:cubicBezTo>
                  <a:pt x="74797" y="80667"/>
                  <a:pt x="79923" y="81034"/>
                  <a:pt x="84438" y="81277"/>
                </a:cubicBezTo>
                <a:cubicBezTo>
                  <a:pt x="85902" y="81400"/>
                  <a:pt x="86024" y="83474"/>
                  <a:pt x="86024" y="83596"/>
                </a:cubicBezTo>
                <a:cubicBezTo>
                  <a:pt x="86024" y="84572"/>
                  <a:pt x="85414" y="85060"/>
                  <a:pt x="84438" y="85060"/>
                </a:cubicBezTo>
                <a:cubicBezTo>
                  <a:pt x="81264" y="85060"/>
                  <a:pt x="77726" y="84694"/>
                  <a:pt x="74431" y="84694"/>
                </a:cubicBezTo>
                <a:cubicBezTo>
                  <a:pt x="70404" y="84694"/>
                  <a:pt x="66255" y="85060"/>
                  <a:pt x="62350" y="85060"/>
                </a:cubicBezTo>
                <a:cubicBezTo>
                  <a:pt x="61617" y="85060"/>
                  <a:pt x="60031" y="85060"/>
                  <a:pt x="60031" y="82742"/>
                </a:cubicBezTo>
                <a:cubicBezTo>
                  <a:pt x="60031" y="81400"/>
                  <a:pt x="61130" y="81277"/>
                  <a:pt x="61984" y="81277"/>
                </a:cubicBezTo>
                <a:cubicBezTo>
                  <a:pt x="65278" y="81034"/>
                  <a:pt x="67597" y="79813"/>
                  <a:pt x="67597" y="77250"/>
                </a:cubicBezTo>
                <a:cubicBezTo>
                  <a:pt x="67597" y="75420"/>
                  <a:pt x="65766" y="72735"/>
                  <a:pt x="65766" y="72613"/>
                </a:cubicBezTo>
                <a:lnTo>
                  <a:pt x="28302" y="13061"/>
                </a:lnTo>
                <a:lnTo>
                  <a:pt x="20005" y="77616"/>
                </a:lnTo>
                <a:cubicBezTo>
                  <a:pt x="20005" y="79691"/>
                  <a:pt x="22811" y="81277"/>
                  <a:pt x="28425" y="81277"/>
                </a:cubicBezTo>
                <a:cubicBezTo>
                  <a:pt x="30133" y="81277"/>
                  <a:pt x="31476" y="81277"/>
                  <a:pt x="31476" y="83718"/>
                </a:cubicBezTo>
                <a:cubicBezTo>
                  <a:pt x="31476" y="84816"/>
                  <a:pt x="30500" y="85060"/>
                  <a:pt x="29767" y="85060"/>
                </a:cubicBezTo>
                <a:cubicBezTo>
                  <a:pt x="24886" y="85060"/>
                  <a:pt x="19639" y="84694"/>
                  <a:pt x="14635" y="84694"/>
                </a:cubicBezTo>
                <a:cubicBezTo>
                  <a:pt x="12438" y="84694"/>
                  <a:pt x="10120" y="84816"/>
                  <a:pt x="7924" y="84816"/>
                </a:cubicBezTo>
                <a:cubicBezTo>
                  <a:pt x="5727" y="84816"/>
                  <a:pt x="3408" y="85060"/>
                  <a:pt x="1334" y="85060"/>
                </a:cubicBezTo>
                <a:cubicBezTo>
                  <a:pt x="480" y="85060"/>
                  <a:pt x="-985" y="85060"/>
                  <a:pt x="-985" y="82742"/>
                </a:cubicBezTo>
                <a:cubicBezTo>
                  <a:pt x="-985" y="81277"/>
                  <a:pt x="113" y="81277"/>
                  <a:pt x="2066" y="81277"/>
                </a:cubicBezTo>
                <a:cubicBezTo>
                  <a:pt x="8900" y="81277"/>
                  <a:pt x="9022" y="80179"/>
                  <a:pt x="9388" y="77128"/>
                </a:cubicBezTo>
                <a:lnTo>
                  <a:pt x="19028" y="1834"/>
                </a:lnTo>
                <a:cubicBezTo>
                  <a:pt x="19394" y="-607"/>
                  <a:pt x="19882" y="-972"/>
                  <a:pt x="21469" y="-972"/>
                </a:cubicBezTo>
                <a:cubicBezTo>
                  <a:pt x="23422" y="-972"/>
                  <a:pt x="23910" y="-362"/>
                  <a:pt x="24886" y="1224"/>
                </a:cubicBezTo>
                <a:lnTo>
                  <a:pt x="68817" y="71148"/>
                </a:lnTo>
              </a:path>
            </a:pathLst>
          </a:custGeom>
          <a:solidFill>
            <a:srgbClr val="000000"/>
          </a:solidFill>
          <a:ln w="44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sz="975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591CAFE4-1C62-21AC-211E-884322BCCA41}"/>
              </a:ext>
            </a:extLst>
          </p:cNvPr>
          <p:cNvCxnSpPr>
            <a:cxnSpLocks/>
          </p:cNvCxnSpPr>
          <p:nvPr/>
        </p:nvCxnSpPr>
        <p:spPr>
          <a:xfrm flipV="1">
            <a:off x="6851678" y="3139006"/>
            <a:ext cx="0" cy="3890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BD0758AC-1587-064B-FDBA-375D6E12DA37}"/>
              </a:ext>
            </a:extLst>
          </p:cNvPr>
          <p:cNvCxnSpPr>
            <a:cxnSpLocks/>
          </p:cNvCxnSpPr>
          <p:nvPr/>
        </p:nvCxnSpPr>
        <p:spPr>
          <a:xfrm flipH="1" flipV="1">
            <a:off x="7757412" y="3429000"/>
            <a:ext cx="181248" cy="214652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8EE6E808-3E54-685C-6A9B-F028630D35AC}"/>
              </a:ext>
            </a:extLst>
          </p:cNvPr>
          <p:cNvGrpSpPr/>
          <p:nvPr/>
        </p:nvGrpSpPr>
        <p:grpSpPr>
          <a:xfrm>
            <a:off x="7968315" y="3628188"/>
            <a:ext cx="253376" cy="172829"/>
            <a:chOff x="4639761" y="2908147"/>
            <a:chExt cx="391129" cy="266792"/>
          </a:xfrm>
        </p:grpSpPr>
        <p:sp>
          <p:nvSpPr>
            <p:cNvPr id="57" name="フリーフォーム: 図形 56">
              <a:extLst>
                <a:ext uri="{FF2B5EF4-FFF2-40B4-BE49-F238E27FC236}">
                  <a16:creationId xmlns:a16="http://schemas.microsoft.com/office/drawing/2014/main" id="{49606013-B22D-ECB8-FAE1-469475D74C56}"/>
                </a:ext>
              </a:extLst>
            </p:cNvPr>
            <p:cNvSpPr/>
            <p:nvPr/>
          </p:nvSpPr>
          <p:spPr>
            <a:xfrm flipV="1">
              <a:off x="4639761" y="2908147"/>
              <a:ext cx="238525" cy="266792"/>
            </a:xfrm>
            <a:custGeom>
              <a:avLst/>
              <a:gdLst>
                <a:gd name="connsiteX0" fmla="*/ 49521 w 238525"/>
                <a:gd name="connsiteY0" fmla="*/ 18491 h 266792"/>
                <a:gd name="connsiteX1" fmla="*/ 47424 w 238525"/>
                <a:gd name="connsiteY1" fmla="*/ 10408 h 266792"/>
                <a:gd name="connsiteX2" fmla="*/ 59582 w 238525"/>
                <a:gd name="connsiteY2" fmla="*/ -912 h 266792"/>
                <a:gd name="connsiteX3" fmla="*/ 75091 w 238525"/>
                <a:gd name="connsiteY3" fmla="*/ 9599 h 266792"/>
                <a:gd name="connsiteX4" fmla="*/ 89765 w 238525"/>
                <a:gd name="connsiteY4" fmla="*/ 83572 h 266792"/>
                <a:gd name="connsiteX5" fmla="*/ 103597 w 238525"/>
                <a:gd name="connsiteY5" fmla="*/ 82765 h 266792"/>
                <a:gd name="connsiteX6" fmla="*/ 237743 w 238525"/>
                <a:gd name="connsiteY6" fmla="*/ 210098 h 266792"/>
                <a:gd name="connsiteX7" fmla="*/ 189953 w 238525"/>
                <a:gd name="connsiteY7" fmla="*/ 265881 h 266792"/>
                <a:gd name="connsiteX8" fmla="*/ 78865 w 238525"/>
                <a:gd name="connsiteY8" fmla="*/ 108634 h 266792"/>
                <a:gd name="connsiteX9" fmla="*/ 10115 w 238525"/>
                <a:gd name="connsiteY9" fmla="*/ 168462 h 266792"/>
                <a:gd name="connsiteX10" fmla="*/ 44908 w 238525"/>
                <a:gd name="connsiteY10" fmla="*/ 252136 h 266792"/>
                <a:gd name="connsiteX11" fmla="*/ 48264 w 238525"/>
                <a:gd name="connsiteY11" fmla="*/ 257392 h 266792"/>
                <a:gd name="connsiteX12" fmla="*/ 43232 w 238525"/>
                <a:gd name="connsiteY12" fmla="*/ 261434 h 266792"/>
                <a:gd name="connsiteX13" fmla="*/ -783 w 238525"/>
                <a:gd name="connsiteY13" fmla="*/ 164014 h 266792"/>
                <a:gd name="connsiteX14" fmla="*/ 71738 w 238525"/>
                <a:gd name="connsiteY14" fmla="*/ 86402 h 266792"/>
                <a:gd name="connsiteX15" fmla="*/ 49521 w 238525"/>
                <a:gd name="connsiteY15" fmla="*/ 18491 h 266792"/>
                <a:gd name="connsiteX16" fmla="*/ 107371 w 238525"/>
                <a:gd name="connsiteY16" fmla="*/ 106211 h 266792"/>
                <a:gd name="connsiteX17" fmla="*/ 99826 w 238525"/>
                <a:gd name="connsiteY17" fmla="*/ 106614 h 266792"/>
                <a:gd name="connsiteX18" fmla="*/ 94376 w 238525"/>
                <a:gd name="connsiteY18" fmla="*/ 108231 h 266792"/>
                <a:gd name="connsiteX19" fmla="*/ 102760 w 238525"/>
                <a:gd name="connsiteY19" fmla="*/ 151888 h 266792"/>
                <a:gd name="connsiteX20" fmla="*/ 185763 w 238525"/>
                <a:gd name="connsiteY20" fmla="*/ 242435 h 266792"/>
                <a:gd name="connsiteX21" fmla="*/ 226006 w 238525"/>
                <a:gd name="connsiteY21" fmla="*/ 201204 h 266792"/>
                <a:gd name="connsiteX22" fmla="*/ 107371 w 238525"/>
                <a:gd name="connsiteY22" fmla="*/ 106211 h 266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8525" h="266792">
                  <a:moveTo>
                    <a:pt x="49521" y="18491"/>
                  </a:moveTo>
                  <a:cubicBezTo>
                    <a:pt x="47843" y="13238"/>
                    <a:pt x="47424" y="12428"/>
                    <a:pt x="47424" y="10408"/>
                  </a:cubicBezTo>
                  <a:cubicBezTo>
                    <a:pt x="47424" y="1514"/>
                    <a:pt x="55390" y="-912"/>
                    <a:pt x="59582" y="-912"/>
                  </a:cubicBezTo>
                  <a:cubicBezTo>
                    <a:pt x="61677" y="-912"/>
                    <a:pt x="70901" y="301"/>
                    <a:pt x="75091" y="9599"/>
                  </a:cubicBezTo>
                  <a:cubicBezTo>
                    <a:pt x="76349" y="12832"/>
                    <a:pt x="78446" y="26172"/>
                    <a:pt x="89765" y="83572"/>
                  </a:cubicBezTo>
                  <a:cubicBezTo>
                    <a:pt x="93536" y="83169"/>
                    <a:pt x="96471" y="82765"/>
                    <a:pt x="103597" y="82765"/>
                  </a:cubicBezTo>
                  <a:cubicBezTo>
                    <a:pt x="173186" y="82765"/>
                    <a:pt x="237743" y="146229"/>
                    <a:pt x="237743" y="210098"/>
                  </a:cubicBezTo>
                  <a:cubicBezTo>
                    <a:pt x="237743" y="241628"/>
                    <a:pt x="221392" y="265881"/>
                    <a:pt x="189953" y="265881"/>
                  </a:cubicBezTo>
                  <a:cubicBezTo>
                    <a:pt x="129169" y="265881"/>
                    <a:pt x="104018" y="187459"/>
                    <a:pt x="78865" y="108634"/>
                  </a:cubicBezTo>
                  <a:cubicBezTo>
                    <a:pt x="33592" y="116719"/>
                    <a:pt x="10115" y="139358"/>
                    <a:pt x="10115" y="168462"/>
                  </a:cubicBezTo>
                  <a:cubicBezTo>
                    <a:pt x="10115" y="179781"/>
                    <a:pt x="19757" y="224245"/>
                    <a:pt x="44908" y="252136"/>
                  </a:cubicBezTo>
                  <a:cubicBezTo>
                    <a:pt x="48264" y="255776"/>
                    <a:pt x="48264" y="256583"/>
                    <a:pt x="48264" y="257392"/>
                  </a:cubicBezTo>
                  <a:cubicBezTo>
                    <a:pt x="48264" y="259009"/>
                    <a:pt x="47424" y="261434"/>
                    <a:pt x="43232" y="261434"/>
                  </a:cubicBezTo>
                  <a:cubicBezTo>
                    <a:pt x="31495" y="261434"/>
                    <a:pt x="-783" y="202822"/>
                    <a:pt x="-783" y="164014"/>
                  </a:cubicBezTo>
                  <a:cubicBezTo>
                    <a:pt x="-783" y="126017"/>
                    <a:pt x="26884" y="96509"/>
                    <a:pt x="71738" y="86402"/>
                  </a:cubicBezTo>
                  <a:lnTo>
                    <a:pt x="49521" y="18491"/>
                  </a:lnTo>
                  <a:close/>
                  <a:moveTo>
                    <a:pt x="107371" y="106211"/>
                  </a:moveTo>
                  <a:cubicBezTo>
                    <a:pt x="104018" y="106211"/>
                    <a:pt x="103179" y="106211"/>
                    <a:pt x="99826" y="106614"/>
                  </a:cubicBezTo>
                  <a:cubicBezTo>
                    <a:pt x="94794" y="106614"/>
                    <a:pt x="94376" y="107018"/>
                    <a:pt x="94376" y="108231"/>
                  </a:cubicBezTo>
                  <a:cubicBezTo>
                    <a:pt x="94376" y="109040"/>
                    <a:pt x="101502" y="145824"/>
                    <a:pt x="102760" y="151888"/>
                  </a:cubicBezTo>
                  <a:cubicBezTo>
                    <a:pt x="115755" y="203629"/>
                    <a:pt x="148453" y="242435"/>
                    <a:pt x="185763" y="242435"/>
                  </a:cubicBezTo>
                  <a:cubicBezTo>
                    <a:pt x="214687" y="242435"/>
                    <a:pt x="226006" y="220607"/>
                    <a:pt x="226006" y="201204"/>
                  </a:cubicBezTo>
                  <a:cubicBezTo>
                    <a:pt x="226006" y="155526"/>
                    <a:pt x="171928" y="106211"/>
                    <a:pt x="107371" y="106211"/>
                  </a:cubicBezTo>
                </a:path>
              </a:pathLst>
            </a:custGeom>
            <a:solidFill>
              <a:srgbClr val="000000"/>
            </a:solidFill>
            <a:ln w="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 dirty="0"/>
            </a:p>
          </p:txBody>
        </p:sp>
        <p:sp>
          <p:nvSpPr>
            <p:cNvPr id="59" name="フリーフォーム: 図形 58">
              <a:extLst>
                <a:ext uri="{FF2B5EF4-FFF2-40B4-BE49-F238E27FC236}">
                  <a16:creationId xmlns:a16="http://schemas.microsoft.com/office/drawing/2014/main" id="{D0E37FF5-AC19-C024-99BD-24AFE45F4678}"/>
                </a:ext>
              </a:extLst>
            </p:cNvPr>
            <p:cNvSpPr/>
            <p:nvPr/>
          </p:nvSpPr>
          <p:spPr>
            <a:xfrm flipV="1">
              <a:off x="4913832" y="3022615"/>
              <a:ext cx="117058" cy="127588"/>
            </a:xfrm>
            <a:custGeom>
              <a:avLst/>
              <a:gdLst>
                <a:gd name="connsiteX0" fmla="*/ 103429 w 117058"/>
                <a:gd name="connsiteY0" fmla="*/ 108596 h 127588"/>
                <a:gd name="connsiteX1" fmla="*/ 91108 w 117058"/>
                <a:gd name="connsiteY1" fmla="*/ 95299 h 127588"/>
                <a:gd name="connsiteX2" fmla="*/ 100789 w 117058"/>
                <a:gd name="connsiteY2" fmla="*/ 86248 h 127588"/>
                <a:gd name="connsiteX3" fmla="*/ 114871 w 117058"/>
                <a:gd name="connsiteY3" fmla="*/ 102372 h 127588"/>
                <a:gd name="connsiteX4" fmla="*/ 75852 w 117058"/>
                <a:gd name="connsiteY4" fmla="*/ 126985 h 127588"/>
                <a:gd name="connsiteX5" fmla="*/ 21872 w 117058"/>
                <a:gd name="connsiteY5" fmla="*/ 85682 h 127588"/>
                <a:gd name="connsiteX6" fmla="*/ 32138 w 117058"/>
                <a:gd name="connsiteY6" fmla="*/ 65030 h 127588"/>
                <a:gd name="connsiteX7" fmla="*/ 65290 w 117058"/>
                <a:gd name="connsiteY7" fmla="*/ 54845 h 127588"/>
                <a:gd name="connsiteX8" fmla="*/ 90228 w 117058"/>
                <a:gd name="connsiteY8" fmla="*/ 36174 h 127588"/>
                <a:gd name="connsiteX9" fmla="*/ 74679 w 117058"/>
                <a:gd name="connsiteY9" fmla="*/ 13542 h 127588"/>
                <a:gd name="connsiteX10" fmla="*/ 45341 w 117058"/>
                <a:gd name="connsiteY10" fmla="*/ 7318 h 127588"/>
                <a:gd name="connsiteX11" fmla="*/ 10136 w 117058"/>
                <a:gd name="connsiteY11" fmla="*/ 19201 h 127588"/>
                <a:gd name="connsiteX12" fmla="*/ 26271 w 117058"/>
                <a:gd name="connsiteY12" fmla="*/ 35325 h 127588"/>
                <a:gd name="connsiteX13" fmla="*/ 14829 w 117058"/>
                <a:gd name="connsiteY13" fmla="*/ 45793 h 127588"/>
                <a:gd name="connsiteX14" fmla="*/ -2188 w 117058"/>
                <a:gd name="connsiteY14" fmla="*/ 26839 h 127588"/>
                <a:gd name="connsiteX15" fmla="*/ 45048 w 117058"/>
                <a:gd name="connsiteY15" fmla="*/ -603 h 127588"/>
                <a:gd name="connsiteX16" fmla="*/ 109004 w 117058"/>
                <a:gd name="connsiteY16" fmla="*/ 46076 h 127588"/>
                <a:gd name="connsiteX17" fmla="*/ 68518 w 117058"/>
                <a:gd name="connsiteY17" fmla="*/ 79175 h 127588"/>
                <a:gd name="connsiteX18" fmla="*/ 56783 w 117058"/>
                <a:gd name="connsiteY18" fmla="*/ 81439 h 127588"/>
                <a:gd name="connsiteX19" fmla="*/ 40647 w 117058"/>
                <a:gd name="connsiteY19" fmla="*/ 95582 h 127588"/>
                <a:gd name="connsiteX20" fmla="*/ 52382 w 117058"/>
                <a:gd name="connsiteY20" fmla="*/ 113688 h 127588"/>
                <a:gd name="connsiteX21" fmla="*/ 75559 w 117058"/>
                <a:gd name="connsiteY21" fmla="*/ 119064 h 127588"/>
                <a:gd name="connsiteX22" fmla="*/ 103429 w 117058"/>
                <a:gd name="connsiteY22" fmla="*/ 108596 h 127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058" h="127588">
                  <a:moveTo>
                    <a:pt x="103429" y="108596"/>
                  </a:moveTo>
                  <a:cubicBezTo>
                    <a:pt x="95801" y="106898"/>
                    <a:pt x="91108" y="100958"/>
                    <a:pt x="91108" y="95299"/>
                  </a:cubicBezTo>
                  <a:cubicBezTo>
                    <a:pt x="91108" y="88794"/>
                    <a:pt x="96974" y="86248"/>
                    <a:pt x="100789" y="86248"/>
                  </a:cubicBezTo>
                  <a:cubicBezTo>
                    <a:pt x="103723" y="86248"/>
                    <a:pt x="114871" y="87944"/>
                    <a:pt x="114871" y="102372"/>
                  </a:cubicBezTo>
                  <a:cubicBezTo>
                    <a:pt x="114871" y="120760"/>
                    <a:pt x="93749" y="126985"/>
                    <a:pt x="75852" y="126985"/>
                  </a:cubicBezTo>
                  <a:cubicBezTo>
                    <a:pt x="30086" y="126985"/>
                    <a:pt x="21872" y="94451"/>
                    <a:pt x="21872" y="85682"/>
                  </a:cubicBezTo>
                  <a:cubicBezTo>
                    <a:pt x="21872" y="75215"/>
                    <a:pt x="28031" y="68424"/>
                    <a:pt x="32138" y="65030"/>
                  </a:cubicBezTo>
                  <a:cubicBezTo>
                    <a:pt x="39766" y="59373"/>
                    <a:pt x="45048" y="58240"/>
                    <a:pt x="65290" y="54845"/>
                  </a:cubicBezTo>
                  <a:cubicBezTo>
                    <a:pt x="71452" y="53714"/>
                    <a:pt x="90228" y="50319"/>
                    <a:pt x="90228" y="36174"/>
                  </a:cubicBezTo>
                  <a:cubicBezTo>
                    <a:pt x="90228" y="31365"/>
                    <a:pt x="87001" y="20615"/>
                    <a:pt x="74679" y="13542"/>
                  </a:cubicBezTo>
                  <a:cubicBezTo>
                    <a:pt x="63237" y="7318"/>
                    <a:pt x="48861" y="7318"/>
                    <a:pt x="45341" y="7318"/>
                  </a:cubicBezTo>
                  <a:cubicBezTo>
                    <a:pt x="33606" y="7318"/>
                    <a:pt x="16883" y="9864"/>
                    <a:pt x="10136" y="19201"/>
                  </a:cubicBezTo>
                  <a:cubicBezTo>
                    <a:pt x="19817" y="20332"/>
                    <a:pt x="26271" y="27405"/>
                    <a:pt x="26271" y="35325"/>
                  </a:cubicBezTo>
                  <a:cubicBezTo>
                    <a:pt x="26271" y="42398"/>
                    <a:pt x="20991" y="45793"/>
                    <a:pt x="14829" y="45793"/>
                  </a:cubicBezTo>
                  <a:cubicBezTo>
                    <a:pt x="6323" y="45793"/>
                    <a:pt x="-2188" y="39286"/>
                    <a:pt x="-2188" y="26839"/>
                  </a:cubicBezTo>
                  <a:cubicBezTo>
                    <a:pt x="-2188" y="9864"/>
                    <a:pt x="16589" y="-603"/>
                    <a:pt x="45048" y="-603"/>
                  </a:cubicBezTo>
                  <a:cubicBezTo>
                    <a:pt x="99029" y="-603"/>
                    <a:pt x="109004" y="35043"/>
                    <a:pt x="109004" y="46076"/>
                  </a:cubicBezTo>
                  <a:cubicBezTo>
                    <a:pt x="109004" y="72102"/>
                    <a:pt x="79373" y="77194"/>
                    <a:pt x="68518" y="79175"/>
                  </a:cubicBezTo>
                  <a:cubicBezTo>
                    <a:pt x="65876" y="79740"/>
                    <a:pt x="58541" y="80871"/>
                    <a:pt x="56783" y="81439"/>
                  </a:cubicBezTo>
                  <a:cubicBezTo>
                    <a:pt x="45927" y="83418"/>
                    <a:pt x="40647" y="89360"/>
                    <a:pt x="40647" y="95582"/>
                  </a:cubicBezTo>
                  <a:cubicBezTo>
                    <a:pt x="40647" y="102089"/>
                    <a:pt x="45927" y="109727"/>
                    <a:pt x="52382" y="113688"/>
                  </a:cubicBezTo>
                  <a:cubicBezTo>
                    <a:pt x="60303" y="118499"/>
                    <a:pt x="70572" y="119064"/>
                    <a:pt x="75559" y="119064"/>
                  </a:cubicBezTo>
                  <a:cubicBezTo>
                    <a:pt x="81718" y="119064"/>
                    <a:pt x="96974" y="118216"/>
                    <a:pt x="103429" y="108596"/>
                  </a:cubicBezTo>
                </a:path>
              </a:pathLst>
            </a:custGeom>
            <a:solidFill>
              <a:srgbClr val="000000"/>
            </a:solidFill>
            <a:ln w="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22589947-9C48-50DE-5845-B90DD9F170A9}"/>
              </a:ext>
            </a:extLst>
          </p:cNvPr>
          <p:cNvCxnSpPr>
            <a:cxnSpLocks/>
          </p:cNvCxnSpPr>
          <p:nvPr/>
        </p:nvCxnSpPr>
        <p:spPr>
          <a:xfrm flipH="1" flipV="1">
            <a:off x="7287394" y="4151567"/>
            <a:ext cx="350961" cy="12507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CC72B3E3-70D3-AC2F-29BB-E266AB1A2CA5}"/>
              </a:ext>
            </a:extLst>
          </p:cNvPr>
          <p:cNvGrpSpPr/>
          <p:nvPr/>
        </p:nvGrpSpPr>
        <p:grpSpPr>
          <a:xfrm>
            <a:off x="7680480" y="4208564"/>
            <a:ext cx="237999" cy="161419"/>
            <a:chOff x="4637628" y="3173868"/>
            <a:chExt cx="358472" cy="243127"/>
          </a:xfrm>
        </p:grpSpPr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F77D2F12-99FA-D85F-75E2-F60BBE940BF7}"/>
                </a:ext>
              </a:extLst>
            </p:cNvPr>
            <p:cNvSpPr/>
            <p:nvPr/>
          </p:nvSpPr>
          <p:spPr>
            <a:xfrm flipV="1">
              <a:off x="4637628" y="3173868"/>
              <a:ext cx="211934" cy="243127"/>
            </a:xfrm>
            <a:custGeom>
              <a:avLst/>
              <a:gdLst>
                <a:gd name="connsiteX0" fmla="*/ 43915 w 211934"/>
                <a:gd name="connsiteY0" fmla="*/ 16770 h 243127"/>
                <a:gd name="connsiteX1" fmla="*/ 42052 w 211934"/>
                <a:gd name="connsiteY1" fmla="*/ 9404 h 243127"/>
                <a:gd name="connsiteX2" fmla="*/ 52855 w 211934"/>
                <a:gd name="connsiteY2" fmla="*/ -912 h 243127"/>
                <a:gd name="connsiteX3" fmla="*/ 66634 w 211934"/>
                <a:gd name="connsiteY3" fmla="*/ 8667 h 243127"/>
                <a:gd name="connsiteX4" fmla="*/ 79672 w 211934"/>
                <a:gd name="connsiteY4" fmla="*/ 76078 h 243127"/>
                <a:gd name="connsiteX5" fmla="*/ 91962 w 211934"/>
                <a:gd name="connsiteY5" fmla="*/ 75343 h 243127"/>
                <a:gd name="connsiteX6" fmla="*/ 211153 w 211934"/>
                <a:gd name="connsiteY6" fmla="*/ 191381 h 243127"/>
                <a:gd name="connsiteX7" fmla="*/ 168691 w 211934"/>
                <a:gd name="connsiteY7" fmla="*/ 242216 h 243127"/>
                <a:gd name="connsiteX8" fmla="*/ 69987 w 211934"/>
                <a:gd name="connsiteY8" fmla="*/ 98917 h 243127"/>
                <a:gd name="connsiteX9" fmla="*/ 8902 w 211934"/>
                <a:gd name="connsiteY9" fmla="*/ 153438 h 243127"/>
                <a:gd name="connsiteX10" fmla="*/ 39816 w 211934"/>
                <a:gd name="connsiteY10" fmla="*/ 229691 h 243127"/>
                <a:gd name="connsiteX11" fmla="*/ 42798 w 211934"/>
                <a:gd name="connsiteY11" fmla="*/ 234480 h 243127"/>
                <a:gd name="connsiteX12" fmla="*/ 38327 w 211934"/>
                <a:gd name="connsiteY12" fmla="*/ 238164 h 243127"/>
                <a:gd name="connsiteX13" fmla="*/ -781 w 211934"/>
                <a:gd name="connsiteY13" fmla="*/ 149385 h 243127"/>
                <a:gd name="connsiteX14" fmla="*/ 63655 w 211934"/>
                <a:gd name="connsiteY14" fmla="*/ 78657 h 243127"/>
                <a:gd name="connsiteX15" fmla="*/ 43915 w 211934"/>
                <a:gd name="connsiteY15" fmla="*/ 16770 h 243127"/>
                <a:gd name="connsiteX16" fmla="*/ 95315 w 211934"/>
                <a:gd name="connsiteY16" fmla="*/ 96709 h 243127"/>
                <a:gd name="connsiteX17" fmla="*/ 88611 w 211934"/>
                <a:gd name="connsiteY17" fmla="*/ 97076 h 243127"/>
                <a:gd name="connsiteX18" fmla="*/ 83769 w 211934"/>
                <a:gd name="connsiteY18" fmla="*/ 98550 h 243127"/>
                <a:gd name="connsiteX19" fmla="*/ 91219 w 211934"/>
                <a:gd name="connsiteY19" fmla="*/ 138334 h 243127"/>
                <a:gd name="connsiteX20" fmla="*/ 164968 w 211934"/>
                <a:gd name="connsiteY20" fmla="*/ 220850 h 243127"/>
                <a:gd name="connsiteX21" fmla="*/ 200725 w 211934"/>
                <a:gd name="connsiteY21" fmla="*/ 183276 h 243127"/>
                <a:gd name="connsiteX22" fmla="*/ 95315 w 211934"/>
                <a:gd name="connsiteY22" fmla="*/ 96709 h 243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1934" h="243127">
                  <a:moveTo>
                    <a:pt x="43915" y="16770"/>
                  </a:moveTo>
                  <a:cubicBezTo>
                    <a:pt x="42424" y="11983"/>
                    <a:pt x="42052" y="11245"/>
                    <a:pt x="42052" y="9404"/>
                  </a:cubicBezTo>
                  <a:cubicBezTo>
                    <a:pt x="42052" y="1299"/>
                    <a:pt x="49130" y="-912"/>
                    <a:pt x="52855" y="-912"/>
                  </a:cubicBezTo>
                  <a:cubicBezTo>
                    <a:pt x="54716" y="-912"/>
                    <a:pt x="62911" y="193"/>
                    <a:pt x="66634" y="8667"/>
                  </a:cubicBezTo>
                  <a:cubicBezTo>
                    <a:pt x="67752" y="11613"/>
                    <a:pt x="69615" y="23770"/>
                    <a:pt x="79672" y="76078"/>
                  </a:cubicBezTo>
                  <a:cubicBezTo>
                    <a:pt x="83023" y="75711"/>
                    <a:pt x="85630" y="75343"/>
                    <a:pt x="91962" y="75343"/>
                  </a:cubicBezTo>
                  <a:cubicBezTo>
                    <a:pt x="153793" y="75343"/>
                    <a:pt x="211153" y="133178"/>
                    <a:pt x="211153" y="191381"/>
                  </a:cubicBezTo>
                  <a:cubicBezTo>
                    <a:pt x="211153" y="220115"/>
                    <a:pt x="196625" y="242216"/>
                    <a:pt x="168691" y="242216"/>
                  </a:cubicBezTo>
                  <a:cubicBezTo>
                    <a:pt x="114683" y="242216"/>
                    <a:pt x="92336" y="170751"/>
                    <a:pt x="69987" y="98917"/>
                  </a:cubicBezTo>
                  <a:cubicBezTo>
                    <a:pt x="29762" y="106285"/>
                    <a:pt x="8902" y="126915"/>
                    <a:pt x="8902" y="153438"/>
                  </a:cubicBezTo>
                  <a:cubicBezTo>
                    <a:pt x="8902" y="163753"/>
                    <a:pt x="17469" y="204273"/>
                    <a:pt x="39816" y="229691"/>
                  </a:cubicBezTo>
                  <a:cubicBezTo>
                    <a:pt x="42798" y="233007"/>
                    <a:pt x="42798" y="233742"/>
                    <a:pt x="42798" y="234480"/>
                  </a:cubicBezTo>
                  <a:cubicBezTo>
                    <a:pt x="42798" y="235954"/>
                    <a:pt x="42052" y="238164"/>
                    <a:pt x="38327" y="238164"/>
                  </a:cubicBezTo>
                  <a:cubicBezTo>
                    <a:pt x="27898" y="238164"/>
                    <a:pt x="-781" y="184751"/>
                    <a:pt x="-781" y="149385"/>
                  </a:cubicBezTo>
                  <a:cubicBezTo>
                    <a:pt x="-781" y="114758"/>
                    <a:pt x="23802" y="87868"/>
                    <a:pt x="63655" y="78657"/>
                  </a:cubicBezTo>
                  <a:lnTo>
                    <a:pt x="43915" y="16770"/>
                  </a:lnTo>
                  <a:close/>
                  <a:moveTo>
                    <a:pt x="95315" y="96709"/>
                  </a:moveTo>
                  <a:cubicBezTo>
                    <a:pt x="92336" y="96709"/>
                    <a:pt x="91591" y="96709"/>
                    <a:pt x="88611" y="97076"/>
                  </a:cubicBezTo>
                  <a:cubicBezTo>
                    <a:pt x="84141" y="97076"/>
                    <a:pt x="83769" y="97444"/>
                    <a:pt x="83769" y="98550"/>
                  </a:cubicBezTo>
                  <a:cubicBezTo>
                    <a:pt x="83769" y="99287"/>
                    <a:pt x="90101" y="132808"/>
                    <a:pt x="91219" y="138334"/>
                  </a:cubicBezTo>
                  <a:cubicBezTo>
                    <a:pt x="102765" y="185486"/>
                    <a:pt x="131818" y="220850"/>
                    <a:pt x="164968" y="220850"/>
                  </a:cubicBezTo>
                  <a:cubicBezTo>
                    <a:pt x="190668" y="220850"/>
                    <a:pt x="200725" y="200958"/>
                    <a:pt x="200725" y="183276"/>
                  </a:cubicBezTo>
                  <a:cubicBezTo>
                    <a:pt x="200725" y="141650"/>
                    <a:pt x="152676" y="96709"/>
                    <a:pt x="95315" y="96709"/>
                  </a:cubicBezTo>
                </a:path>
              </a:pathLst>
            </a:custGeom>
            <a:solidFill>
              <a:srgbClr val="000000"/>
            </a:solidFill>
            <a:ln w="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69" name="フリーフォーム: 図形 68">
              <a:extLst>
                <a:ext uri="{FF2B5EF4-FFF2-40B4-BE49-F238E27FC236}">
                  <a16:creationId xmlns:a16="http://schemas.microsoft.com/office/drawing/2014/main" id="{A703E1C1-778C-6578-9DDF-998863B5C856}"/>
                </a:ext>
              </a:extLst>
            </p:cNvPr>
            <p:cNvSpPr/>
            <p:nvPr/>
          </p:nvSpPr>
          <p:spPr>
            <a:xfrm flipV="1">
              <a:off x="4874891" y="3278183"/>
              <a:ext cx="121209" cy="116271"/>
            </a:xfrm>
            <a:custGeom>
              <a:avLst/>
              <a:gdLst>
                <a:gd name="connsiteX0" fmla="*/ 46801 w 121209"/>
                <a:gd name="connsiteY0" fmla="*/ 54053 h 116271"/>
                <a:gd name="connsiteX1" fmla="*/ 53579 w 121209"/>
                <a:gd name="connsiteY1" fmla="*/ 80090 h 116271"/>
                <a:gd name="connsiteX2" fmla="*/ 70001 w 121209"/>
                <a:gd name="connsiteY2" fmla="*/ 101231 h 116271"/>
                <a:gd name="connsiteX3" fmla="*/ 91115 w 121209"/>
                <a:gd name="connsiteY3" fmla="*/ 108449 h 116271"/>
                <a:gd name="connsiteX4" fmla="*/ 105452 w 121209"/>
                <a:gd name="connsiteY4" fmla="*/ 104840 h 116271"/>
                <a:gd name="connsiteX5" fmla="*/ 93983 w 121209"/>
                <a:gd name="connsiteY5" fmla="*/ 90659 h 116271"/>
                <a:gd name="connsiteX6" fmla="*/ 104410 w 121209"/>
                <a:gd name="connsiteY6" fmla="*/ 81122 h 116271"/>
                <a:gd name="connsiteX7" fmla="*/ 119007 w 121209"/>
                <a:gd name="connsiteY7" fmla="*/ 96847 h 116271"/>
                <a:gd name="connsiteX8" fmla="*/ 91376 w 121209"/>
                <a:gd name="connsiteY8" fmla="*/ 115668 h 116271"/>
                <a:gd name="connsiteX9" fmla="*/ 54621 w 121209"/>
                <a:gd name="connsiteY9" fmla="*/ 97362 h 116271"/>
                <a:gd name="connsiteX10" fmla="*/ 27771 w 121209"/>
                <a:gd name="connsiteY10" fmla="*/ 115668 h 116271"/>
                <a:gd name="connsiteX11" fmla="*/ 7439 w 121209"/>
                <a:gd name="connsiteY11" fmla="*/ 102519 h 116271"/>
                <a:gd name="connsiteX12" fmla="*/ -2203 w 121209"/>
                <a:gd name="connsiteY12" fmla="*/ 76223 h 116271"/>
                <a:gd name="connsiteX13" fmla="*/ 2227 w 121209"/>
                <a:gd name="connsiteY13" fmla="*/ 72871 h 116271"/>
                <a:gd name="connsiteX14" fmla="*/ 7962 w 121209"/>
                <a:gd name="connsiteY14" fmla="*/ 80605 h 116271"/>
                <a:gd name="connsiteX15" fmla="*/ 26990 w 121209"/>
                <a:gd name="connsiteY15" fmla="*/ 108449 h 116271"/>
                <a:gd name="connsiteX16" fmla="*/ 35593 w 121209"/>
                <a:gd name="connsiteY16" fmla="*/ 95816 h 116271"/>
                <a:gd name="connsiteX17" fmla="*/ 31423 w 121209"/>
                <a:gd name="connsiteY17" fmla="*/ 74419 h 116271"/>
                <a:gd name="connsiteX18" fmla="*/ 25687 w 121209"/>
                <a:gd name="connsiteY18" fmla="*/ 51217 h 116271"/>
                <a:gd name="connsiteX19" fmla="*/ 17346 w 121209"/>
                <a:gd name="connsiteY19" fmla="*/ 18217 h 116271"/>
                <a:gd name="connsiteX20" fmla="*/ 14740 w 121209"/>
                <a:gd name="connsiteY20" fmla="*/ 7648 h 116271"/>
                <a:gd name="connsiteX21" fmla="*/ 23602 w 121209"/>
                <a:gd name="connsiteY21" fmla="*/ -603 h 116271"/>
                <a:gd name="connsiteX22" fmla="*/ 34811 w 121209"/>
                <a:gd name="connsiteY22" fmla="*/ 6873 h 116271"/>
                <a:gd name="connsiteX23" fmla="*/ 39763 w 121209"/>
                <a:gd name="connsiteY23" fmla="*/ 26208 h 116271"/>
                <a:gd name="connsiteX24" fmla="*/ 46801 w 121209"/>
                <a:gd name="connsiteY24" fmla="*/ 54053 h 116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1209" h="116271">
                  <a:moveTo>
                    <a:pt x="46801" y="54053"/>
                  </a:moveTo>
                  <a:cubicBezTo>
                    <a:pt x="47062" y="55599"/>
                    <a:pt x="53058" y="78801"/>
                    <a:pt x="53579" y="80090"/>
                  </a:cubicBezTo>
                  <a:cubicBezTo>
                    <a:pt x="54101" y="82153"/>
                    <a:pt x="61658" y="95043"/>
                    <a:pt x="70001" y="101231"/>
                  </a:cubicBezTo>
                  <a:cubicBezTo>
                    <a:pt x="72869" y="103292"/>
                    <a:pt x="79907" y="108449"/>
                    <a:pt x="91115" y="108449"/>
                  </a:cubicBezTo>
                  <a:cubicBezTo>
                    <a:pt x="93722" y="108449"/>
                    <a:pt x="100239" y="108192"/>
                    <a:pt x="105452" y="104840"/>
                  </a:cubicBezTo>
                  <a:cubicBezTo>
                    <a:pt x="97112" y="102519"/>
                    <a:pt x="93983" y="95301"/>
                    <a:pt x="93983" y="90659"/>
                  </a:cubicBezTo>
                  <a:cubicBezTo>
                    <a:pt x="93983" y="84989"/>
                    <a:pt x="98413" y="81122"/>
                    <a:pt x="104410" y="81122"/>
                  </a:cubicBezTo>
                  <a:cubicBezTo>
                    <a:pt x="110405" y="81122"/>
                    <a:pt x="119007" y="86020"/>
                    <a:pt x="119007" y="96847"/>
                  </a:cubicBezTo>
                  <a:cubicBezTo>
                    <a:pt x="119007" y="110253"/>
                    <a:pt x="104669" y="115668"/>
                    <a:pt x="91376" y="115668"/>
                  </a:cubicBezTo>
                  <a:cubicBezTo>
                    <a:pt x="77821" y="115668"/>
                    <a:pt x="66091" y="110253"/>
                    <a:pt x="54621" y="97362"/>
                  </a:cubicBezTo>
                  <a:cubicBezTo>
                    <a:pt x="49930" y="113089"/>
                    <a:pt x="34028" y="115668"/>
                    <a:pt x="27771" y="115668"/>
                  </a:cubicBezTo>
                  <a:cubicBezTo>
                    <a:pt x="18128" y="115668"/>
                    <a:pt x="11612" y="109738"/>
                    <a:pt x="7439" y="102519"/>
                  </a:cubicBezTo>
                  <a:cubicBezTo>
                    <a:pt x="1446" y="92465"/>
                    <a:pt x="-2203" y="77513"/>
                    <a:pt x="-2203" y="76223"/>
                  </a:cubicBezTo>
                  <a:cubicBezTo>
                    <a:pt x="-2203" y="72871"/>
                    <a:pt x="1446" y="72871"/>
                    <a:pt x="2227" y="72871"/>
                  </a:cubicBezTo>
                  <a:cubicBezTo>
                    <a:pt x="5877" y="72871"/>
                    <a:pt x="6137" y="73644"/>
                    <a:pt x="7962" y="80605"/>
                  </a:cubicBezTo>
                  <a:cubicBezTo>
                    <a:pt x="11872" y="96332"/>
                    <a:pt x="16824" y="108449"/>
                    <a:pt x="26990" y="108449"/>
                  </a:cubicBezTo>
                  <a:cubicBezTo>
                    <a:pt x="33768" y="108449"/>
                    <a:pt x="35593" y="102777"/>
                    <a:pt x="35593" y="95816"/>
                  </a:cubicBezTo>
                  <a:cubicBezTo>
                    <a:pt x="35593" y="90919"/>
                    <a:pt x="33246" y="81380"/>
                    <a:pt x="31423" y="74419"/>
                  </a:cubicBezTo>
                  <a:cubicBezTo>
                    <a:pt x="29597" y="67459"/>
                    <a:pt x="26990" y="56887"/>
                    <a:pt x="25687" y="51217"/>
                  </a:cubicBezTo>
                  <a:lnTo>
                    <a:pt x="17346" y="18217"/>
                  </a:lnTo>
                  <a:cubicBezTo>
                    <a:pt x="16304" y="14866"/>
                    <a:pt x="14740" y="8421"/>
                    <a:pt x="14740" y="7648"/>
                  </a:cubicBezTo>
                  <a:cubicBezTo>
                    <a:pt x="14740" y="1975"/>
                    <a:pt x="19431" y="-603"/>
                    <a:pt x="23602" y="-603"/>
                  </a:cubicBezTo>
                  <a:cubicBezTo>
                    <a:pt x="27512" y="-603"/>
                    <a:pt x="32726" y="1718"/>
                    <a:pt x="34811" y="6873"/>
                  </a:cubicBezTo>
                  <a:cubicBezTo>
                    <a:pt x="35333" y="8421"/>
                    <a:pt x="38201" y="19763"/>
                    <a:pt x="39763" y="26208"/>
                  </a:cubicBezTo>
                  <a:lnTo>
                    <a:pt x="46801" y="54053"/>
                  </a:lnTo>
                </a:path>
              </a:pathLst>
            </a:custGeom>
            <a:solidFill>
              <a:srgbClr val="000000"/>
            </a:solidFill>
            <a:ln w="1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EFAE1602-8153-7827-1148-759227CE98E4}"/>
              </a:ext>
            </a:extLst>
          </p:cNvPr>
          <p:cNvCxnSpPr>
            <a:cxnSpLocks/>
          </p:cNvCxnSpPr>
          <p:nvPr/>
        </p:nvCxnSpPr>
        <p:spPr>
          <a:xfrm flipV="1">
            <a:off x="8454061" y="3397557"/>
            <a:ext cx="0" cy="743437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0C1E0905-F98A-8DB2-6459-2854447EA01A}"/>
              </a:ext>
            </a:extLst>
          </p:cNvPr>
          <p:cNvGrpSpPr/>
          <p:nvPr/>
        </p:nvGrpSpPr>
        <p:grpSpPr>
          <a:xfrm>
            <a:off x="8521253" y="3655556"/>
            <a:ext cx="883643" cy="176222"/>
            <a:chOff x="5891145" y="3386251"/>
            <a:chExt cx="403864" cy="80541"/>
          </a:xfrm>
        </p:grpSpPr>
        <p:sp>
          <p:nvSpPr>
            <p:cNvPr id="78" name="フリーフォーム: 図形 77">
              <a:extLst>
                <a:ext uri="{FF2B5EF4-FFF2-40B4-BE49-F238E27FC236}">
                  <a16:creationId xmlns:a16="http://schemas.microsoft.com/office/drawing/2014/main" id="{73B62B62-6B27-6F85-7FDD-00483C9A0711}"/>
                </a:ext>
              </a:extLst>
            </p:cNvPr>
            <p:cNvSpPr/>
            <p:nvPr/>
          </p:nvSpPr>
          <p:spPr>
            <a:xfrm flipV="1">
              <a:off x="5891145" y="3386251"/>
              <a:ext cx="70371" cy="80541"/>
            </a:xfrm>
            <a:custGeom>
              <a:avLst/>
              <a:gdLst>
                <a:gd name="connsiteX0" fmla="*/ 14057 w 70371"/>
                <a:gd name="connsiteY0" fmla="*/ 4946 h 80541"/>
                <a:gd name="connsiteX1" fmla="*/ 13438 w 70371"/>
                <a:gd name="connsiteY1" fmla="*/ 2506 h 80541"/>
                <a:gd name="connsiteX2" fmla="*/ 17025 w 70371"/>
                <a:gd name="connsiteY2" fmla="*/ -912 h 80541"/>
                <a:gd name="connsiteX3" fmla="*/ 21601 w 70371"/>
                <a:gd name="connsiteY3" fmla="*/ 2261 h 80541"/>
                <a:gd name="connsiteX4" fmla="*/ 25930 w 70371"/>
                <a:gd name="connsiteY4" fmla="*/ 24593 h 80541"/>
                <a:gd name="connsiteX5" fmla="*/ 30011 w 70371"/>
                <a:gd name="connsiteY5" fmla="*/ 24349 h 80541"/>
                <a:gd name="connsiteX6" fmla="*/ 69587 w 70371"/>
                <a:gd name="connsiteY6" fmla="*/ 62789 h 80541"/>
                <a:gd name="connsiteX7" fmla="*/ 55488 w 70371"/>
                <a:gd name="connsiteY7" fmla="*/ 79629 h 80541"/>
                <a:gd name="connsiteX8" fmla="*/ 22714 w 70371"/>
                <a:gd name="connsiteY8" fmla="*/ 32159 h 80541"/>
                <a:gd name="connsiteX9" fmla="*/ 2431 w 70371"/>
                <a:gd name="connsiteY9" fmla="*/ 50220 h 80541"/>
                <a:gd name="connsiteX10" fmla="*/ 12696 w 70371"/>
                <a:gd name="connsiteY10" fmla="*/ 75480 h 80541"/>
                <a:gd name="connsiteX11" fmla="*/ 13686 w 70371"/>
                <a:gd name="connsiteY11" fmla="*/ 77067 h 80541"/>
                <a:gd name="connsiteX12" fmla="*/ 12202 w 70371"/>
                <a:gd name="connsiteY12" fmla="*/ 78287 h 80541"/>
                <a:gd name="connsiteX13" fmla="*/ -784 w 70371"/>
                <a:gd name="connsiteY13" fmla="*/ 48877 h 80541"/>
                <a:gd name="connsiteX14" fmla="*/ 20612 w 70371"/>
                <a:gd name="connsiteY14" fmla="*/ 25447 h 80541"/>
                <a:gd name="connsiteX15" fmla="*/ 14057 w 70371"/>
                <a:gd name="connsiteY15" fmla="*/ 4946 h 80541"/>
                <a:gd name="connsiteX16" fmla="*/ 31124 w 70371"/>
                <a:gd name="connsiteY16" fmla="*/ 31427 h 80541"/>
                <a:gd name="connsiteX17" fmla="*/ 28898 w 70371"/>
                <a:gd name="connsiteY17" fmla="*/ 31549 h 80541"/>
                <a:gd name="connsiteX18" fmla="*/ 27290 w 70371"/>
                <a:gd name="connsiteY18" fmla="*/ 32037 h 80541"/>
                <a:gd name="connsiteX19" fmla="*/ 29764 w 70371"/>
                <a:gd name="connsiteY19" fmla="*/ 45216 h 80541"/>
                <a:gd name="connsiteX20" fmla="*/ 54252 w 70371"/>
                <a:gd name="connsiteY20" fmla="*/ 72551 h 80541"/>
                <a:gd name="connsiteX21" fmla="*/ 66125 w 70371"/>
                <a:gd name="connsiteY21" fmla="*/ 60104 h 80541"/>
                <a:gd name="connsiteX22" fmla="*/ 31124 w 70371"/>
                <a:gd name="connsiteY22" fmla="*/ 31427 h 80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371" h="80541">
                  <a:moveTo>
                    <a:pt x="14057" y="4946"/>
                  </a:moveTo>
                  <a:cubicBezTo>
                    <a:pt x="13562" y="3360"/>
                    <a:pt x="13438" y="3115"/>
                    <a:pt x="13438" y="2506"/>
                  </a:cubicBezTo>
                  <a:cubicBezTo>
                    <a:pt x="13438" y="-180"/>
                    <a:pt x="15789" y="-912"/>
                    <a:pt x="17025" y="-912"/>
                  </a:cubicBezTo>
                  <a:cubicBezTo>
                    <a:pt x="17644" y="-912"/>
                    <a:pt x="20365" y="-546"/>
                    <a:pt x="21601" y="2261"/>
                  </a:cubicBezTo>
                  <a:cubicBezTo>
                    <a:pt x="21972" y="3237"/>
                    <a:pt x="22591" y="7264"/>
                    <a:pt x="25930" y="24593"/>
                  </a:cubicBezTo>
                  <a:cubicBezTo>
                    <a:pt x="27043" y="24471"/>
                    <a:pt x="27908" y="24349"/>
                    <a:pt x="30011" y="24349"/>
                  </a:cubicBezTo>
                  <a:cubicBezTo>
                    <a:pt x="50541" y="24349"/>
                    <a:pt x="69587" y="43508"/>
                    <a:pt x="69587" y="62789"/>
                  </a:cubicBezTo>
                  <a:cubicBezTo>
                    <a:pt x="69587" y="72308"/>
                    <a:pt x="64764" y="79629"/>
                    <a:pt x="55488" y="79629"/>
                  </a:cubicBezTo>
                  <a:cubicBezTo>
                    <a:pt x="37555" y="79629"/>
                    <a:pt x="30135" y="55955"/>
                    <a:pt x="22714" y="32159"/>
                  </a:cubicBezTo>
                  <a:cubicBezTo>
                    <a:pt x="9358" y="34599"/>
                    <a:pt x="2431" y="41434"/>
                    <a:pt x="2431" y="50220"/>
                  </a:cubicBezTo>
                  <a:cubicBezTo>
                    <a:pt x="2431" y="53637"/>
                    <a:pt x="5276" y="67060"/>
                    <a:pt x="12696" y="75480"/>
                  </a:cubicBezTo>
                  <a:cubicBezTo>
                    <a:pt x="13686" y="76579"/>
                    <a:pt x="13686" y="76822"/>
                    <a:pt x="13686" y="77067"/>
                  </a:cubicBezTo>
                  <a:cubicBezTo>
                    <a:pt x="13686" y="77555"/>
                    <a:pt x="13438" y="78287"/>
                    <a:pt x="12202" y="78287"/>
                  </a:cubicBezTo>
                  <a:cubicBezTo>
                    <a:pt x="8739" y="78287"/>
                    <a:pt x="-784" y="60593"/>
                    <a:pt x="-784" y="48877"/>
                  </a:cubicBezTo>
                  <a:cubicBezTo>
                    <a:pt x="-784" y="37406"/>
                    <a:pt x="7379" y="28498"/>
                    <a:pt x="20612" y="25447"/>
                  </a:cubicBezTo>
                  <a:lnTo>
                    <a:pt x="14057" y="4946"/>
                  </a:lnTo>
                  <a:close/>
                  <a:moveTo>
                    <a:pt x="31124" y="31427"/>
                  </a:moveTo>
                  <a:cubicBezTo>
                    <a:pt x="30135" y="31427"/>
                    <a:pt x="29887" y="31427"/>
                    <a:pt x="28898" y="31549"/>
                  </a:cubicBezTo>
                  <a:cubicBezTo>
                    <a:pt x="27414" y="31549"/>
                    <a:pt x="27290" y="31671"/>
                    <a:pt x="27290" y="32037"/>
                  </a:cubicBezTo>
                  <a:cubicBezTo>
                    <a:pt x="27290" y="32281"/>
                    <a:pt x="29393" y="43386"/>
                    <a:pt x="29764" y="45216"/>
                  </a:cubicBezTo>
                  <a:cubicBezTo>
                    <a:pt x="33598" y="60836"/>
                    <a:pt x="43245" y="72551"/>
                    <a:pt x="54252" y="72551"/>
                  </a:cubicBezTo>
                  <a:cubicBezTo>
                    <a:pt x="62785" y="72551"/>
                    <a:pt x="66125" y="65962"/>
                    <a:pt x="66125" y="60104"/>
                  </a:cubicBezTo>
                  <a:cubicBezTo>
                    <a:pt x="66125" y="46315"/>
                    <a:pt x="50170" y="31427"/>
                    <a:pt x="31124" y="31427"/>
                  </a:cubicBezTo>
                </a:path>
              </a:pathLst>
            </a:custGeom>
            <a:solidFill>
              <a:srgbClr val="000000"/>
            </a:solidFill>
            <a:ln w="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79" name="フリーフォーム: 図形 78">
              <a:extLst>
                <a:ext uri="{FF2B5EF4-FFF2-40B4-BE49-F238E27FC236}">
                  <a16:creationId xmlns:a16="http://schemas.microsoft.com/office/drawing/2014/main" id="{A62274D7-54A4-B5F0-7D4B-22A752BCBEF5}"/>
                </a:ext>
              </a:extLst>
            </p:cNvPr>
            <p:cNvSpPr/>
            <p:nvPr/>
          </p:nvSpPr>
          <p:spPr>
            <a:xfrm flipV="1">
              <a:off x="5972003" y="3420808"/>
              <a:ext cx="34535" cy="38517"/>
            </a:xfrm>
            <a:custGeom>
              <a:avLst/>
              <a:gdLst>
                <a:gd name="connsiteX0" fmla="*/ 28971 w 34535"/>
                <a:gd name="connsiteY0" fmla="*/ 32363 h 38517"/>
                <a:gd name="connsiteX1" fmla="*/ 25336 w 34535"/>
                <a:gd name="connsiteY1" fmla="*/ 28348 h 38517"/>
                <a:gd name="connsiteX2" fmla="*/ 28192 w 34535"/>
                <a:gd name="connsiteY2" fmla="*/ 25616 h 38517"/>
                <a:gd name="connsiteX3" fmla="*/ 32347 w 34535"/>
                <a:gd name="connsiteY3" fmla="*/ 30483 h 38517"/>
                <a:gd name="connsiteX4" fmla="*/ 20835 w 34535"/>
                <a:gd name="connsiteY4" fmla="*/ 37914 h 38517"/>
                <a:gd name="connsiteX5" fmla="*/ 4910 w 34535"/>
                <a:gd name="connsiteY5" fmla="*/ 25445 h 38517"/>
                <a:gd name="connsiteX6" fmla="*/ 7938 w 34535"/>
                <a:gd name="connsiteY6" fmla="*/ 19210 h 38517"/>
                <a:gd name="connsiteX7" fmla="*/ 17719 w 34535"/>
                <a:gd name="connsiteY7" fmla="*/ 16136 h 38517"/>
                <a:gd name="connsiteX8" fmla="*/ 25076 w 34535"/>
                <a:gd name="connsiteY8" fmla="*/ 10499 h 38517"/>
                <a:gd name="connsiteX9" fmla="*/ 20489 w 34535"/>
                <a:gd name="connsiteY9" fmla="*/ 3667 h 38517"/>
                <a:gd name="connsiteX10" fmla="*/ 11834 w 34535"/>
                <a:gd name="connsiteY10" fmla="*/ 1788 h 38517"/>
                <a:gd name="connsiteX11" fmla="*/ 1447 w 34535"/>
                <a:gd name="connsiteY11" fmla="*/ 5375 h 38517"/>
                <a:gd name="connsiteX12" fmla="*/ 6207 w 34535"/>
                <a:gd name="connsiteY12" fmla="*/ 10243 h 38517"/>
                <a:gd name="connsiteX13" fmla="*/ 2832 w 34535"/>
                <a:gd name="connsiteY13" fmla="*/ 13403 h 38517"/>
                <a:gd name="connsiteX14" fmla="*/ -2189 w 34535"/>
                <a:gd name="connsiteY14" fmla="*/ 7681 h 38517"/>
                <a:gd name="connsiteX15" fmla="*/ 11747 w 34535"/>
                <a:gd name="connsiteY15" fmla="*/ -603 h 38517"/>
                <a:gd name="connsiteX16" fmla="*/ 30616 w 34535"/>
                <a:gd name="connsiteY16" fmla="*/ 13488 h 38517"/>
                <a:gd name="connsiteX17" fmla="*/ 18671 w 34535"/>
                <a:gd name="connsiteY17" fmla="*/ 23481 h 38517"/>
                <a:gd name="connsiteX18" fmla="*/ 15209 w 34535"/>
                <a:gd name="connsiteY18" fmla="*/ 24164 h 38517"/>
                <a:gd name="connsiteX19" fmla="*/ 10449 w 34535"/>
                <a:gd name="connsiteY19" fmla="*/ 28434 h 38517"/>
                <a:gd name="connsiteX20" fmla="*/ 13911 w 34535"/>
                <a:gd name="connsiteY20" fmla="*/ 33900 h 38517"/>
                <a:gd name="connsiteX21" fmla="*/ 20749 w 34535"/>
                <a:gd name="connsiteY21" fmla="*/ 35523 h 38517"/>
                <a:gd name="connsiteX22" fmla="*/ 28971 w 34535"/>
                <a:gd name="connsiteY22" fmla="*/ 32363 h 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535" h="38517">
                  <a:moveTo>
                    <a:pt x="28971" y="32363"/>
                  </a:moveTo>
                  <a:cubicBezTo>
                    <a:pt x="26721" y="31850"/>
                    <a:pt x="25336" y="30057"/>
                    <a:pt x="25336" y="28348"/>
                  </a:cubicBezTo>
                  <a:cubicBezTo>
                    <a:pt x="25336" y="26385"/>
                    <a:pt x="27067" y="25616"/>
                    <a:pt x="28192" y="25616"/>
                  </a:cubicBezTo>
                  <a:cubicBezTo>
                    <a:pt x="29058" y="25616"/>
                    <a:pt x="32347" y="26128"/>
                    <a:pt x="32347" y="30483"/>
                  </a:cubicBezTo>
                  <a:cubicBezTo>
                    <a:pt x="32347" y="36035"/>
                    <a:pt x="26115" y="37914"/>
                    <a:pt x="20835" y="37914"/>
                  </a:cubicBezTo>
                  <a:cubicBezTo>
                    <a:pt x="7333" y="37914"/>
                    <a:pt x="4910" y="28092"/>
                    <a:pt x="4910" y="25445"/>
                  </a:cubicBezTo>
                  <a:cubicBezTo>
                    <a:pt x="4910" y="22285"/>
                    <a:pt x="6727" y="20235"/>
                    <a:pt x="7938" y="19210"/>
                  </a:cubicBezTo>
                  <a:cubicBezTo>
                    <a:pt x="10189" y="17503"/>
                    <a:pt x="11747" y="17161"/>
                    <a:pt x="17719" y="16136"/>
                  </a:cubicBezTo>
                  <a:cubicBezTo>
                    <a:pt x="19537" y="15794"/>
                    <a:pt x="25076" y="14769"/>
                    <a:pt x="25076" y="10499"/>
                  </a:cubicBezTo>
                  <a:cubicBezTo>
                    <a:pt x="25076" y="9047"/>
                    <a:pt x="24124" y="5802"/>
                    <a:pt x="20489" y="3667"/>
                  </a:cubicBezTo>
                  <a:cubicBezTo>
                    <a:pt x="17113" y="1788"/>
                    <a:pt x="12872" y="1788"/>
                    <a:pt x="11834" y="1788"/>
                  </a:cubicBezTo>
                  <a:cubicBezTo>
                    <a:pt x="8371" y="1788"/>
                    <a:pt x="3438" y="2557"/>
                    <a:pt x="1447" y="5375"/>
                  </a:cubicBezTo>
                  <a:cubicBezTo>
                    <a:pt x="4303" y="5717"/>
                    <a:pt x="6207" y="7852"/>
                    <a:pt x="6207" y="10243"/>
                  </a:cubicBezTo>
                  <a:cubicBezTo>
                    <a:pt x="6207" y="12378"/>
                    <a:pt x="4650" y="13403"/>
                    <a:pt x="2832" y="13403"/>
                  </a:cubicBezTo>
                  <a:cubicBezTo>
                    <a:pt x="322" y="13403"/>
                    <a:pt x="-2189" y="11439"/>
                    <a:pt x="-2189" y="7681"/>
                  </a:cubicBezTo>
                  <a:cubicBezTo>
                    <a:pt x="-2189" y="2557"/>
                    <a:pt x="3351" y="-603"/>
                    <a:pt x="11747" y="-603"/>
                  </a:cubicBezTo>
                  <a:cubicBezTo>
                    <a:pt x="27673" y="-603"/>
                    <a:pt x="30616" y="10158"/>
                    <a:pt x="30616" y="13488"/>
                  </a:cubicBezTo>
                  <a:cubicBezTo>
                    <a:pt x="30616" y="21345"/>
                    <a:pt x="21874" y="22882"/>
                    <a:pt x="18671" y="23481"/>
                  </a:cubicBezTo>
                  <a:cubicBezTo>
                    <a:pt x="17892" y="23651"/>
                    <a:pt x="15728" y="23993"/>
                    <a:pt x="15209" y="24164"/>
                  </a:cubicBezTo>
                  <a:cubicBezTo>
                    <a:pt x="12006" y="24762"/>
                    <a:pt x="10449" y="26555"/>
                    <a:pt x="10449" y="28434"/>
                  </a:cubicBezTo>
                  <a:cubicBezTo>
                    <a:pt x="10449" y="30398"/>
                    <a:pt x="12006" y="32704"/>
                    <a:pt x="13911" y="33900"/>
                  </a:cubicBezTo>
                  <a:cubicBezTo>
                    <a:pt x="16248" y="35352"/>
                    <a:pt x="19277" y="35523"/>
                    <a:pt x="20749" y="35523"/>
                  </a:cubicBezTo>
                  <a:cubicBezTo>
                    <a:pt x="22566" y="35523"/>
                    <a:pt x="27067" y="35267"/>
                    <a:pt x="28971" y="32363"/>
                  </a:cubicBezTo>
                </a:path>
              </a:pathLst>
            </a:custGeom>
            <a:solidFill>
              <a:srgbClr val="000000"/>
            </a:solidFill>
            <a:ln w="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80" name="フリーフォーム: 図形 79">
              <a:extLst>
                <a:ext uri="{FF2B5EF4-FFF2-40B4-BE49-F238E27FC236}">
                  <a16:creationId xmlns:a16="http://schemas.microsoft.com/office/drawing/2014/main" id="{8E8C28C4-E860-A424-2FDB-63F38BDA1BE9}"/>
                </a:ext>
              </a:extLst>
            </p:cNvPr>
            <p:cNvSpPr/>
            <p:nvPr/>
          </p:nvSpPr>
          <p:spPr>
            <a:xfrm flipV="1">
              <a:off x="6056440" y="3407240"/>
              <a:ext cx="75566" cy="4881"/>
            </a:xfrm>
            <a:custGeom>
              <a:avLst/>
              <a:gdLst>
                <a:gd name="connsiteX0" fmla="*/ 66706 w 75566"/>
                <a:gd name="connsiteY0" fmla="*/ -1296 h 4881"/>
                <a:gd name="connsiteX1" fmla="*/ 71036 w 75566"/>
                <a:gd name="connsiteY1" fmla="*/ 1145 h 4881"/>
                <a:gd name="connsiteX2" fmla="*/ 66706 w 75566"/>
                <a:gd name="connsiteY2" fmla="*/ 3586 h 4881"/>
                <a:gd name="connsiteX3" fmla="*/ -202 w 75566"/>
                <a:gd name="connsiteY3" fmla="*/ 3586 h 4881"/>
                <a:gd name="connsiteX4" fmla="*/ -4531 w 75566"/>
                <a:gd name="connsiteY4" fmla="*/ 1145 h 4881"/>
                <a:gd name="connsiteX5" fmla="*/ -202 w 75566"/>
                <a:gd name="connsiteY5" fmla="*/ -1296 h 4881"/>
                <a:gd name="connsiteX6" fmla="*/ 66706 w 75566"/>
                <a:gd name="connsiteY6" fmla="*/ -1296 h 4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566" h="4881">
                  <a:moveTo>
                    <a:pt x="66706" y="-1296"/>
                  </a:moveTo>
                  <a:cubicBezTo>
                    <a:pt x="68809" y="-1296"/>
                    <a:pt x="71036" y="-1296"/>
                    <a:pt x="71036" y="1145"/>
                  </a:cubicBezTo>
                  <a:cubicBezTo>
                    <a:pt x="71036" y="3586"/>
                    <a:pt x="68809" y="3586"/>
                    <a:pt x="66706" y="3586"/>
                  </a:cubicBezTo>
                  <a:lnTo>
                    <a:pt x="-202" y="3586"/>
                  </a:lnTo>
                  <a:cubicBezTo>
                    <a:pt x="-2305" y="3586"/>
                    <a:pt x="-4531" y="3586"/>
                    <a:pt x="-4531" y="1145"/>
                  </a:cubicBezTo>
                  <a:cubicBezTo>
                    <a:pt x="-4531" y="-1296"/>
                    <a:pt x="-2305" y="-1296"/>
                    <a:pt x="-202" y="-1296"/>
                  </a:cubicBezTo>
                  <a:lnTo>
                    <a:pt x="66706" y="-1296"/>
                  </a:lnTo>
                </a:path>
              </a:pathLst>
            </a:custGeom>
            <a:solidFill>
              <a:srgbClr val="000000"/>
            </a:solidFill>
            <a:ln w="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81" name="フリーフォーム: 図形 80">
              <a:extLst>
                <a:ext uri="{FF2B5EF4-FFF2-40B4-BE49-F238E27FC236}">
                  <a16:creationId xmlns:a16="http://schemas.microsoft.com/office/drawing/2014/main" id="{7C41B3B3-C2FE-9097-924E-348FEFD970CC}"/>
                </a:ext>
              </a:extLst>
            </p:cNvPr>
            <p:cNvSpPr/>
            <p:nvPr/>
          </p:nvSpPr>
          <p:spPr>
            <a:xfrm flipV="1">
              <a:off x="6175982" y="3386251"/>
              <a:ext cx="70371" cy="80541"/>
            </a:xfrm>
            <a:custGeom>
              <a:avLst/>
              <a:gdLst>
                <a:gd name="connsiteX0" fmla="*/ 7700 w 70371"/>
                <a:gd name="connsiteY0" fmla="*/ 4946 h 80541"/>
                <a:gd name="connsiteX1" fmla="*/ 7081 w 70371"/>
                <a:gd name="connsiteY1" fmla="*/ 2506 h 80541"/>
                <a:gd name="connsiteX2" fmla="*/ 10668 w 70371"/>
                <a:gd name="connsiteY2" fmla="*/ -912 h 80541"/>
                <a:gd name="connsiteX3" fmla="*/ 15244 w 70371"/>
                <a:gd name="connsiteY3" fmla="*/ 2261 h 80541"/>
                <a:gd name="connsiteX4" fmla="*/ 19573 w 70371"/>
                <a:gd name="connsiteY4" fmla="*/ 24593 h 80541"/>
                <a:gd name="connsiteX5" fmla="*/ 23654 w 70371"/>
                <a:gd name="connsiteY5" fmla="*/ 24349 h 80541"/>
                <a:gd name="connsiteX6" fmla="*/ 63230 w 70371"/>
                <a:gd name="connsiteY6" fmla="*/ 62789 h 80541"/>
                <a:gd name="connsiteX7" fmla="*/ 49131 w 70371"/>
                <a:gd name="connsiteY7" fmla="*/ 79629 h 80541"/>
                <a:gd name="connsiteX8" fmla="*/ 16357 w 70371"/>
                <a:gd name="connsiteY8" fmla="*/ 32159 h 80541"/>
                <a:gd name="connsiteX9" fmla="*/ -3926 w 70371"/>
                <a:gd name="connsiteY9" fmla="*/ 50220 h 80541"/>
                <a:gd name="connsiteX10" fmla="*/ 6339 w 70371"/>
                <a:gd name="connsiteY10" fmla="*/ 75480 h 80541"/>
                <a:gd name="connsiteX11" fmla="*/ 7329 w 70371"/>
                <a:gd name="connsiteY11" fmla="*/ 77067 h 80541"/>
                <a:gd name="connsiteX12" fmla="*/ 5845 w 70371"/>
                <a:gd name="connsiteY12" fmla="*/ 78287 h 80541"/>
                <a:gd name="connsiteX13" fmla="*/ -7141 w 70371"/>
                <a:gd name="connsiteY13" fmla="*/ 48877 h 80541"/>
                <a:gd name="connsiteX14" fmla="*/ 14254 w 70371"/>
                <a:gd name="connsiteY14" fmla="*/ 25447 h 80541"/>
                <a:gd name="connsiteX15" fmla="*/ 7700 w 70371"/>
                <a:gd name="connsiteY15" fmla="*/ 4946 h 80541"/>
                <a:gd name="connsiteX16" fmla="*/ 24767 w 70371"/>
                <a:gd name="connsiteY16" fmla="*/ 31427 h 80541"/>
                <a:gd name="connsiteX17" fmla="*/ 22541 w 70371"/>
                <a:gd name="connsiteY17" fmla="*/ 31549 h 80541"/>
                <a:gd name="connsiteX18" fmla="*/ 20933 w 70371"/>
                <a:gd name="connsiteY18" fmla="*/ 32037 h 80541"/>
                <a:gd name="connsiteX19" fmla="*/ 23407 w 70371"/>
                <a:gd name="connsiteY19" fmla="*/ 45216 h 80541"/>
                <a:gd name="connsiteX20" fmla="*/ 47895 w 70371"/>
                <a:gd name="connsiteY20" fmla="*/ 72551 h 80541"/>
                <a:gd name="connsiteX21" fmla="*/ 59768 w 70371"/>
                <a:gd name="connsiteY21" fmla="*/ 60104 h 80541"/>
                <a:gd name="connsiteX22" fmla="*/ 24767 w 70371"/>
                <a:gd name="connsiteY22" fmla="*/ 31427 h 80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371" h="80541">
                  <a:moveTo>
                    <a:pt x="7700" y="4946"/>
                  </a:moveTo>
                  <a:cubicBezTo>
                    <a:pt x="7205" y="3360"/>
                    <a:pt x="7081" y="3115"/>
                    <a:pt x="7081" y="2506"/>
                  </a:cubicBezTo>
                  <a:cubicBezTo>
                    <a:pt x="7081" y="-180"/>
                    <a:pt x="9431" y="-912"/>
                    <a:pt x="10668" y="-912"/>
                  </a:cubicBezTo>
                  <a:cubicBezTo>
                    <a:pt x="11286" y="-912"/>
                    <a:pt x="14008" y="-546"/>
                    <a:pt x="15244" y="2261"/>
                  </a:cubicBezTo>
                  <a:cubicBezTo>
                    <a:pt x="15615" y="3237"/>
                    <a:pt x="16234" y="7264"/>
                    <a:pt x="19573" y="24593"/>
                  </a:cubicBezTo>
                  <a:cubicBezTo>
                    <a:pt x="20686" y="24471"/>
                    <a:pt x="21551" y="24349"/>
                    <a:pt x="23654" y="24349"/>
                  </a:cubicBezTo>
                  <a:cubicBezTo>
                    <a:pt x="44184" y="24349"/>
                    <a:pt x="63230" y="43508"/>
                    <a:pt x="63230" y="62789"/>
                  </a:cubicBezTo>
                  <a:cubicBezTo>
                    <a:pt x="63230" y="72308"/>
                    <a:pt x="58406" y="79629"/>
                    <a:pt x="49131" y="79629"/>
                  </a:cubicBezTo>
                  <a:cubicBezTo>
                    <a:pt x="31198" y="79629"/>
                    <a:pt x="23778" y="55955"/>
                    <a:pt x="16357" y="32159"/>
                  </a:cubicBezTo>
                  <a:cubicBezTo>
                    <a:pt x="3000" y="34599"/>
                    <a:pt x="-3926" y="41434"/>
                    <a:pt x="-3926" y="50220"/>
                  </a:cubicBezTo>
                  <a:cubicBezTo>
                    <a:pt x="-3926" y="53637"/>
                    <a:pt x="-1081" y="67060"/>
                    <a:pt x="6339" y="75480"/>
                  </a:cubicBezTo>
                  <a:cubicBezTo>
                    <a:pt x="7329" y="76579"/>
                    <a:pt x="7329" y="76822"/>
                    <a:pt x="7329" y="77067"/>
                  </a:cubicBezTo>
                  <a:cubicBezTo>
                    <a:pt x="7329" y="77555"/>
                    <a:pt x="7081" y="78287"/>
                    <a:pt x="5845" y="78287"/>
                  </a:cubicBezTo>
                  <a:cubicBezTo>
                    <a:pt x="2382" y="78287"/>
                    <a:pt x="-7141" y="60593"/>
                    <a:pt x="-7141" y="48877"/>
                  </a:cubicBezTo>
                  <a:cubicBezTo>
                    <a:pt x="-7141" y="37406"/>
                    <a:pt x="1021" y="28498"/>
                    <a:pt x="14254" y="25447"/>
                  </a:cubicBezTo>
                  <a:lnTo>
                    <a:pt x="7700" y="4946"/>
                  </a:lnTo>
                  <a:close/>
                  <a:moveTo>
                    <a:pt x="24767" y="31427"/>
                  </a:moveTo>
                  <a:cubicBezTo>
                    <a:pt x="23778" y="31427"/>
                    <a:pt x="23530" y="31427"/>
                    <a:pt x="22541" y="31549"/>
                  </a:cubicBezTo>
                  <a:cubicBezTo>
                    <a:pt x="21057" y="31549"/>
                    <a:pt x="20933" y="31671"/>
                    <a:pt x="20933" y="32037"/>
                  </a:cubicBezTo>
                  <a:cubicBezTo>
                    <a:pt x="20933" y="32281"/>
                    <a:pt x="23036" y="43386"/>
                    <a:pt x="23407" y="45216"/>
                  </a:cubicBezTo>
                  <a:cubicBezTo>
                    <a:pt x="27241" y="60836"/>
                    <a:pt x="36887" y="72551"/>
                    <a:pt x="47895" y="72551"/>
                  </a:cubicBezTo>
                  <a:cubicBezTo>
                    <a:pt x="56428" y="72551"/>
                    <a:pt x="59768" y="65962"/>
                    <a:pt x="59768" y="60104"/>
                  </a:cubicBezTo>
                  <a:cubicBezTo>
                    <a:pt x="59768" y="46315"/>
                    <a:pt x="43813" y="31427"/>
                    <a:pt x="24767" y="31427"/>
                  </a:cubicBezTo>
                </a:path>
              </a:pathLst>
            </a:custGeom>
            <a:solidFill>
              <a:srgbClr val="000000"/>
            </a:solidFill>
            <a:ln w="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  <p:sp>
          <p:nvSpPr>
            <p:cNvPr id="82" name="フリーフォーム: 図形 81">
              <a:extLst>
                <a:ext uri="{FF2B5EF4-FFF2-40B4-BE49-F238E27FC236}">
                  <a16:creationId xmlns:a16="http://schemas.microsoft.com/office/drawing/2014/main" id="{53894EF0-A4EB-FEEC-2A0C-D7EC50959EE7}"/>
                </a:ext>
              </a:extLst>
            </p:cNvPr>
            <p:cNvSpPr/>
            <p:nvPr/>
          </p:nvSpPr>
          <p:spPr>
            <a:xfrm flipV="1">
              <a:off x="6254763" y="3420808"/>
              <a:ext cx="40246" cy="38517"/>
            </a:xfrm>
            <a:custGeom>
              <a:avLst/>
              <a:gdLst>
                <a:gd name="connsiteX0" fmla="*/ 7708 w 40246"/>
                <a:gd name="connsiteY0" fmla="*/ 17503 h 38517"/>
                <a:gd name="connsiteX1" fmla="*/ 9959 w 40246"/>
                <a:gd name="connsiteY1" fmla="*/ 26128 h 38517"/>
                <a:gd name="connsiteX2" fmla="*/ 15412 w 40246"/>
                <a:gd name="connsiteY2" fmla="*/ 33131 h 38517"/>
                <a:gd name="connsiteX3" fmla="*/ 22423 w 40246"/>
                <a:gd name="connsiteY3" fmla="*/ 35523 h 38517"/>
                <a:gd name="connsiteX4" fmla="*/ 27183 w 40246"/>
                <a:gd name="connsiteY4" fmla="*/ 34327 h 38517"/>
                <a:gd name="connsiteX5" fmla="*/ 23375 w 40246"/>
                <a:gd name="connsiteY5" fmla="*/ 29629 h 38517"/>
                <a:gd name="connsiteX6" fmla="*/ 26837 w 40246"/>
                <a:gd name="connsiteY6" fmla="*/ 26470 h 38517"/>
                <a:gd name="connsiteX7" fmla="*/ 31684 w 40246"/>
                <a:gd name="connsiteY7" fmla="*/ 31679 h 38517"/>
                <a:gd name="connsiteX8" fmla="*/ 22509 w 40246"/>
                <a:gd name="connsiteY8" fmla="*/ 37914 h 38517"/>
                <a:gd name="connsiteX9" fmla="*/ 10305 w 40246"/>
                <a:gd name="connsiteY9" fmla="*/ 31850 h 38517"/>
                <a:gd name="connsiteX10" fmla="*/ 1390 w 40246"/>
                <a:gd name="connsiteY10" fmla="*/ 37914 h 38517"/>
                <a:gd name="connsiteX11" fmla="*/ -5361 w 40246"/>
                <a:gd name="connsiteY11" fmla="*/ 33558 h 38517"/>
                <a:gd name="connsiteX12" fmla="*/ -8563 w 40246"/>
                <a:gd name="connsiteY12" fmla="*/ 24847 h 38517"/>
                <a:gd name="connsiteX13" fmla="*/ -7092 w 40246"/>
                <a:gd name="connsiteY13" fmla="*/ 23737 h 38517"/>
                <a:gd name="connsiteX14" fmla="*/ -5188 w 40246"/>
                <a:gd name="connsiteY14" fmla="*/ 26299 h 38517"/>
                <a:gd name="connsiteX15" fmla="*/ 1130 w 40246"/>
                <a:gd name="connsiteY15" fmla="*/ 35523 h 38517"/>
                <a:gd name="connsiteX16" fmla="*/ 3987 w 40246"/>
                <a:gd name="connsiteY16" fmla="*/ 31338 h 38517"/>
                <a:gd name="connsiteX17" fmla="*/ 2602 w 40246"/>
                <a:gd name="connsiteY17" fmla="*/ 24249 h 38517"/>
                <a:gd name="connsiteX18" fmla="*/ 698 w 40246"/>
                <a:gd name="connsiteY18" fmla="*/ 16563 h 38517"/>
                <a:gd name="connsiteX19" fmla="*/ -2072 w 40246"/>
                <a:gd name="connsiteY19" fmla="*/ 5631 h 38517"/>
                <a:gd name="connsiteX20" fmla="*/ -2937 w 40246"/>
                <a:gd name="connsiteY20" fmla="*/ 2130 h 38517"/>
                <a:gd name="connsiteX21" fmla="*/ 5 w 40246"/>
                <a:gd name="connsiteY21" fmla="*/ -603 h 38517"/>
                <a:gd name="connsiteX22" fmla="*/ 3727 w 40246"/>
                <a:gd name="connsiteY22" fmla="*/ 1873 h 38517"/>
                <a:gd name="connsiteX23" fmla="*/ 5372 w 40246"/>
                <a:gd name="connsiteY23" fmla="*/ 8279 h 38517"/>
                <a:gd name="connsiteX24" fmla="*/ 7708 w 40246"/>
                <a:gd name="connsiteY24" fmla="*/ 17503 h 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0246" h="38517">
                  <a:moveTo>
                    <a:pt x="7708" y="17503"/>
                  </a:moveTo>
                  <a:cubicBezTo>
                    <a:pt x="7795" y="18015"/>
                    <a:pt x="9786" y="25701"/>
                    <a:pt x="9959" y="26128"/>
                  </a:cubicBezTo>
                  <a:cubicBezTo>
                    <a:pt x="10132" y="26811"/>
                    <a:pt x="12642" y="31082"/>
                    <a:pt x="15412" y="33131"/>
                  </a:cubicBezTo>
                  <a:cubicBezTo>
                    <a:pt x="16364" y="33814"/>
                    <a:pt x="18701" y="35523"/>
                    <a:pt x="22423" y="35523"/>
                  </a:cubicBezTo>
                  <a:cubicBezTo>
                    <a:pt x="23288" y="35523"/>
                    <a:pt x="25452" y="35437"/>
                    <a:pt x="27183" y="34327"/>
                  </a:cubicBezTo>
                  <a:cubicBezTo>
                    <a:pt x="24414" y="33558"/>
                    <a:pt x="23375" y="31167"/>
                    <a:pt x="23375" y="29629"/>
                  </a:cubicBezTo>
                  <a:cubicBezTo>
                    <a:pt x="23375" y="27751"/>
                    <a:pt x="24846" y="26470"/>
                    <a:pt x="26837" y="26470"/>
                  </a:cubicBezTo>
                  <a:cubicBezTo>
                    <a:pt x="28828" y="26470"/>
                    <a:pt x="31684" y="28092"/>
                    <a:pt x="31684" y="31679"/>
                  </a:cubicBezTo>
                  <a:cubicBezTo>
                    <a:pt x="31684" y="36120"/>
                    <a:pt x="26923" y="37914"/>
                    <a:pt x="22509" y="37914"/>
                  </a:cubicBezTo>
                  <a:cubicBezTo>
                    <a:pt x="18009" y="37914"/>
                    <a:pt x="14114" y="36120"/>
                    <a:pt x="10305" y="31850"/>
                  </a:cubicBezTo>
                  <a:cubicBezTo>
                    <a:pt x="8747" y="37060"/>
                    <a:pt x="3467" y="37914"/>
                    <a:pt x="1390" y="37914"/>
                  </a:cubicBezTo>
                  <a:cubicBezTo>
                    <a:pt x="-1812" y="37914"/>
                    <a:pt x="-3976" y="35950"/>
                    <a:pt x="-5361" y="33558"/>
                  </a:cubicBezTo>
                  <a:cubicBezTo>
                    <a:pt x="-7351" y="30227"/>
                    <a:pt x="-8563" y="25274"/>
                    <a:pt x="-8563" y="24847"/>
                  </a:cubicBezTo>
                  <a:cubicBezTo>
                    <a:pt x="-8563" y="23737"/>
                    <a:pt x="-7351" y="23737"/>
                    <a:pt x="-7092" y="23737"/>
                  </a:cubicBezTo>
                  <a:cubicBezTo>
                    <a:pt x="-5880" y="23737"/>
                    <a:pt x="-5794" y="23993"/>
                    <a:pt x="-5188" y="26299"/>
                  </a:cubicBezTo>
                  <a:cubicBezTo>
                    <a:pt x="-3890" y="31508"/>
                    <a:pt x="-2245" y="35523"/>
                    <a:pt x="1130" y="35523"/>
                  </a:cubicBezTo>
                  <a:cubicBezTo>
                    <a:pt x="3381" y="35523"/>
                    <a:pt x="3987" y="33644"/>
                    <a:pt x="3987" y="31338"/>
                  </a:cubicBezTo>
                  <a:cubicBezTo>
                    <a:pt x="3987" y="29715"/>
                    <a:pt x="3208" y="26555"/>
                    <a:pt x="2602" y="24249"/>
                  </a:cubicBezTo>
                  <a:cubicBezTo>
                    <a:pt x="1996" y="21944"/>
                    <a:pt x="1130" y="18442"/>
                    <a:pt x="698" y="16563"/>
                  </a:cubicBezTo>
                  <a:lnTo>
                    <a:pt x="-2072" y="5631"/>
                  </a:lnTo>
                  <a:cubicBezTo>
                    <a:pt x="-2418" y="4521"/>
                    <a:pt x="-2937" y="2386"/>
                    <a:pt x="-2937" y="2130"/>
                  </a:cubicBezTo>
                  <a:cubicBezTo>
                    <a:pt x="-2937" y="251"/>
                    <a:pt x="-1380" y="-603"/>
                    <a:pt x="5" y="-603"/>
                  </a:cubicBezTo>
                  <a:cubicBezTo>
                    <a:pt x="1304" y="-603"/>
                    <a:pt x="3035" y="165"/>
                    <a:pt x="3727" y="1873"/>
                  </a:cubicBezTo>
                  <a:cubicBezTo>
                    <a:pt x="3901" y="2386"/>
                    <a:pt x="4853" y="6143"/>
                    <a:pt x="5372" y="8279"/>
                  </a:cubicBezTo>
                  <a:lnTo>
                    <a:pt x="7708" y="17503"/>
                  </a:lnTo>
                </a:path>
              </a:pathLst>
            </a:custGeom>
            <a:solidFill>
              <a:srgbClr val="000000"/>
            </a:solidFill>
            <a:ln w="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36F9C657-C49F-A520-5E99-FD8F78F3E9AE}"/>
              </a:ext>
            </a:extLst>
          </p:cNvPr>
          <p:cNvSpPr txBox="1"/>
          <p:nvPr/>
        </p:nvSpPr>
        <p:spPr>
          <a:xfrm>
            <a:off x="493696" y="2223061"/>
            <a:ext cx="5255191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950" dirty="0"/>
              <a:t>第</a:t>
            </a:r>
            <a:r>
              <a:rPr kumimoji="1" lang="en-US" altLang="ja-JP" sz="1950" dirty="0"/>
              <a:t>2</a:t>
            </a:r>
            <a:r>
              <a:rPr kumimoji="1" lang="ja-JP" altLang="en-US" sz="1950" dirty="0"/>
              <a:t>則</a:t>
            </a:r>
            <a:r>
              <a:rPr kumimoji="1" lang="ja-JP" altLang="en-US" sz="1950" dirty="0">
                <a:sym typeface="Wingdings" pitchFamily="2" charset="2"/>
              </a:rPr>
              <a:t>（起電力）</a:t>
            </a:r>
            <a:r>
              <a:rPr kumimoji="1" lang="en-US" altLang="ja-JP" sz="1950" dirty="0">
                <a:sym typeface="Wingdings" pitchFamily="2" charset="2"/>
              </a:rPr>
              <a:t>=</a:t>
            </a:r>
            <a:r>
              <a:rPr kumimoji="1" lang="ja-JP" altLang="en-US" sz="1950" dirty="0">
                <a:sym typeface="Wingdings" pitchFamily="2" charset="2"/>
              </a:rPr>
              <a:t>（電位降下和）</a:t>
            </a:r>
            <a:r>
              <a:rPr kumimoji="1" lang="ja-JP" altLang="en-US" sz="1950" dirty="0"/>
              <a:t>，</a:t>
            </a:r>
          </a:p>
          <a:p>
            <a:r>
              <a:rPr kumimoji="1" lang="ja-JP" altLang="en-US" sz="1950" dirty="0"/>
              <a:t>一度，電位が</a:t>
            </a:r>
            <a:r>
              <a:rPr kumimoji="1" lang="en-US" altLang="ja-JP" sz="1950" dirty="0"/>
              <a:t>0</a:t>
            </a:r>
            <a:r>
              <a:rPr kumimoji="1" lang="ja-JP" altLang="en-US" sz="1950" dirty="0"/>
              <a:t>にならないと</a:t>
            </a:r>
            <a:endParaRPr kumimoji="1" lang="en-US" altLang="ja-JP" sz="1950" dirty="0"/>
          </a:p>
          <a:p>
            <a:r>
              <a:rPr kumimoji="1" lang="ja-JP" altLang="en-US" sz="1950" dirty="0"/>
              <a:t>ポンプで</a:t>
            </a:r>
            <a:r>
              <a:rPr kumimoji="1" lang="ja-JP" altLang="en-US" sz="1950" dirty="0">
                <a:solidFill>
                  <a:schemeClr val="accent6"/>
                </a:solidFill>
              </a:rPr>
              <a:t>水を汲み上げることができない</a:t>
            </a:r>
            <a:r>
              <a:rPr kumimoji="1" lang="ja-JP" altLang="en-US" sz="1950" dirty="0"/>
              <a:t>．</a:t>
            </a:r>
          </a:p>
        </p:txBody>
      </p:sp>
      <p:cxnSp>
        <p:nvCxnSpPr>
          <p:cNvPr id="112" name="直線矢印コネクタ 111">
            <a:extLst>
              <a:ext uri="{FF2B5EF4-FFF2-40B4-BE49-F238E27FC236}">
                <a16:creationId xmlns:a16="http://schemas.microsoft.com/office/drawing/2014/main" id="{99BB0D3D-8A82-6763-9770-B0006B46E794}"/>
              </a:ext>
            </a:extLst>
          </p:cNvPr>
          <p:cNvCxnSpPr>
            <a:cxnSpLocks/>
          </p:cNvCxnSpPr>
          <p:nvPr/>
        </p:nvCxnSpPr>
        <p:spPr>
          <a:xfrm>
            <a:off x="8037578" y="2939075"/>
            <a:ext cx="264816" cy="2642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フリーフォーム: 図形 112">
            <a:extLst>
              <a:ext uri="{FF2B5EF4-FFF2-40B4-BE49-F238E27FC236}">
                <a16:creationId xmlns:a16="http://schemas.microsoft.com/office/drawing/2014/main" id="{3C6889DC-6DC4-9266-E128-0A3633CC2CD3}"/>
              </a:ext>
            </a:extLst>
          </p:cNvPr>
          <p:cNvSpPr/>
          <p:nvPr/>
        </p:nvSpPr>
        <p:spPr>
          <a:xfrm flipV="1">
            <a:off x="8208868" y="2855429"/>
            <a:ext cx="101653" cy="144331"/>
          </a:xfrm>
          <a:custGeom>
            <a:avLst/>
            <a:gdLst>
              <a:gd name="connsiteX0" fmla="*/ 109459 w 149928"/>
              <a:gd name="connsiteY0" fmla="*/ 187498 h 212874"/>
              <a:gd name="connsiteX1" fmla="*/ 138927 w 149928"/>
              <a:gd name="connsiteY1" fmla="*/ 201836 h 212874"/>
              <a:gd name="connsiteX2" fmla="*/ 149289 w 149928"/>
              <a:gd name="connsiteY2" fmla="*/ 207758 h 212874"/>
              <a:gd name="connsiteX3" fmla="*/ 144432 w 149928"/>
              <a:gd name="connsiteY3" fmla="*/ 211497 h 212874"/>
              <a:gd name="connsiteX4" fmla="*/ 101687 w 149928"/>
              <a:gd name="connsiteY4" fmla="*/ 210563 h 212874"/>
              <a:gd name="connsiteX5" fmla="*/ 58619 w 149928"/>
              <a:gd name="connsiteY5" fmla="*/ 211497 h 212874"/>
              <a:gd name="connsiteX6" fmla="*/ 52144 w 149928"/>
              <a:gd name="connsiteY6" fmla="*/ 205265 h 212874"/>
              <a:gd name="connsiteX7" fmla="*/ 61211 w 149928"/>
              <a:gd name="connsiteY7" fmla="*/ 201836 h 212874"/>
              <a:gd name="connsiteX8" fmla="*/ 83554 w 149928"/>
              <a:gd name="connsiteY8" fmla="*/ 195914 h 212874"/>
              <a:gd name="connsiteX9" fmla="*/ 82906 w 149928"/>
              <a:gd name="connsiteY9" fmla="*/ 190926 h 212874"/>
              <a:gd name="connsiteX10" fmla="*/ 39191 w 149928"/>
              <a:gd name="connsiteY10" fmla="*/ 22934 h 212874"/>
              <a:gd name="connsiteX11" fmla="*/ 9722 w 149928"/>
              <a:gd name="connsiteY11" fmla="*/ 8284 h 212874"/>
              <a:gd name="connsiteX12" fmla="*/ -639 w 149928"/>
              <a:gd name="connsiteY12" fmla="*/ 2050 h 212874"/>
              <a:gd name="connsiteX13" fmla="*/ 4217 w 149928"/>
              <a:gd name="connsiteY13" fmla="*/ -1378 h 212874"/>
              <a:gd name="connsiteX14" fmla="*/ 46639 w 149928"/>
              <a:gd name="connsiteY14" fmla="*/ -442 h 212874"/>
              <a:gd name="connsiteX15" fmla="*/ 90031 w 149928"/>
              <a:gd name="connsiteY15" fmla="*/ -1378 h 212874"/>
              <a:gd name="connsiteX16" fmla="*/ 96508 w 149928"/>
              <a:gd name="connsiteY16" fmla="*/ 4545 h 212874"/>
              <a:gd name="connsiteX17" fmla="*/ 86793 w 149928"/>
              <a:gd name="connsiteY17" fmla="*/ 8284 h 212874"/>
              <a:gd name="connsiteX18" fmla="*/ 72867 w 149928"/>
              <a:gd name="connsiteY18" fmla="*/ 8908 h 212874"/>
              <a:gd name="connsiteX19" fmla="*/ 64773 w 149928"/>
              <a:gd name="connsiteY19" fmla="*/ 14207 h 212874"/>
              <a:gd name="connsiteX20" fmla="*/ 66067 w 149928"/>
              <a:gd name="connsiteY20" fmla="*/ 21374 h 212874"/>
              <a:gd name="connsiteX21" fmla="*/ 109459 w 149928"/>
              <a:gd name="connsiteY21" fmla="*/ 187498 h 212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49928" h="212874">
                <a:moveTo>
                  <a:pt x="109459" y="187498"/>
                </a:moveTo>
                <a:cubicBezTo>
                  <a:pt x="112374" y="198718"/>
                  <a:pt x="113346" y="201836"/>
                  <a:pt x="138927" y="201836"/>
                </a:cubicBezTo>
                <a:cubicBezTo>
                  <a:pt x="146700" y="201836"/>
                  <a:pt x="149289" y="201836"/>
                  <a:pt x="149289" y="207758"/>
                </a:cubicBezTo>
                <a:cubicBezTo>
                  <a:pt x="149289" y="211497"/>
                  <a:pt x="145727" y="211497"/>
                  <a:pt x="144432" y="211497"/>
                </a:cubicBezTo>
                <a:cubicBezTo>
                  <a:pt x="135041" y="211497"/>
                  <a:pt x="111079" y="210563"/>
                  <a:pt x="101687" y="210563"/>
                </a:cubicBezTo>
                <a:cubicBezTo>
                  <a:pt x="91972" y="210563"/>
                  <a:pt x="68334" y="211497"/>
                  <a:pt x="58619" y="211497"/>
                </a:cubicBezTo>
                <a:cubicBezTo>
                  <a:pt x="56352" y="211497"/>
                  <a:pt x="52144" y="211497"/>
                  <a:pt x="52144" y="205265"/>
                </a:cubicBezTo>
                <a:cubicBezTo>
                  <a:pt x="52144" y="201836"/>
                  <a:pt x="55057" y="201836"/>
                  <a:pt x="61211" y="201836"/>
                </a:cubicBezTo>
                <a:cubicBezTo>
                  <a:pt x="74811" y="201836"/>
                  <a:pt x="83554" y="201836"/>
                  <a:pt x="83554" y="195914"/>
                </a:cubicBezTo>
                <a:cubicBezTo>
                  <a:pt x="83554" y="194355"/>
                  <a:pt x="83554" y="193733"/>
                  <a:pt x="82906" y="190926"/>
                </a:cubicBezTo>
                <a:lnTo>
                  <a:pt x="39191" y="22934"/>
                </a:lnTo>
                <a:cubicBezTo>
                  <a:pt x="36276" y="11401"/>
                  <a:pt x="35304" y="8284"/>
                  <a:pt x="9722" y="8284"/>
                </a:cubicBezTo>
                <a:cubicBezTo>
                  <a:pt x="2276" y="8284"/>
                  <a:pt x="-639" y="8284"/>
                  <a:pt x="-639" y="2050"/>
                </a:cubicBezTo>
                <a:cubicBezTo>
                  <a:pt x="-639" y="-1378"/>
                  <a:pt x="3246" y="-1378"/>
                  <a:pt x="4217" y="-1378"/>
                </a:cubicBezTo>
                <a:cubicBezTo>
                  <a:pt x="13609" y="-1378"/>
                  <a:pt x="37247" y="-442"/>
                  <a:pt x="46639" y="-442"/>
                </a:cubicBezTo>
                <a:cubicBezTo>
                  <a:pt x="56352" y="-442"/>
                  <a:pt x="80316" y="-1378"/>
                  <a:pt x="90031" y="-1378"/>
                </a:cubicBezTo>
                <a:cubicBezTo>
                  <a:pt x="92621" y="-1378"/>
                  <a:pt x="96508" y="-1378"/>
                  <a:pt x="96508" y="4545"/>
                </a:cubicBezTo>
                <a:cubicBezTo>
                  <a:pt x="96508" y="8284"/>
                  <a:pt x="93916" y="8284"/>
                  <a:pt x="86793" y="8284"/>
                </a:cubicBezTo>
                <a:cubicBezTo>
                  <a:pt x="80964" y="8284"/>
                  <a:pt x="79344" y="8284"/>
                  <a:pt x="72867" y="8908"/>
                </a:cubicBezTo>
                <a:cubicBezTo>
                  <a:pt x="66067" y="9531"/>
                  <a:pt x="64773" y="10777"/>
                  <a:pt x="64773" y="14207"/>
                </a:cubicBezTo>
                <a:cubicBezTo>
                  <a:pt x="64773" y="16700"/>
                  <a:pt x="65421" y="19193"/>
                  <a:pt x="66067" y="21374"/>
                </a:cubicBezTo>
                <a:lnTo>
                  <a:pt x="109459" y="187498"/>
                </a:lnTo>
              </a:path>
            </a:pathLst>
          </a:custGeom>
          <a:solidFill>
            <a:srgbClr val="000000"/>
          </a:solidFill>
          <a:ln w="113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sz="975"/>
          </a:p>
        </p:txBody>
      </p: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C32A830C-41A0-D384-7608-693198C46622}"/>
              </a:ext>
            </a:extLst>
          </p:cNvPr>
          <p:cNvCxnSpPr>
            <a:cxnSpLocks/>
          </p:cNvCxnSpPr>
          <p:nvPr/>
        </p:nvCxnSpPr>
        <p:spPr>
          <a:xfrm>
            <a:off x="2163835" y="4790484"/>
            <a:ext cx="0" cy="7459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D7A1F3A8-C5E4-3490-054F-3F9A02EB898A}"/>
              </a:ext>
            </a:extLst>
          </p:cNvPr>
          <p:cNvCxnSpPr>
            <a:cxnSpLocks/>
          </p:cNvCxnSpPr>
          <p:nvPr/>
        </p:nvCxnSpPr>
        <p:spPr>
          <a:xfrm>
            <a:off x="2422898" y="5016729"/>
            <a:ext cx="0" cy="3082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33AF2FB6-389F-EC2B-9082-C59DC154405C}"/>
              </a:ext>
            </a:extLst>
          </p:cNvPr>
          <p:cNvCxnSpPr>
            <a:cxnSpLocks/>
          </p:cNvCxnSpPr>
          <p:nvPr/>
        </p:nvCxnSpPr>
        <p:spPr>
          <a:xfrm flipH="1">
            <a:off x="1443733" y="5171435"/>
            <a:ext cx="72010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コネクタ 121">
            <a:extLst>
              <a:ext uri="{FF2B5EF4-FFF2-40B4-BE49-F238E27FC236}">
                <a16:creationId xmlns:a16="http://schemas.microsoft.com/office/drawing/2014/main" id="{719F14EA-1031-F62F-F027-C3E86929B3FC}"/>
              </a:ext>
            </a:extLst>
          </p:cNvPr>
          <p:cNvCxnSpPr>
            <a:cxnSpLocks/>
          </p:cNvCxnSpPr>
          <p:nvPr/>
        </p:nvCxnSpPr>
        <p:spPr>
          <a:xfrm>
            <a:off x="1443732" y="3851408"/>
            <a:ext cx="0" cy="1331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122">
            <a:extLst>
              <a:ext uri="{FF2B5EF4-FFF2-40B4-BE49-F238E27FC236}">
                <a16:creationId xmlns:a16="http://schemas.microsoft.com/office/drawing/2014/main" id="{8193D41B-4605-FA19-C113-17CA3DDD0C08}"/>
              </a:ext>
            </a:extLst>
          </p:cNvPr>
          <p:cNvCxnSpPr>
            <a:cxnSpLocks/>
            <a:stCxn id="124" idx="1"/>
          </p:cNvCxnSpPr>
          <p:nvPr/>
        </p:nvCxnSpPr>
        <p:spPr>
          <a:xfrm flipH="1">
            <a:off x="1432765" y="3851408"/>
            <a:ext cx="8269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61E16A84-9097-1C73-DA5A-03CDA3492C2C}"/>
              </a:ext>
            </a:extLst>
          </p:cNvPr>
          <p:cNvSpPr/>
          <p:nvPr/>
        </p:nvSpPr>
        <p:spPr>
          <a:xfrm>
            <a:off x="2259688" y="3743061"/>
            <a:ext cx="727472" cy="21669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  <p:cxnSp>
        <p:nvCxnSpPr>
          <p:cNvPr id="125" name="直線コネクタ 124">
            <a:extLst>
              <a:ext uri="{FF2B5EF4-FFF2-40B4-BE49-F238E27FC236}">
                <a16:creationId xmlns:a16="http://schemas.microsoft.com/office/drawing/2014/main" id="{E83361F6-3677-21A5-E6FB-2F2D8CF929EB}"/>
              </a:ext>
            </a:extLst>
          </p:cNvPr>
          <p:cNvCxnSpPr>
            <a:cxnSpLocks/>
            <a:endCxn id="124" idx="3"/>
          </p:cNvCxnSpPr>
          <p:nvPr/>
        </p:nvCxnSpPr>
        <p:spPr>
          <a:xfrm flipH="1">
            <a:off x="2987160" y="3851408"/>
            <a:ext cx="8269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コネクタ 125">
            <a:extLst>
              <a:ext uri="{FF2B5EF4-FFF2-40B4-BE49-F238E27FC236}">
                <a16:creationId xmlns:a16="http://schemas.microsoft.com/office/drawing/2014/main" id="{2280A71E-EA42-A795-E9A5-69FCFFCD3B60}"/>
              </a:ext>
            </a:extLst>
          </p:cNvPr>
          <p:cNvCxnSpPr>
            <a:cxnSpLocks/>
          </p:cNvCxnSpPr>
          <p:nvPr/>
        </p:nvCxnSpPr>
        <p:spPr>
          <a:xfrm>
            <a:off x="3814082" y="3840443"/>
            <a:ext cx="0" cy="1331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66298CF5-7BB7-6053-9596-7F343CC5CB2C}"/>
              </a:ext>
            </a:extLst>
          </p:cNvPr>
          <p:cNvCxnSpPr>
            <a:cxnSpLocks/>
          </p:cNvCxnSpPr>
          <p:nvPr/>
        </p:nvCxnSpPr>
        <p:spPr>
          <a:xfrm flipH="1">
            <a:off x="2428357" y="5170866"/>
            <a:ext cx="139733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0" name="グループ化 139">
            <a:extLst>
              <a:ext uri="{FF2B5EF4-FFF2-40B4-BE49-F238E27FC236}">
                <a16:creationId xmlns:a16="http://schemas.microsoft.com/office/drawing/2014/main" id="{FFA89FBE-B93F-A1A5-C579-2A3A7ADC679F}"/>
              </a:ext>
            </a:extLst>
          </p:cNvPr>
          <p:cNvGrpSpPr/>
          <p:nvPr/>
        </p:nvGrpSpPr>
        <p:grpSpPr>
          <a:xfrm>
            <a:off x="1833511" y="3816613"/>
            <a:ext cx="263773" cy="323897"/>
            <a:chOff x="2256629" y="3906062"/>
            <a:chExt cx="324644" cy="398642"/>
          </a:xfrm>
        </p:grpSpPr>
        <p:sp>
          <p:nvSpPr>
            <p:cNvPr id="128" name="楕円 127">
              <a:extLst>
                <a:ext uri="{FF2B5EF4-FFF2-40B4-BE49-F238E27FC236}">
                  <a16:creationId xmlns:a16="http://schemas.microsoft.com/office/drawing/2014/main" id="{C92FB6AF-7277-F76F-A716-BF6CA74BB26A}"/>
                </a:ext>
              </a:extLst>
            </p:cNvPr>
            <p:cNvSpPr/>
            <p:nvPr/>
          </p:nvSpPr>
          <p:spPr>
            <a:xfrm>
              <a:off x="2350085" y="3906062"/>
              <a:ext cx="85650" cy="8565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grpSp>
          <p:nvGrpSpPr>
            <p:cNvPr id="130" name="グループ化 129">
              <a:extLst>
                <a:ext uri="{FF2B5EF4-FFF2-40B4-BE49-F238E27FC236}">
                  <a16:creationId xmlns:a16="http://schemas.microsoft.com/office/drawing/2014/main" id="{090B8F3B-3C97-6990-E20C-1269D8C25ACD}"/>
                </a:ext>
              </a:extLst>
            </p:cNvPr>
            <p:cNvGrpSpPr/>
            <p:nvPr/>
          </p:nvGrpSpPr>
          <p:grpSpPr>
            <a:xfrm>
              <a:off x="2256629" y="4083262"/>
              <a:ext cx="324644" cy="221442"/>
              <a:chOff x="4639761" y="2908147"/>
              <a:chExt cx="391129" cy="266792"/>
            </a:xfrm>
          </p:grpSpPr>
          <p:sp>
            <p:nvSpPr>
              <p:cNvPr id="131" name="フリーフォーム: 図形 130">
                <a:extLst>
                  <a:ext uri="{FF2B5EF4-FFF2-40B4-BE49-F238E27FC236}">
                    <a16:creationId xmlns:a16="http://schemas.microsoft.com/office/drawing/2014/main" id="{32E50634-E76C-5E60-61E3-32348FA68A5A}"/>
                  </a:ext>
                </a:extLst>
              </p:cNvPr>
              <p:cNvSpPr/>
              <p:nvPr/>
            </p:nvSpPr>
            <p:spPr>
              <a:xfrm flipV="1">
                <a:off x="4639761" y="2908147"/>
                <a:ext cx="238525" cy="266792"/>
              </a:xfrm>
              <a:custGeom>
                <a:avLst/>
                <a:gdLst>
                  <a:gd name="connsiteX0" fmla="*/ 49521 w 238525"/>
                  <a:gd name="connsiteY0" fmla="*/ 18491 h 266792"/>
                  <a:gd name="connsiteX1" fmla="*/ 47424 w 238525"/>
                  <a:gd name="connsiteY1" fmla="*/ 10408 h 266792"/>
                  <a:gd name="connsiteX2" fmla="*/ 59582 w 238525"/>
                  <a:gd name="connsiteY2" fmla="*/ -912 h 266792"/>
                  <a:gd name="connsiteX3" fmla="*/ 75091 w 238525"/>
                  <a:gd name="connsiteY3" fmla="*/ 9599 h 266792"/>
                  <a:gd name="connsiteX4" fmla="*/ 89765 w 238525"/>
                  <a:gd name="connsiteY4" fmla="*/ 83572 h 266792"/>
                  <a:gd name="connsiteX5" fmla="*/ 103597 w 238525"/>
                  <a:gd name="connsiteY5" fmla="*/ 82765 h 266792"/>
                  <a:gd name="connsiteX6" fmla="*/ 237743 w 238525"/>
                  <a:gd name="connsiteY6" fmla="*/ 210098 h 266792"/>
                  <a:gd name="connsiteX7" fmla="*/ 189953 w 238525"/>
                  <a:gd name="connsiteY7" fmla="*/ 265881 h 266792"/>
                  <a:gd name="connsiteX8" fmla="*/ 78865 w 238525"/>
                  <a:gd name="connsiteY8" fmla="*/ 108634 h 266792"/>
                  <a:gd name="connsiteX9" fmla="*/ 10115 w 238525"/>
                  <a:gd name="connsiteY9" fmla="*/ 168462 h 266792"/>
                  <a:gd name="connsiteX10" fmla="*/ 44908 w 238525"/>
                  <a:gd name="connsiteY10" fmla="*/ 252136 h 266792"/>
                  <a:gd name="connsiteX11" fmla="*/ 48264 w 238525"/>
                  <a:gd name="connsiteY11" fmla="*/ 257392 h 266792"/>
                  <a:gd name="connsiteX12" fmla="*/ 43232 w 238525"/>
                  <a:gd name="connsiteY12" fmla="*/ 261434 h 266792"/>
                  <a:gd name="connsiteX13" fmla="*/ -783 w 238525"/>
                  <a:gd name="connsiteY13" fmla="*/ 164014 h 266792"/>
                  <a:gd name="connsiteX14" fmla="*/ 71738 w 238525"/>
                  <a:gd name="connsiteY14" fmla="*/ 86402 h 266792"/>
                  <a:gd name="connsiteX15" fmla="*/ 49521 w 238525"/>
                  <a:gd name="connsiteY15" fmla="*/ 18491 h 266792"/>
                  <a:gd name="connsiteX16" fmla="*/ 107371 w 238525"/>
                  <a:gd name="connsiteY16" fmla="*/ 106211 h 266792"/>
                  <a:gd name="connsiteX17" fmla="*/ 99826 w 238525"/>
                  <a:gd name="connsiteY17" fmla="*/ 106614 h 266792"/>
                  <a:gd name="connsiteX18" fmla="*/ 94376 w 238525"/>
                  <a:gd name="connsiteY18" fmla="*/ 108231 h 266792"/>
                  <a:gd name="connsiteX19" fmla="*/ 102760 w 238525"/>
                  <a:gd name="connsiteY19" fmla="*/ 151888 h 266792"/>
                  <a:gd name="connsiteX20" fmla="*/ 185763 w 238525"/>
                  <a:gd name="connsiteY20" fmla="*/ 242435 h 266792"/>
                  <a:gd name="connsiteX21" fmla="*/ 226006 w 238525"/>
                  <a:gd name="connsiteY21" fmla="*/ 201204 h 266792"/>
                  <a:gd name="connsiteX22" fmla="*/ 107371 w 238525"/>
                  <a:gd name="connsiteY22" fmla="*/ 106211 h 266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38525" h="266792">
                    <a:moveTo>
                      <a:pt x="49521" y="18491"/>
                    </a:moveTo>
                    <a:cubicBezTo>
                      <a:pt x="47843" y="13238"/>
                      <a:pt x="47424" y="12428"/>
                      <a:pt x="47424" y="10408"/>
                    </a:cubicBezTo>
                    <a:cubicBezTo>
                      <a:pt x="47424" y="1514"/>
                      <a:pt x="55390" y="-912"/>
                      <a:pt x="59582" y="-912"/>
                    </a:cubicBezTo>
                    <a:cubicBezTo>
                      <a:pt x="61677" y="-912"/>
                      <a:pt x="70901" y="301"/>
                      <a:pt x="75091" y="9599"/>
                    </a:cubicBezTo>
                    <a:cubicBezTo>
                      <a:pt x="76349" y="12832"/>
                      <a:pt x="78446" y="26172"/>
                      <a:pt x="89765" y="83572"/>
                    </a:cubicBezTo>
                    <a:cubicBezTo>
                      <a:pt x="93536" y="83169"/>
                      <a:pt x="96471" y="82765"/>
                      <a:pt x="103597" y="82765"/>
                    </a:cubicBezTo>
                    <a:cubicBezTo>
                      <a:pt x="173186" y="82765"/>
                      <a:pt x="237743" y="146229"/>
                      <a:pt x="237743" y="210098"/>
                    </a:cubicBezTo>
                    <a:cubicBezTo>
                      <a:pt x="237743" y="241628"/>
                      <a:pt x="221392" y="265881"/>
                      <a:pt x="189953" y="265881"/>
                    </a:cubicBezTo>
                    <a:cubicBezTo>
                      <a:pt x="129169" y="265881"/>
                      <a:pt x="104018" y="187459"/>
                      <a:pt x="78865" y="108634"/>
                    </a:cubicBezTo>
                    <a:cubicBezTo>
                      <a:pt x="33592" y="116719"/>
                      <a:pt x="10115" y="139358"/>
                      <a:pt x="10115" y="168462"/>
                    </a:cubicBezTo>
                    <a:cubicBezTo>
                      <a:pt x="10115" y="179781"/>
                      <a:pt x="19757" y="224245"/>
                      <a:pt x="44908" y="252136"/>
                    </a:cubicBezTo>
                    <a:cubicBezTo>
                      <a:pt x="48264" y="255776"/>
                      <a:pt x="48264" y="256583"/>
                      <a:pt x="48264" y="257392"/>
                    </a:cubicBezTo>
                    <a:cubicBezTo>
                      <a:pt x="48264" y="259009"/>
                      <a:pt x="47424" y="261434"/>
                      <a:pt x="43232" y="261434"/>
                    </a:cubicBezTo>
                    <a:cubicBezTo>
                      <a:pt x="31495" y="261434"/>
                      <a:pt x="-783" y="202822"/>
                      <a:pt x="-783" y="164014"/>
                    </a:cubicBezTo>
                    <a:cubicBezTo>
                      <a:pt x="-783" y="126017"/>
                      <a:pt x="26884" y="96509"/>
                      <a:pt x="71738" y="86402"/>
                    </a:cubicBezTo>
                    <a:lnTo>
                      <a:pt x="49521" y="18491"/>
                    </a:lnTo>
                    <a:close/>
                    <a:moveTo>
                      <a:pt x="107371" y="106211"/>
                    </a:moveTo>
                    <a:cubicBezTo>
                      <a:pt x="104018" y="106211"/>
                      <a:pt x="103179" y="106211"/>
                      <a:pt x="99826" y="106614"/>
                    </a:cubicBezTo>
                    <a:cubicBezTo>
                      <a:pt x="94794" y="106614"/>
                      <a:pt x="94376" y="107018"/>
                      <a:pt x="94376" y="108231"/>
                    </a:cubicBezTo>
                    <a:cubicBezTo>
                      <a:pt x="94376" y="109040"/>
                      <a:pt x="101502" y="145824"/>
                      <a:pt x="102760" y="151888"/>
                    </a:cubicBezTo>
                    <a:cubicBezTo>
                      <a:pt x="115755" y="203629"/>
                      <a:pt x="148453" y="242435"/>
                      <a:pt x="185763" y="242435"/>
                    </a:cubicBezTo>
                    <a:cubicBezTo>
                      <a:pt x="214687" y="242435"/>
                      <a:pt x="226006" y="220607"/>
                      <a:pt x="226006" y="201204"/>
                    </a:cubicBezTo>
                    <a:cubicBezTo>
                      <a:pt x="226006" y="155526"/>
                      <a:pt x="171928" y="106211"/>
                      <a:pt x="107371" y="106211"/>
                    </a:cubicBezTo>
                  </a:path>
                </a:pathLst>
              </a:custGeom>
              <a:solidFill>
                <a:srgbClr val="000000"/>
              </a:solidFill>
              <a:ln w="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975" dirty="0"/>
              </a:p>
            </p:txBody>
          </p:sp>
          <p:sp>
            <p:nvSpPr>
              <p:cNvPr id="132" name="フリーフォーム: 図形 131">
                <a:extLst>
                  <a:ext uri="{FF2B5EF4-FFF2-40B4-BE49-F238E27FC236}">
                    <a16:creationId xmlns:a16="http://schemas.microsoft.com/office/drawing/2014/main" id="{49817D39-AA52-76E6-079C-F8FC4ABA0628}"/>
                  </a:ext>
                </a:extLst>
              </p:cNvPr>
              <p:cNvSpPr/>
              <p:nvPr/>
            </p:nvSpPr>
            <p:spPr>
              <a:xfrm flipV="1">
                <a:off x="4913832" y="3022615"/>
                <a:ext cx="117058" cy="127588"/>
              </a:xfrm>
              <a:custGeom>
                <a:avLst/>
                <a:gdLst>
                  <a:gd name="connsiteX0" fmla="*/ 103429 w 117058"/>
                  <a:gd name="connsiteY0" fmla="*/ 108596 h 127588"/>
                  <a:gd name="connsiteX1" fmla="*/ 91108 w 117058"/>
                  <a:gd name="connsiteY1" fmla="*/ 95299 h 127588"/>
                  <a:gd name="connsiteX2" fmla="*/ 100789 w 117058"/>
                  <a:gd name="connsiteY2" fmla="*/ 86248 h 127588"/>
                  <a:gd name="connsiteX3" fmla="*/ 114871 w 117058"/>
                  <a:gd name="connsiteY3" fmla="*/ 102372 h 127588"/>
                  <a:gd name="connsiteX4" fmla="*/ 75852 w 117058"/>
                  <a:gd name="connsiteY4" fmla="*/ 126985 h 127588"/>
                  <a:gd name="connsiteX5" fmla="*/ 21872 w 117058"/>
                  <a:gd name="connsiteY5" fmla="*/ 85682 h 127588"/>
                  <a:gd name="connsiteX6" fmla="*/ 32138 w 117058"/>
                  <a:gd name="connsiteY6" fmla="*/ 65030 h 127588"/>
                  <a:gd name="connsiteX7" fmla="*/ 65290 w 117058"/>
                  <a:gd name="connsiteY7" fmla="*/ 54845 h 127588"/>
                  <a:gd name="connsiteX8" fmla="*/ 90228 w 117058"/>
                  <a:gd name="connsiteY8" fmla="*/ 36174 h 127588"/>
                  <a:gd name="connsiteX9" fmla="*/ 74679 w 117058"/>
                  <a:gd name="connsiteY9" fmla="*/ 13542 h 127588"/>
                  <a:gd name="connsiteX10" fmla="*/ 45341 w 117058"/>
                  <a:gd name="connsiteY10" fmla="*/ 7318 h 127588"/>
                  <a:gd name="connsiteX11" fmla="*/ 10136 w 117058"/>
                  <a:gd name="connsiteY11" fmla="*/ 19201 h 127588"/>
                  <a:gd name="connsiteX12" fmla="*/ 26271 w 117058"/>
                  <a:gd name="connsiteY12" fmla="*/ 35325 h 127588"/>
                  <a:gd name="connsiteX13" fmla="*/ 14829 w 117058"/>
                  <a:gd name="connsiteY13" fmla="*/ 45793 h 127588"/>
                  <a:gd name="connsiteX14" fmla="*/ -2188 w 117058"/>
                  <a:gd name="connsiteY14" fmla="*/ 26839 h 127588"/>
                  <a:gd name="connsiteX15" fmla="*/ 45048 w 117058"/>
                  <a:gd name="connsiteY15" fmla="*/ -603 h 127588"/>
                  <a:gd name="connsiteX16" fmla="*/ 109004 w 117058"/>
                  <a:gd name="connsiteY16" fmla="*/ 46076 h 127588"/>
                  <a:gd name="connsiteX17" fmla="*/ 68518 w 117058"/>
                  <a:gd name="connsiteY17" fmla="*/ 79175 h 127588"/>
                  <a:gd name="connsiteX18" fmla="*/ 56783 w 117058"/>
                  <a:gd name="connsiteY18" fmla="*/ 81439 h 127588"/>
                  <a:gd name="connsiteX19" fmla="*/ 40647 w 117058"/>
                  <a:gd name="connsiteY19" fmla="*/ 95582 h 127588"/>
                  <a:gd name="connsiteX20" fmla="*/ 52382 w 117058"/>
                  <a:gd name="connsiteY20" fmla="*/ 113688 h 127588"/>
                  <a:gd name="connsiteX21" fmla="*/ 75559 w 117058"/>
                  <a:gd name="connsiteY21" fmla="*/ 119064 h 127588"/>
                  <a:gd name="connsiteX22" fmla="*/ 103429 w 117058"/>
                  <a:gd name="connsiteY22" fmla="*/ 108596 h 127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7058" h="127588">
                    <a:moveTo>
                      <a:pt x="103429" y="108596"/>
                    </a:moveTo>
                    <a:cubicBezTo>
                      <a:pt x="95801" y="106898"/>
                      <a:pt x="91108" y="100958"/>
                      <a:pt x="91108" y="95299"/>
                    </a:cubicBezTo>
                    <a:cubicBezTo>
                      <a:pt x="91108" y="88794"/>
                      <a:pt x="96974" y="86248"/>
                      <a:pt x="100789" y="86248"/>
                    </a:cubicBezTo>
                    <a:cubicBezTo>
                      <a:pt x="103723" y="86248"/>
                      <a:pt x="114871" y="87944"/>
                      <a:pt x="114871" y="102372"/>
                    </a:cubicBezTo>
                    <a:cubicBezTo>
                      <a:pt x="114871" y="120760"/>
                      <a:pt x="93749" y="126985"/>
                      <a:pt x="75852" y="126985"/>
                    </a:cubicBezTo>
                    <a:cubicBezTo>
                      <a:pt x="30086" y="126985"/>
                      <a:pt x="21872" y="94451"/>
                      <a:pt x="21872" y="85682"/>
                    </a:cubicBezTo>
                    <a:cubicBezTo>
                      <a:pt x="21872" y="75215"/>
                      <a:pt x="28031" y="68424"/>
                      <a:pt x="32138" y="65030"/>
                    </a:cubicBezTo>
                    <a:cubicBezTo>
                      <a:pt x="39766" y="59373"/>
                      <a:pt x="45048" y="58240"/>
                      <a:pt x="65290" y="54845"/>
                    </a:cubicBezTo>
                    <a:cubicBezTo>
                      <a:pt x="71452" y="53714"/>
                      <a:pt x="90228" y="50319"/>
                      <a:pt x="90228" y="36174"/>
                    </a:cubicBezTo>
                    <a:cubicBezTo>
                      <a:pt x="90228" y="31365"/>
                      <a:pt x="87001" y="20615"/>
                      <a:pt x="74679" y="13542"/>
                    </a:cubicBezTo>
                    <a:cubicBezTo>
                      <a:pt x="63237" y="7318"/>
                      <a:pt x="48861" y="7318"/>
                      <a:pt x="45341" y="7318"/>
                    </a:cubicBezTo>
                    <a:cubicBezTo>
                      <a:pt x="33606" y="7318"/>
                      <a:pt x="16883" y="9864"/>
                      <a:pt x="10136" y="19201"/>
                    </a:cubicBezTo>
                    <a:cubicBezTo>
                      <a:pt x="19817" y="20332"/>
                      <a:pt x="26271" y="27405"/>
                      <a:pt x="26271" y="35325"/>
                    </a:cubicBezTo>
                    <a:cubicBezTo>
                      <a:pt x="26271" y="42398"/>
                      <a:pt x="20991" y="45793"/>
                      <a:pt x="14829" y="45793"/>
                    </a:cubicBezTo>
                    <a:cubicBezTo>
                      <a:pt x="6323" y="45793"/>
                      <a:pt x="-2188" y="39286"/>
                      <a:pt x="-2188" y="26839"/>
                    </a:cubicBezTo>
                    <a:cubicBezTo>
                      <a:pt x="-2188" y="9864"/>
                      <a:pt x="16589" y="-603"/>
                      <a:pt x="45048" y="-603"/>
                    </a:cubicBezTo>
                    <a:cubicBezTo>
                      <a:pt x="99029" y="-603"/>
                      <a:pt x="109004" y="35043"/>
                      <a:pt x="109004" y="46076"/>
                    </a:cubicBezTo>
                    <a:cubicBezTo>
                      <a:pt x="109004" y="72102"/>
                      <a:pt x="79373" y="77194"/>
                      <a:pt x="68518" y="79175"/>
                    </a:cubicBezTo>
                    <a:cubicBezTo>
                      <a:pt x="65876" y="79740"/>
                      <a:pt x="58541" y="80871"/>
                      <a:pt x="56783" y="81439"/>
                    </a:cubicBezTo>
                    <a:cubicBezTo>
                      <a:pt x="45927" y="83418"/>
                      <a:pt x="40647" y="89360"/>
                      <a:pt x="40647" y="95582"/>
                    </a:cubicBezTo>
                    <a:cubicBezTo>
                      <a:pt x="40647" y="102089"/>
                      <a:pt x="45927" y="109727"/>
                      <a:pt x="52382" y="113688"/>
                    </a:cubicBezTo>
                    <a:cubicBezTo>
                      <a:pt x="60303" y="118499"/>
                      <a:pt x="70572" y="119064"/>
                      <a:pt x="75559" y="119064"/>
                    </a:cubicBezTo>
                    <a:cubicBezTo>
                      <a:pt x="81718" y="119064"/>
                      <a:pt x="96974" y="118216"/>
                      <a:pt x="103429" y="108596"/>
                    </a:cubicBezTo>
                  </a:path>
                </a:pathLst>
              </a:custGeom>
              <a:solidFill>
                <a:srgbClr val="000000"/>
              </a:solidFill>
              <a:ln w="14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975"/>
              </a:p>
            </p:txBody>
          </p:sp>
        </p:grpSp>
      </p:grpSp>
      <p:grpSp>
        <p:nvGrpSpPr>
          <p:cNvPr id="141" name="グループ化 140">
            <a:extLst>
              <a:ext uri="{FF2B5EF4-FFF2-40B4-BE49-F238E27FC236}">
                <a16:creationId xmlns:a16="http://schemas.microsoft.com/office/drawing/2014/main" id="{417B866C-E2F6-C2A5-5737-344B439564E0}"/>
              </a:ext>
            </a:extLst>
          </p:cNvPr>
          <p:cNvGrpSpPr/>
          <p:nvPr/>
        </p:nvGrpSpPr>
        <p:grpSpPr>
          <a:xfrm>
            <a:off x="3191774" y="3816613"/>
            <a:ext cx="265044" cy="324093"/>
            <a:chOff x="3928337" y="3906062"/>
            <a:chExt cx="326208" cy="398884"/>
          </a:xfrm>
        </p:grpSpPr>
        <p:sp>
          <p:nvSpPr>
            <p:cNvPr id="129" name="楕円 128">
              <a:extLst>
                <a:ext uri="{FF2B5EF4-FFF2-40B4-BE49-F238E27FC236}">
                  <a16:creationId xmlns:a16="http://schemas.microsoft.com/office/drawing/2014/main" id="{FC7E09FD-73CB-BBFB-ACEC-B9BB421C3C63}"/>
                </a:ext>
              </a:extLst>
            </p:cNvPr>
            <p:cNvSpPr/>
            <p:nvPr/>
          </p:nvSpPr>
          <p:spPr>
            <a:xfrm>
              <a:off x="4021923" y="3906062"/>
              <a:ext cx="85650" cy="8565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975"/>
            </a:p>
          </p:txBody>
        </p:sp>
        <p:grpSp>
          <p:nvGrpSpPr>
            <p:cNvPr id="133" name="グループ化 132">
              <a:extLst>
                <a:ext uri="{FF2B5EF4-FFF2-40B4-BE49-F238E27FC236}">
                  <a16:creationId xmlns:a16="http://schemas.microsoft.com/office/drawing/2014/main" id="{05F17BB9-F999-ADBC-9B3E-AA7ACE5D8CDC}"/>
                </a:ext>
              </a:extLst>
            </p:cNvPr>
            <p:cNvGrpSpPr/>
            <p:nvPr/>
          </p:nvGrpSpPr>
          <p:grpSpPr>
            <a:xfrm>
              <a:off x="3928337" y="4083700"/>
              <a:ext cx="326208" cy="221246"/>
              <a:chOff x="4637628" y="3173868"/>
              <a:chExt cx="358472" cy="243127"/>
            </a:xfrm>
          </p:grpSpPr>
          <p:sp>
            <p:nvSpPr>
              <p:cNvPr id="134" name="フリーフォーム: 図形 133">
                <a:extLst>
                  <a:ext uri="{FF2B5EF4-FFF2-40B4-BE49-F238E27FC236}">
                    <a16:creationId xmlns:a16="http://schemas.microsoft.com/office/drawing/2014/main" id="{04A83866-922C-B9A0-AABA-7ED9D9761D51}"/>
                  </a:ext>
                </a:extLst>
              </p:cNvPr>
              <p:cNvSpPr/>
              <p:nvPr/>
            </p:nvSpPr>
            <p:spPr>
              <a:xfrm flipV="1">
                <a:off x="4637628" y="3173868"/>
                <a:ext cx="211934" cy="243127"/>
              </a:xfrm>
              <a:custGeom>
                <a:avLst/>
                <a:gdLst>
                  <a:gd name="connsiteX0" fmla="*/ 43915 w 211934"/>
                  <a:gd name="connsiteY0" fmla="*/ 16770 h 243127"/>
                  <a:gd name="connsiteX1" fmla="*/ 42052 w 211934"/>
                  <a:gd name="connsiteY1" fmla="*/ 9404 h 243127"/>
                  <a:gd name="connsiteX2" fmla="*/ 52855 w 211934"/>
                  <a:gd name="connsiteY2" fmla="*/ -912 h 243127"/>
                  <a:gd name="connsiteX3" fmla="*/ 66634 w 211934"/>
                  <a:gd name="connsiteY3" fmla="*/ 8667 h 243127"/>
                  <a:gd name="connsiteX4" fmla="*/ 79672 w 211934"/>
                  <a:gd name="connsiteY4" fmla="*/ 76078 h 243127"/>
                  <a:gd name="connsiteX5" fmla="*/ 91962 w 211934"/>
                  <a:gd name="connsiteY5" fmla="*/ 75343 h 243127"/>
                  <a:gd name="connsiteX6" fmla="*/ 211153 w 211934"/>
                  <a:gd name="connsiteY6" fmla="*/ 191381 h 243127"/>
                  <a:gd name="connsiteX7" fmla="*/ 168691 w 211934"/>
                  <a:gd name="connsiteY7" fmla="*/ 242216 h 243127"/>
                  <a:gd name="connsiteX8" fmla="*/ 69987 w 211934"/>
                  <a:gd name="connsiteY8" fmla="*/ 98917 h 243127"/>
                  <a:gd name="connsiteX9" fmla="*/ 8902 w 211934"/>
                  <a:gd name="connsiteY9" fmla="*/ 153438 h 243127"/>
                  <a:gd name="connsiteX10" fmla="*/ 39816 w 211934"/>
                  <a:gd name="connsiteY10" fmla="*/ 229691 h 243127"/>
                  <a:gd name="connsiteX11" fmla="*/ 42798 w 211934"/>
                  <a:gd name="connsiteY11" fmla="*/ 234480 h 243127"/>
                  <a:gd name="connsiteX12" fmla="*/ 38327 w 211934"/>
                  <a:gd name="connsiteY12" fmla="*/ 238164 h 243127"/>
                  <a:gd name="connsiteX13" fmla="*/ -781 w 211934"/>
                  <a:gd name="connsiteY13" fmla="*/ 149385 h 243127"/>
                  <a:gd name="connsiteX14" fmla="*/ 63655 w 211934"/>
                  <a:gd name="connsiteY14" fmla="*/ 78657 h 243127"/>
                  <a:gd name="connsiteX15" fmla="*/ 43915 w 211934"/>
                  <a:gd name="connsiteY15" fmla="*/ 16770 h 243127"/>
                  <a:gd name="connsiteX16" fmla="*/ 95315 w 211934"/>
                  <a:gd name="connsiteY16" fmla="*/ 96709 h 243127"/>
                  <a:gd name="connsiteX17" fmla="*/ 88611 w 211934"/>
                  <a:gd name="connsiteY17" fmla="*/ 97076 h 243127"/>
                  <a:gd name="connsiteX18" fmla="*/ 83769 w 211934"/>
                  <a:gd name="connsiteY18" fmla="*/ 98550 h 243127"/>
                  <a:gd name="connsiteX19" fmla="*/ 91219 w 211934"/>
                  <a:gd name="connsiteY19" fmla="*/ 138334 h 243127"/>
                  <a:gd name="connsiteX20" fmla="*/ 164968 w 211934"/>
                  <a:gd name="connsiteY20" fmla="*/ 220850 h 243127"/>
                  <a:gd name="connsiteX21" fmla="*/ 200725 w 211934"/>
                  <a:gd name="connsiteY21" fmla="*/ 183276 h 243127"/>
                  <a:gd name="connsiteX22" fmla="*/ 95315 w 211934"/>
                  <a:gd name="connsiteY22" fmla="*/ 96709 h 243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11934" h="243127">
                    <a:moveTo>
                      <a:pt x="43915" y="16770"/>
                    </a:moveTo>
                    <a:cubicBezTo>
                      <a:pt x="42424" y="11983"/>
                      <a:pt x="42052" y="11245"/>
                      <a:pt x="42052" y="9404"/>
                    </a:cubicBezTo>
                    <a:cubicBezTo>
                      <a:pt x="42052" y="1299"/>
                      <a:pt x="49130" y="-912"/>
                      <a:pt x="52855" y="-912"/>
                    </a:cubicBezTo>
                    <a:cubicBezTo>
                      <a:pt x="54716" y="-912"/>
                      <a:pt x="62911" y="193"/>
                      <a:pt x="66634" y="8667"/>
                    </a:cubicBezTo>
                    <a:cubicBezTo>
                      <a:pt x="67752" y="11613"/>
                      <a:pt x="69615" y="23770"/>
                      <a:pt x="79672" y="76078"/>
                    </a:cubicBezTo>
                    <a:cubicBezTo>
                      <a:pt x="83023" y="75711"/>
                      <a:pt x="85630" y="75343"/>
                      <a:pt x="91962" y="75343"/>
                    </a:cubicBezTo>
                    <a:cubicBezTo>
                      <a:pt x="153793" y="75343"/>
                      <a:pt x="211153" y="133178"/>
                      <a:pt x="211153" y="191381"/>
                    </a:cubicBezTo>
                    <a:cubicBezTo>
                      <a:pt x="211153" y="220115"/>
                      <a:pt x="196625" y="242216"/>
                      <a:pt x="168691" y="242216"/>
                    </a:cubicBezTo>
                    <a:cubicBezTo>
                      <a:pt x="114683" y="242216"/>
                      <a:pt x="92336" y="170751"/>
                      <a:pt x="69987" y="98917"/>
                    </a:cubicBezTo>
                    <a:cubicBezTo>
                      <a:pt x="29762" y="106285"/>
                      <a:pt x="8902" y="126915"/>
                      <a:pt x="8902" y="153438"/>
                    </a:cubicBezTo>
                    <a:cubicBezTo>
                      <a:pt x="8902" y="163753"/>
                      <a:pt x="17469" y="204273"/>
                      <a:pt x="39816" y="229691"/>
                    </a:cubicBezTo>
                    <a:cubicBezTo>
                      <a:pt x="42798" y="233007"/>
                      <a:pt x="42798" y="233742"/>
                      <a:pt x="42798" y="234480"/>
                    </a:cubicBezTo>
                    <a:cubicBezTo>
                      <a:pt x="42798" y="235954"/>
                      <a:pt x="42052" y="238164"/>
                      <a:pt x="38327" y="238164"/>
                    </a:cubicBezTo>
                    <a:cubicBezTo>
                      <a:pt x="27898" y="238164"/>
                      <a:pt x="-781" y="184751"/>
                      <a:pt x="-781" y="149385"/>
                    </a:cubicBezTo>
                    <a:cubicBezTo>
                      <a:pt x="-781" y="114758"/>
                      <a:pt x="23802" y="87868"/>
                      <a:pt x="63655" y="78657"/>
                    </a:cubicBezTo>
                    <a:lnTo>
                      <a:pt x="43915" y="16770"/>
                    </a:lnTo>
                    <a:close/>
                    <a:moveTo>
                      <a:pt x="95315" y="96709"/>
                    </a:moveTo>
                    <a:cubicBezTo>
                      <a:pt x="92336" y="96709"/>
                      <a:pt x="91591" y="96709"/>
                      <a:pt x="88611" y="97076"/>
                    </a:cubicBezTo>
                    <a:cubicBezTo>
                      <a:pt x="84141" y="97076"/>
                      <a:pt x="83769" y="97444"/>
                      <a:pt x="83769" y="98550"/>
                    </a:cubicBezTo>
                    <a:cubicBezTo>
                      <a:pt x="83769" y="99287"/>
                      <a:pt x="90101" y="132808"/>
                      <a:pt x="91219" y="138334"/>
                    </a:cubicBezTo>
                    <a:cubicBezTo>
                      <a:pt x="102765" y="185486"/>
                      <a:pt x="131818" y="220850"/>
                      <a:pt x="164968" y="220850"/>
                    </a:cubicBezTo>
                    <a:cubicBezTo>
                      <a:pt x="190668" y="220850"/>
                      <a:pt x="200725" y="200958"/>
                      <a:pt x="200725" y="183276"/>
                    </a:cubicBezTo>
                    <a:cubicBezTo>
                      <a:pt x="200725" y="141650"/>
                      <a:pt x="152676" y="96709"/>
                      <a:pt x="95315" y="96709"/>
                    </a:cubicBezTo>
                  </a:path>
                </a:pathLst>
              </a:custGeom>
              <a:solidFill>
                <a:srgbClr val="000000"/>
              </a:solidFill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975"/>
              </a:p>
            </p:txBody>
          </p:sp>
          <p:sp>
            <p:nvSpPr>
              <p:cNvPr id="135" name="フリーフォーム: 図形 134">
                <a:extLst>
                  <a:ext uri="{FF2B5EF4-FFF2-40B4-BE49-F238E27FC236}">
                    <a16:creationId xmlns:a16="http://schemas.microsoft.com/office/drawing/2014/main" id="{528750BE-BFD6-8D82-B08F-11651334CA6E}"/>
                  </a:ext>
                </a:extLst>
              </p:cNvPr>
              <p:cNvSpPr/>
              <p:nvPr/>
            </p:nvSpPr>
            <p:spPr>
              <a:xfrm flipV="1">
                <a:off x="4874891" y="3278183"/>
                <a:ext cx="121209" cy="116271"/>
              </a:xfrm>
              <a:custGeom>
                <a:avLst/>
                <a:gdLst>
                  <a:gd name="connsiteX0" fmla="*/ 46801 w 121209"/>
                  <a:gd name="connsiteY0" fmla="*/ 54053 h 116271"/>
                  <a:gd name="connsiteX1" fmla="*/ 53579 w 121209"/>
                  <a:gd name="connsiteY1" fmla="*/ 80090 h 116271"/>
                  <a:gd name="connsiteX2" fmla="*/ 70001 w 121209"/>
                  <a:gd name="connsiteY2" fmla="*/ 101231 h 116271"/>
                  <a:gd name="connsiteX3" fmla="*/ 91115 w 121209"/>
                  <a:gd name="connsiteY3" fmla="*/ 108449 h 116271"/>
                  <a:gd name="connsiteX4" fmla="*/ 105452 w 121209"/>
                  <a:gd name="connsiteY4" fmla="*/ 104840 h 116271"/>
                  <a:gd name="connsiteX5" fmla="*/ 93983 w 121209"/>
                  <a:gd name="connsiteY5" fmla="*/ 90659 h 116271"/>
                  <a:gd name="connsiteX6" fmla="*/ 104410 w 121209"/>
                  <a:gd name="connsiteY6" fmla="*/ 81122 h 116271"/>
                  <a:gd name="connsiteX7" fmla="*/ 119007 w 121209"/>
                  <a:gd name="connsiteY7" fmla="*/ 96847 h 116271"/>
                  <a:gd name="connsiteX8" fmla="*/ 91376 w 121209"/>
                  <a:gd name="connsiteY8" fmla="*/ 115668 h 116271"/>
                  <a:gd name="connsiteX9" fmla="*/ 54621 w 121209"/>
                  <a:gd name="connsiteY9" fmla="*/ 97362 h 116271"/>
                  <a:gd name="connsiteX10" fmla="*/ 27771 w 121209"/>
                  <a:gd name="connsiteY10" fmla="*/ 115668 h 116271"/>
                  <a:gd name="connsiteX11" fmla="*/ 7439 w 121209"/>
                  <a:gd name="connsiteY11" fmla="*/ 102519 h 116271"/>
                  <a:gd name="connsiteX12" fmla="*/ -2203 w 121209"/>
                  <a:gd name="connsiteY12" fmla="*/ 76223 h 116271"/>
                  <a:gd name="connsiteX13" fmla="*/ 2227 w 121209"/>
                  <a:gd name="connsiteY13" fmla="*/ 72871 h 116271"/>
                  <a:gd name="connsiteX14" fmla="*/ 7962 w 121209"/>
                  <a:gd name="connsiteY14" fmla="*/ 80605 h 116271"/>
                  <a:gd name="connsiteX15" fmla="*/ 26990 w 121209"/>
                  <a:gd name="connsiteY15" fmla="*/ 108449 h 116271"/>
                  <a:gd name="connsiteX16" fmla="*/ 35593 w 121209"/>
                  <a:gd name="connsiteY16" fmla="*/ 95816 h 116271"/>
                  <a:gd name="connsiteX17" fmla="*/ 31423 w 121209"/>
                  <a:gd name="connsiteY17" fmla="*/ 74419 h 116271"/>
                  <a:gd name="connsiteX18" fmla="*/ 25687 w 121209"/>
                  <a:gd name="connsiteY18" fmla="*/ 51217 h 116271"/>
                  <a:gd name="connsiteX19" fmla="*/ 17346 w 121209"/>
                  <a:gd name="connsiteY19" fmla="*/ 18217 h 116271"/>
                  <a:gd name="connsiteX20" fmla="*/ 14740 w 121209"/>
                  <a:gd name="connsiteY20" fmla="*/ 7648 h 116271"/>
                  <a:gd name="connsiteX21" fmla="*/ 23602 w 121209"/>
                  <a:gd name="connsiteY21" fmla="*/ -603 h 116271"/>
                  <a:gd name="connsiteX22" fmla="*/ 34811 w 121209"/>
                  <a:gd name="connsiteY22" fmla="*/ 6873 h 116271"/>
                  <a:gd name="connsiteX23" fmla="*/ 39763 w 121209"/>
                  <a:gd name="connsiteY23" fmla="*/ 26208 h 116271"/>
                  <a:gd name="connsiteX24" fmla="*/ 46801 w 121209"/>
                  <a:gd name="connsiteY24" fmla="*/ 54053 h 11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1209" h="116271">
                    <a:moveTo>
                      <a:pt x="46801" y="54053"/>
                    </a:moveTo>
                    <a:cubicBezTo>
                      <a:pt x="47062" y="55599"/>
                      <a:pt x="53058" y="78801"/>
                      <a:pt x="53579" y="80090"/>
                    </a:cubicBezTo>
                    <a:cubicBezTo>
                      <a:pt x="54101" y="82153"/>
                      <a:pt x="61658" y="95043"/>
                      <a:pt x="70001" y="101231"/>
                    </a:cubicBezTo>
                    <a:cubicBezTo>
                      <a:pt x="72869" y="103292"/>
                      <a:pt x="79907" y="108449"/>
                      <a:pt x="91115" y="108449"/>
                    </a:cubicBezTo>
                    <a:cubicBezTo>
                      <a:pt x="93722" y="108449"/>
                      <a:pt x="100239" y="108192"/>
                      <a:pt x="105452" y="104840"/>
                    </a:cubicBezTo>
                    <a:cubicBezTo>
                      <a:pt x="97112" y="102519"/>
                      <a:pt x="93983" y="95301"/>
                      <a:pt x="93983" y="90659"/>
                    </a:cubicBezTo>
                    <a:cubicBezTo>
                      <a:pt x="93983" y="84989"/>
                      <a:pt x="98413" y="81122"/>
                      <a:pt x="104410" y="81122"/>
                    </a:cubicBezTo>
                    <a:cubicBezTo>
                      <a:pt x="110405" y="81122"/>
                      <a:pt x="119007" y="86020"/>
                      <a:pt x="119007" y="96847"/>
                    </a:cubicBezTo>
                    <a:cubicBezTo>
                      <a:pt x="119007" y="110253"/>
                      <a:pt x="104669" y="115668"/>
                      <a:pt x="91376" y="115668"/>
                    </a:cubicBezTo>
                    <a:cubicBezTo>
                      <a:pt x="77821" y="115668"/>
                      <a:pt x="66091" y="110253"/>
                      <a:pt x="54621" y="97362"/>
                    </a:cubicBezTo>
                    <a:cubicBezTo>
                      <a:pt x="49930" y="113089"/>
                      <a:pt x="34028" y="115668"/>
                      <a:pt x="27771" y="115668"/>
                    </a:cubicBezTo>
                    <a:cubicBezTo>
                      <a:pt x="18128" y="115668"/>
                      <a:pt x="11612" y="109738"/>
                      <a:pt x="7439" y="102519"/>
                    </a:cubicBezTo>
                    <a:cubicBezTo>
                      <a:pt x="1446" y="92465"/>
                      <a:pt x="-2203" y="77513"/>
                      <a:pt x="-2203" y="76223"/>
                    </a:cubicBezTo>
                    <a:cubicBezTo>
                      <a:pt x="-2203" y="72871"/>
                      <a:pt x="1446" y="72871"/>
                      <a:pt x="2227" y="72871"/>
                    </a:cubicBezTo>
                    <a:cubicBezTo>
                      <a:pt x="5877" y="72871"/>
                      <a:pt x="6137" y="73644"/>
                      <a:pt x="7962" y="80605"/>
                    </a:cubicBezTo>
                    <a:cubicBezTo>
                      <a:pt x="11872" y="96332"/>
                      <a:pt x="16824" y="108449"/>
                      <a:pt x="26990" y="108449"/>
                    </a:cubicBezTo>
                    <a:cubicBezTo>
                      <a:pt x="33768" y="108449"/>
                      <a:pt x="35593" y="102777"/>
                      <a:pt x="35593" y="95816"/>
                    </a:cubicBezTo>
                    <a:cubicBezTo>
                      <a:pt x="35593" y="90919"/>
                      <a:pt x="33246" y="81380"/>
                      <a:pt x="31423" y="74419"/>
                    </a:cubicBezTo>
                    <a:cubicBezTo>
                      <a:pt x="29597" y="67459"/>
                      <a:pt x="26990" y="56887"/>
                      <a:pt x="25687" y="51217"/>
                    </a:cubicBezTo>
                    <a:lnTo>
                      <a:pt x="17346" y="18217"/>
                    </a:lnTo>
                    <a:cubicBezTo>
                      <a:pt x="16304" y="14866"/>
                      <a:pt x="14740" y="8421"/>
                      <a:pt x="14740" y="7648"/>
                    </a:cubicBezTo>
                    <a:cubicBezTo>
                      <a:pt x="14740" y="1975"/>
                      <a:pt x="19431" y="-603"/>
                      <a:pt x="23602" y="-603"/>
                    </a:cubicBezTo>
                    <a:cubicBezTo>
                      <a:pt x="27512" y="-603"/>
                      <a:pt x="32726" y="1718"/>
                      <a:pt x="34811" y="6873"/>
                    </a:cubicBezTo>
                    <a:cubicBezTo>
                      <a:pt x="35333" y="8421"/>
                      <a:pt x="38201" y="19763"/>
                      <a:pt x="39763" y="26208"/>
                    </a:cubicBezTo>
                    <a:lnTo>
                      <a:pt x="46801" y="54053"/>
                    </a:lnTo>
                  </a:path>
                </a:pathLst>
              </a:custGeom>
              <a:solidFill>
                <a:srgbClr val="000000"/>
              </a:solidFill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 sz="975"/>
              </a:p>
            </p:txBody>
          </p:sp>
        </p:grpSp>
      </p:grpSp>
      <p:sp>
        <p:nvSpPr>
          <p:cNvPr id="136" name="グラフィックス 45 2">
            <a:extLst>
              <a:ext uri="{FF2B5EF4-FFF2-40B4-BE49-F238E27FC236}">
                <a16:creationId xmlns:a16="http://schemas.microsoft.com/office/drawing/2014/main" id="{7A8E82A9-7F33-716A-8535-E404C0E59B05}"/>
              </a:ext>
            </a:extLst>
          </p:cNvPr>
          <p:cNvSpPr/>
          <p:nvPr/>
        </p:nvSpPr>
        <p:spPr>
          <a:xfrm flipV="1">
            <a:off x="2523531" y="5437633"/>
            <a:ext cx="176432" cy="174449"/>
          </a:xfrm>
          <a:custGeom>
            <a:avLst/>
            <a:gdLst>
              <a:gd name="connsiteX0" fmla="*/ 68817 w 87009"/>
              <a:gd name="connsiteY0" fmla="*/ 71148 h 86031"/>
              <a:gd name="connsiteX1" fmla="*/ 84438 w 87009"/>
              <a:gd name="connsiteY1" fmla="*/ 81277 h 86031"/>
              <a:gd name="connsiteX2" fmla="*/ 86024 w 87009"/>
              <a:gd name="connsiteY2" fmla="*/ 83596 h 86031"/>
              <a:gd name="connsiteX3" fmla="*/ 84438 w 87009"/>
              <a:gd name="connsiteY3" fmla="*/ 85060 h 86031"/>
              <a:gd name="connsiteX4" fmla="*/ 74431 w 87009"/>
              <a:gd name="connsiteY4" fmla="*/ 84694 h 86031"/>
              <a:gd name="connsiteX5" fmla="*/ 62350 w 87009"/>
              <a:gd name="connsiteY5" fmla="*/ 85060 h 86031"/>
              <a:gd name="connsiteX6" fmla="*/ 60031 w 87009"/>
              <a:gd name="connsiteY6" fmla="*/ 82742 h 86031"/>
              <a:gd name="connsiteX7" fmla="*/ 61984 w 87009"/>
              <a:gd name="connsiteY7" fmla="*/ 81277 h 86031"/>
              <a:gd name="connsiteX8" fmla="*/ 67597 w 87009"/>
              <a:gd name="connsiteY8" fmla="*/ 77250 h 86031"/>
              <a:gd name="connsiteX9" fmla="*/ 65766 w 87009"/>
              <a:gd name="connsiteY9" fmla="*/ 72613 h 86031"/>
              <a:gd name="connsiteX10" fmla="*/ 28302 w 87009"/>
              <a:gd name="connsiteY10" fmla="*/ 13061 h 86031"/>
              <a:gd name="connsiteX11" fmla="*/ 20005 w 87009"/>
              <a:gd name="connsiteY11" fmla="*/ 77616 h 86031"/>
              <a:gd name="connsiteX12" fmla="*/ 28425 w 87009"/>
              <a:gd name="connsiteY12" fmla="*/ 81277 h 86031"/>
              <a:gd name="connsiteX13" fmla="*/ 31476 w 87009"/>
              <a:gd name="connsiteY13" fmla="*/ 83718 h 86031"/>
              <a:gd name="connsiteX14" fmla="*/ 29767 w 87009"/>
              <a:gd name="connsiteY14" fmla="*/ 85060 h 86031"/>
              <a:gd name="connsiteX15" fmla="*/ 14635 w 87009"/>
              <a:gd name="connsiteY15" fmla="*/ 84694 h 86031"/>
              <a:gd name="connsiteX16" fmla="*/ 7924 w 87009"/>
              <a:gd name="connsiteY16" fmla="*/ 84816 h 86031"/>
              <a:gd name="connsiteX17" fmla="*/ 1334 w 87009"/>
              <a:gd name="connsiteY17" fmla="*/ 85060 h 86031"/>
              <a:gd name="connsiteX18" fmla="*/ -985 w 87009"/>
              <a:gd name="connsiteY18" fmla="*/ 82742 h 86031"/>
              <a:gd name="connsiteX19" fmla="*/ 2066 w 87009"/>
              <a:gd name="connsiteY19" fmla="*/ 81277 h 86031"/>
              <a:gd name="connsiteX20" fmla="*/ 9388 w 87009"/>
              <a:gd name="connsiteY20" fmla="*/ 77128 h 86031"/>
              <a:gd name="connsiteX21" fmla="*/ 19028 w 87009"/>
              <a:gd name="connsiteY21" fmla="*/ 1834 h 86031"/>
              <a:gd name="connsiteX22" fmla="*/ 21469 w 87009"/>
              <a:gd name="connsiteY22" fmla="*/ -972 h 86031"/>
              <a:gd name="connsiteX23" fmla="*/ 24886 w 87009"/>
              <a:gd name="connsiteY23" fmla="*/ 1224 h 86031"/>
              <a:gd name="connsiteX24" fmla="*/ 68817 w 87009"/>
              <a:gd name="connsiteY24" fmla="*/ 71148 h 86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87009" h="86031">
                <a:moveTo>
                  <a:pt x="68817" y="71148"/>
                </a:moveTo>
                <a:cubicBezTo>
                  <a:pt x="74797" y="80667"/>
                  <a:pt x="79923" y="81034"/>
                  <a:pt x="84438" y="81277"/>
                </a:cubicBezTo>
                <a:cubicBezTo>
                  <a:pt x="85902" y="81400"/>
                  <a:pt x="86024" y="83474"/>
                  <a:pt x="86024" y="83596"/>
                </a:cubicBezTo>
                <a:cubicBezTo>
                  <a:pt x="86024" y="84572"/>
                  <a:pt x="85414" y="85060"/>
                  <a:pt x="84438" y="85060"/>
                </a:cubicBezTo>
                <a:cubicBezTo>
                  <a:pt x="81264" y="85060"/>
                  <a:pt x="77726" y="84694"/>
                  <a:pt x="74431" y="84694"/>
                </a:cubicBezTo>
                <a:cubicBezTo>
                  <a:pt x="70404" y="84694"/>
                  <a:pt x="66255" y="85060"/>
                  <a:pt x="62350" y="85060"/>
                </a:cubicBezTo>
                <a:cubicBezTo>
                  <a:pt x="61617" y="85060"/>
                  <a:pt x="60031" y="85060"/>
                  <a:pt x="60031" y="82742"/>
                </a:cubicBezTo>
                <a:cubicBezTo>
                  <a:pt x="60031" y="81400"/>
                  <a:pt x="61130" y="81277"/>
                  <a:pt x="61984" y="81277"/>
                </a:cubicBezTo>
                <a:cubicBezTo>
                  <a:pt x="65278" y="81034"/>
                  <a:pt x="67597" y="79813"/>
                  <a:pt x="67597" y="77250"/>
                </a:cubicBezTo>
                <a:cubicBezTo>
                  <a:pt x="67597" y="75420"/>
                  <a:pt x="65766" y="72735"/>
                  <a:pt x="65766" y="72613"/>
                </a:cubicBezTo>
                <a:lnTo>
                  <a:pt x="28302" y="13061"/>
                </a:lnTo>
                <a:lnTo>
                  <a:pt x="20005" y="77616"/>
                </a:lnTo>
                <a:cubicBezTo>
                  <a:pt x="20005" y="79691"/>
                  <a:pt x="22811" y="81277"/>
                  <a:pt x="28425" y="81277"/>
                </a:cubicBezTo>
                <a:cubicBezTo>
                  <a:pt x="30133" y="81277"/>
                  <a:pt x="31476" y="81277"/>
                  <a:pt x="31476" y="83718"/>
                </a:cubicBezTo>
                <a:cubicBezTo>
                  <a:pt x="31476" y="84816"/>
                  <a:pt x="30500" y="85060"/>
                  <a:pt x="29767" y="85060"/>
                </a:cubicBezTo>
                <a:cubicBezTo>
                  <a:pt x="24886" y="85060"/>
                  <a:pt x="19639" y="84694"/>
                  <a:pt x="14635" y="84694"/>
                </a:cubicBezTo>
                <a:cubicBezTo>
                  <a:pt x="12438" y="84694"/>
                  <a:pt x="10120" y="84816"/>
                  <a:pt x="7924" y="84816"/>
                </a:cubicBezTo>
                <a:cubicBezTo>
                  <a:pt x="5727" y="84816"/>
                  <a:pt x="3408" y="85060"/>
                  <a:pt x="1334" y="85060"/>
                </a:cubicBezTo>
                <a:cubicBezTo>
                  <a:pt x="480" y="85060"/>
                  <a:pt x="-985" y="85060"/>
                  <a:pt x="-985" y="82742"/>
                </a:cubicBezTo>
                <a:cubicBezTo>
                  <a:pt x="-985" y="81277"/>
                  <a:pt x="113" y="81277"/>
                  <a:pt x="2066" y="81277"/>
                </a:cubicBezTo>
                <a:cubicBezTo>
                  <a:pt x="8900" y="81277"/>
                  <a:pt x="9022" y="80179"/>
                  <a:pt x="9388" y="77128"/>
                </a:cubicBezTo>
                <a:lnTo>
                  <a:pt x="19028" y="1834"/>
                </a:lnTo>
                <a:cubicBezTo>
                  <a:pt x="19394" y="-607"/>
                  <a:pt x="19882" y="-972"/>
                  <a:pt x="21469" y="-972"/>
                </a:cubicBezTo>
                <a:cubicBezTo>
                  <a:pt x="23422" y="-972"/>
                  <a:pt x="23910" y="-362"/>
                  <a:pt x="24886" y="1224"/>
                </a:cubicBezTo>
                <a:lnTo>
                  <a:pt x="68817" y="71148"/>
                </a:lnTo>
              </a:path>
            </a:pathLst>
          </a:custGeom>
          <a:solidFill>
            <a:srgbClr val="000000"/>
          </a:solidFill>
          <a:ln w="44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 sz="975"/>
          </a:p>
        </p:txBody>
      </p:sp>
      <p:grpSp>
        <p:nvGrpSpPr>
          <p:cNvPr id="137" name="グループ化 136">
            <a:extLst>
              <a:ext uri="{FF2B5EF4-FFF2-40B4-BE49-F238E27FC236}">
                <a16:creationId xmlns:a16="http://schemas.microsoft.com/office/drawing/2014/main" id="{25E694F3-2418-70D1-EBA2-0B88FFE441D0}"/>
              </a:ext>
            </a:extLst>
          </p:cNvPr>
          <p:cNvGrpSpPr/>
          <p:nvPr/>
        </p:nvGrpSpPr>
        <p:grpSpPr>
          <a:xfrm>
            <a:off x="1053954" y="4284928"/>
            <a:ext cx="223057" cy="464344"/>
            <a:chOff x="1263756" y="4452981"/>
            <a:chExt cx="274532" cy="571500"/>
          </a:xfrm>
        </p:grpSpPr>
        <p:cxnSp>
          <p:nvCxnSpPr>
            <p:cNvPr id="138" name="直線矢印コネクタ 137">
              <a:extLst>
                <a:ext uri="{FF2B5EF4-FFF2-40B4-BE49-F238E27FC236}">
                  <a16:creationId xmlns:a16="http://schemas.microsoft.com/office/drawing/2014/main" id="{1A0BE379-C646-B7FD-0A58-030CA7826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8763" y="4452981"/>
              <a:ext cx="9525" cy="5715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フリーフォーム: 図形 138">
              <a:extLst>
                <a:ext uri="{FF2B5EF4-FFF2-40B4-BE49-F238E27FC236}">
                  <a16:creationId xmlns:a16="http://schemas.microsoft.com/office/drawing/2014/main" id="{FC79D83A-BDC3-1D54-0468-5F55620E4804}"/>
                </a:ext>
              </a:extLst>
            </p:cNvPr>
            <p:cNvSpPr/>
            <p:nvPr/>
          </p:nvSpPr>
          <p:spPr>
            <a:xfrm flipV="1">
              <a:off x="1263756" y="4632294"/>
              <a:ext cx="149928" cy="212874"/>
            </a:xfrm>
            <a:custGeom>
              <a:avLst/>
              <a:gdLst>
                <a:gd name="connsiteX0" fmla="*/ 109459 w 149928"/>
                <a:gd name="connsiteY0" fmla="*/ 187498 h 212874"/>
                <a:gd name="connsiteX1" fmla="*/ 138927 w 149928"/>
                <a:gd name="connsiteY1" fmla="*/ 201836 h 212874"/>
                <a:gd name="connsiteX2" fmla="*/ 149289 w 149928"/>
                <a:gd name="connsiteY2" fmla="*/ 207758 h 212874"/>
                <a:gd name="connsiteX3" fmla="*/ 144432 w 149928"/>
                <a:gd name="connsiteY3" fmla="*/ 211497 h 212874"/>
                <a:gd name="connsiteX4" fmla="*/ 101687 w 149928"/>
                <a:gd name="connsiteY4" fmla="*/ 210563 h 212874"/>
                <a:gd name="connsiteX5" fmla="*/ 58619 w 149928"/>
                <a:gd name="connsiteY5" fmla="*/ 211497 h 212874"/>
                <a:gd name="connsiteX6" fmla="*/ 52144 w 149928"/>
                <a:gd name="connsiteY6" fmla="*/ 205265 h 212874"/>
                <a:gd name="connsiteX7" fmla="*/ 61211 w 149928"/>
                <a:gd name="connsiteY7" fmla="*/ 201836 h 212874"/>
                <a:gd name="connsiteX8" fmla="*/ 83554 w 149928"/>
                <a:gd name="connsiteY8" fmla="*/ 195914 h 212874"/>
                <a:gd name="connsiteX9" fmla="*/ 82906 w 149928"/>
                <a:gd name="connsiteY9" fmla="*/ 190926 h 212874"/>
                <a:gd name="connsiteX10" fmla="*/ 39191 w 149928"/>
                <a:gd name="connsiteY10" fmla="*/ 22934 h 212874"/>
                <a:gd name="connsiteX11" fmla="*/ 9722 w 149928"/>
                <a:gd name="connsiteY11" fmla="*/ 8284 h 212874"/>
                <a:gd name="connsiteX12" fmla="*/ -639 w 149928"/>
                <a:gd name="connsiteY12" fmla="*/ 2050 h 212874"/>
                <a:gd name="connsiteX13" fmla="*/ 4217 w 149928"/>
                <a:gd name="connsiteY13" fmla="*/ -1378 h 212874"/>
                <a:gd name="connsiteX14" fmla="*/ 46639 w 149928"/>
                <a:gd name="connsiteY14" fmla="*/ -442 h 212874"/>
                <a:gd name="connsiteX15" fmla="*/ 90031 w 149928"/>
                <a:gd name="connsiteY15" fmla="*/ -1378 h 212874"/>
                <a:gd name="connsiteX16" fmla="*/ 96508 w 149928"/>
                <a:gd name="connsiteY16" fmla="*/ 4545 h 212874"/>
                <a:gd name="connsiteX17" fmla="*/ 86793 w 149928"/>
                <a:gd name="connsiteY17" fmla="*/ 8284 h 212874"/>
                <a:gd name="connsiteX18" fmla="*/ 72867 w 149928"/>
                <a:gd name="connsiteY18" fmla="*/ 8908 h 212874"/>
                <a:gd name="connsiteX19" fmla="*/ 64773 w 149928"/>
                <a:gd name="connsiteY19" fmla="*/ 14207 h 212874"/>
                <a:gd name="connsiteX20" fmla="*/ 66067 w 149928"/>
                <a:gd name="connsiteY20" fmla="*/ 21374 h 212874"/>
                <a:gd name="connsiteX21" fmla="*/ 109459 w 149928"/>
                <a:gd name="connsiteY21" fmla="*/ 187498 h 2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9928" h="212874">
                  <a:moveTo>
                    <a:pt x="109459" y="187498"/>
                  </a:moveTo>
                  <a:cubicBezTo>
                    <a:pt x="112374" y="198718"/>
                    <a:pt x="113346" y="201836"/>
                    <a:pt x="138927" y="201836"/>
                  </a:cubicBezTo>
                  <a:cubicBezTo>
                    <a:pt x="146700" y="201836"/>
                    <a:pt x="149289" y="201836"/>
                    <a:pt x="149289" y="207758"/>
                  </a:cubicBezTo>
                  <a:cubicBezTo>
                    <a:pt x="149289" y="211497"/>
                    <a:pt x="145727" y="211497"/>
                    <a:pt x="144432" y="211497"/>
                  </a:cubicBezTo>
                  <a:cubicBezTo>
                    <a:pt x="135041" y="211497"/>
                    <a:pt x="111079" y="210563"/>
                    <a:pt x="101687" y="210563"/>
                  </a:cubicBezTo>
                  <a:cubicBezTo>
                    <a:pt x="91972" y="210563"/>
                    <a:pt x="68334" y="211497"/>
                    <a:pt x="58619" y="211497"/>
                  </a:cubicBezTo>
                  <a:cubicBezTo>
                    <a:pt x="56352" y="211497"/>
                    <a:pt x="52144" y="211497"/>
                    <a:pt x="52144" y="205265"/>
                  </a:cubicBezTo>
                  <a:cubicBezTo>
                    <a:pt x="52144" y="201836"/>
                    <a:pt x="55057" y="201836"/>
                    <a:pt x="61211" y="201836"/>
                  </a:cubicBezTo>
                  <a:cubicBezTo>
                    <a:pt x="74811" y="201836"/>
                    <a:pt x="83554" y="201836"/>
                    <a:pt x="83554" y="195914"/>
                  </a:cubicBezTo>
                  <a:cubicBezTo>
                    <a:pt x="83554" y="194355"/>
                    <a:pt x="83554" y="193733"/>
                    <a:pt x="82906" y="190926"/>
                  </a:cubicBezTo>
                  <a:lnTo>
                    <a:pt x="39191" y="22934"/>
                  </a:lnTo>
                  <a:cubicBezTo>
                    <a:pt x="36276" y="11401"/>
                    <a:pt x="35304" y="8284"/>
                    <a:pt x="9722" y="8284"/>
                  </a:cubicBezTo>
                  <a:cubicBezTo>
                    <a:pt x="2276" y="8284"/>
                    <a:pt x="-639" y="8284"/>
                    <a:pt x="-639" y="2050"/>
                  </a:cubicBezTo>
                  <a:cubicBezTo>
                    <a:pt x="-639" y="-1378"/>
                    <a:pt x="3246" y="-1378"/>
                    <a:pt x="4217" y="-1378"/>
                  </a:cubicBezTo>
                  <a:cubicBezTo>
                    <a:pt x="13609" y="-1378"/>
                    <a:pt x="37247" y="-442"/>
                    <a:pt x="46639" y="-442"/>
                  </a:cubicBezTo>
                  <a:cubicBezTo>
                    <a:pt x="56352" y="-442"/>
                    <a:pt x="80316" y="-1378"/>
                    <a:pt x="90031" y="-1378"/>
                  </a:cubicBezTo>
                  <a:cubicBezTo>
                    <a:pt x="92621" y="-1378"/>
                    <a:pt x="96508" y="-1378"/>
                    <a:pt x="96508" y="4545"/>
                  </a:cubicBezTo>
                  <a:cubicBezTo>
                    <a:pt x="96508" y="8284"/>
                    <a:pt x="93916" y="8284"/>
                    <a:pt x="86793" y="8284"/>
                  </a:cubicBezTo>
                  <a:cubicBezTo>
                    <a:pt x="80964" y="8284"/>
                    <a:pt x="79344" y="8284"/>
                    <a:pt x="72867" y="8908"/>
                  </a:cubicBezTo>
                  <a:cubicBezTo>
                    <a:pt x="66067" y="9531"/>
                    <a:pt x="64773" y="10777"/>
                    <a:pt x="64773" y="14207"/>
                  </a:cubicBezTo>
                  <a:cubicBezTo>
                    <a:pt x="64773" y="16700"/>
                    <a:pt x="65421" y="19193"/>
                    <a:pt x="66067" y="21374"/>
                  </a:cubicBezTo>
                  <a:lnTo>
                    <a:pt x="109459" y="187498"/>
                  </a:lnTo>
                </a:path>
              </a:pathLst>
            </a:custGeom>
            <a:solidFill>
              <a:srgbClr val="000000"/>
            </a:solidFill>
            <a:ln w="1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 sz="975"/>
            </a:p>
          </p:txBody>
        </p:sp>
      </p:grpSp>
      <p:sp>
        <p:nvSpPr>
          <p:cNvPr id="13" name="円柱 12">
            <a:extLst>
              <a:ext uri="{FF2B5EF4-FFF2-40B4-BE49-F238E27FC236}">
                <a16:creationId xmlns:a16="http://schemas.microsoft.com/office/drawing/2014/main" id="{3AD8EAD3-E406-B257-8798-2270B009B3FE}"/>
              </a:ext>
            </a:extLst>
          </p:cNvPr>
          <p:cNvSpPr/>
          <p:nvPr/>
        </p:nvSpPr>
        <p:spPr>
          <a:xfrm>
            <a:off x="6933570" y="2873352"/>
            <a:ext cx="159618" cy="931214"/>
          </a:xfrm>
          <a:prstGeom prst="can">
            <a:avLst>
              <a:gd name="adj" fmla="val 59110"/>
            </a:avLst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8900000" scaled="1"/>
            <a:tileRect/>
          </a:gradFill>
          <a:ln w="28575">
            <a:solidFill>
              <a:srgbClr val="172C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75"/>
          </a:p>
        </p:txBody>
      </p:sp>
    </p:spTree>
    <p:extLst>
      <p:ext uri="{BB962C8B-B14F-4D97-AF65-F5344CB8AC3E}">
        <p14:creationId xmlns:p14="http://schemas.microsoft.com/office/powerpoint/2010/main" val="364623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F6E84A0F-C449-C462-844A-8D0D9A57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FC66406-A5D6-52A1-4DB7-34178A8504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CB62D23-15FF-BB49-DA2B-E6D18BE4352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6408349E-6932-463E-ABE1-6FC2A2453113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40D4B6D-3E06-A738-FB37-B63C9A2B5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273"/>
            <a:ext cx="4301684" cy="251797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16158EF-F553-EEF8-2206-FE8C2000E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016" y="1667810"/>
            <a:ext cx="4688365" cy="219543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547E3CC-DA68-863E-1FDB-A8583C836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31224"/>
            <a:ext cx="4572128" cy="218667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2B8BAE0-28B7-53C4-C518-69BB59A93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016" y="4194548"/>
            <a:ext cx="4306914" cy="191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2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1AD30-E55C-20A7-4215-566A9303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7F2B756-73DF-45A3-F6C6-A531023B82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4025" y="4894446"/>
            <a:ext cx="5365750" cy="849474"/>
          </a:xfrm>
        </p:spPr>
        <p:txBody>
          <a:bodyPr numCol="2"/>
          <a:lstStyle/>
          <a:p>
            <a:r>
              <a:rPr lang="ja-JP" altLang="en-US" sz="1600" dirty="0"/>
              <a:t>比熱</a:t>
            </a:r>
            <a:endParaRPr lang="en-US" altLang="ja-JP" sz="1600" dirty="0"/>
          </a:p>
          <a:p>
            <a:r>
              <a:rPr lang="ja-JP" altLang="en-US" sz="1600" dirty="0"/>
              <a:t>密度の定義</a:t>
            </a:r>
            <a:endParaRPr lang="en-US" altLang="ja-JP" sz="1600" dirty="0"/>
          </a:p>
          <a:p>
            <a:r>
              <a:rPr lang="ja-JP" altLang="en-US" sz="1600" dirty="0"/>
              <a:t>ボイル・シャルル則</a:t>
            </a:r>
            <a:endParaRPr lang="en-US" altLang="ja-JP" sz="1600" dirty="0"/>
          </a:p>
          <a:p>
            <a:r>
              <a:rPr lang="ja-JP" altLang="en-US" sz="1600" dirty="0"/>
              <a:t>波の計算</a:t>
            </a:r>
            <a:endParaRPr lang="en-US" altLang="ja-JP" sz="1600" dirty="0"/>
          </a:p>
          <a:p>
            <a:r>
              <a:rPr lang="ja-JP" altLang="en-US" sz="1600" dirty="0"/>
              <a:t>量子力学の語句</a:t>
            </a:r>
            <a:endParaRPr lang="en-US" altLang="ja-JP" sz="1600" dirty="0"/>
          </a:p>
          <a:p>
            <a:endParaRPr lang="en-US" altLang="ja-JP" sz="160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5A6659-FEB6-4A46-7031-F6E1016C3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sz="4000" dirty="0"/>
              <a:t>物理学概論 後期範囲</a:t>
            </a:r>
            <a:endParaRPr kumimoji="1" lang="en-US" altLang="ja-JP" sz="4000" dirty="0"/>
          </a:p>
          <a:p>
            <a:r>
              <a:rPr lang="ja-JP" altLang="en-US" sz="2800" dirty="0"/>
              <a:t>～熱力学，波動，量子力学～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8414F1-814C-2EC4-BEF3-78CF291812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kumimoji="1" lang="en-US" altLang="ja-JP" sz="2000" dirty="0">
                <a:hlinkClick r:id="rId2" action="ppaction://hlinkfile"/>
              </a:rPr>
              <a:t>@hojicya_study</a:t>
            </a:r>
            <a:endParaRPr kumimoji="1" lang="ja-JP" altLang="en-US" sz="200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AA944EF-AC60-9097-35C6-A3B7DBC1A2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anchor="ctr"/>
          <a:lstStyle/>
          <a:p>
            <a:r>
              <a:rPr kumimoji="1" lang="ja-JP" altLang="en-US" sz="2000" dirty="0"/>
              <a:t>ほうじ茶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25E7EC5-9C49-9893-494A-2B29E73689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kumimoji="1" lang="en-US" altLang="ja-JP" sz="2000" dirty="0"/>
              <a:t>2025.8.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275017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ATEXITDISPLAY" val="False"/>
</p:tagLst>
</file>

<file path=ppt/theme/theme1.xml><?xml version="1.0" encoding="utf-8"?>
<a:theme xmlns:a="http://schemas.openxmlformats.org/drawingml/2006/main" name="Template">
  <a:themeElements>
    <a:clrScheme name="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V1">
      <a:majorFont>
        <a:latin typeface="CMU Serif"/>
        <a:ea typeface="ヒカリ角ゴ Normal Medium"/>
        <a:cs typeface=""/>
      </a:majorFont>
      <a:minorFont>
        <a:latin typeface="Pretendard ExtraBold"/>
        <a:ea typeface="ヒカリ角ゴ Normal Heavy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0280F33B-D706-4565-98F8-51DFD03F8C13}" vid="{D7991047-7DB5-4FC6-B505-CACDAF36230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52ab04-0ae3-4d00-bda6-702fdc5fffa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17BAD2A974274468B93BA0E70B86153" ma:contentTypeVersion="14" ma:contentTypeDescription="新しいドキュメントを作成します。" ma:contentTypeScope="" ma:versionID="19deaf902174782fcab1e59d5990709b">
  <xsd:schema xmlns:xsd="http://www.w3.org/2001/XMLSchema" xmlns:xs="http://www.w3.org/2001/XMLSchema" xmlns:p="http://schemas.microsoft.com/office/2006/metadata/properties" xmlns:ns3="4952ab04-0ae3-4d00-bda6-702fdc5fffab" xmlns:ns4="a9997899-e6ea-448c-9370-6665c1cb1ca9" targetNamespace="http://schemas.microsoft.com/office/2006/metadata/properties" ma:root="true" ma:fieldsID="626e8013a1feda8fd847dbe4d0402ef4" ns3:_="" ns4:_="">
    <xsd:import namespace="4952ab04-0ae3-4d00-bda6-702fdc5fffab"/>
    <xsd:import namespace="a9997899-e6ea-448c-9370-6665c1cb1c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2ab04-0ae3-4d00-bda6-702fdc5ff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997899-e6ea-448c-9370-6665c1cb1c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BCF84E-3EFE-4EC9-AB6C-7D53083CF2F0}">
  <ds:schemaRefs>
    <ds:schemaRef ds:uri="4952ab04-0ae3-4d00-bda6-702fdc5fffab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a9997899-e6ea-448c-9370-6665c1cb1ca9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F412A431-86F1-4D8E-AC27-86C6F4A4DCAA}">
  <ds:schemaRefs>
    <ds:schemaRef ds:uri="4952ab04-0ae3-4d00-bda6-702fdc5fffab"/>
    <ds:schemaRef ds:uri="a9997899-e6ea-448c-9370-6665c1cb1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556F4D6-31A5-4692-BD03-E6D6534FF5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1098</TotalTime>
  <Words>207</Words>
  <Application>Microsoft Office PowerPoint</Application>
  <PresentationFormat>A4 210 x 297 mm</PresentationFormat>
  <Paragraphs>52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Noto Sans JP Black</vt:lpstr>
      <vt:lpstr>メイリオ</vt:lpstr>
      <vt:lpstr>游ゴシック</vt:lpstr>
      <vt:lpstr>Arial</vt:lpstr>
      <vt:lpstr>Latin Modern Math</vt:lpstr>
      <vt:lpstr>Wingdings</vt:lpstr>
      <vt:lpstr>Template</vt:lpstr>
      <vt:lpstr>PowerPoint プレゼンテーション</vt:lpstr>
      <vt:lpstr>PowerPoint プレゼンテーション</vt:lpstr>
      <vt:lpstr>キルヒホッフ第1則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Hojicya</dc:creator>
  <cp:lastModifiedBy>Hojicya</cp:lastModifiedBy>
  <cp:revision>69</cp:revision>
  <cp:lastPrinted>2025-07-26T19:55:07Z</cp:lastPrinted>
  <dcterms:created xsi:type="dcterms:W3CDTF">2025-07-12T17:38:21Z</dcterms:created>
  <dcterms:modified xsi:type="dcterms:W3CDTF">2025-08-07T16:25:08Z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0x010100317BAD2A974274468B93BA0E70B86153</vt:lpwstr>
  </property>
</Properties>
</file>